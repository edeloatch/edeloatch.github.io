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theme/theme3.xml" ContentType="application/vnd.openxmlformats-officedocument.theme+xml"/>
  <Override PartName="/ppt/tags/tag4.xml" ContentType="application/vnd.openxmlformats-officedocument.presentationml.tags+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4.xml" ContentType="application/vnd.openxmlformats-officedocument.theme+xml"/>
  <Override PartName="/ppt/tags/tag5.xml" ContentType="application/vnd.openxmlformats-officedocument.presentationml.tags+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ags/tag6.xml" ContentType="application/vnd.openxmlformats-officedocument.presentationml.tags+xml"/>
  <Override PartName="/ppt/notesSlides/notesSlide1.xml" ContentType="application/vnd.openxmlformats-officedocument.presentationml.notesSlide+xml"/>
  <Override PartName="/ppt/tags/tag7.xml" ContentType="application/vnd.openxmlformats-officedocument.presentationml.tags+xml"/>
  <Override PartName="/ppt/notesSlides/notesSlide2.xml" ContentType="application/vnd.openxmlformats-officedocument.presentationml.notesSlide+xml"/>
  <Override PartName="/ppt/tags/tag8.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9.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11.xml" ContentType="application/vnd.openxmlformats-officedocument.presentationml.tags+xml"/>
  <Override PartName="/ppt/notesSlides/notesSlide17.xml" ContentType="application/vnd.openxmlformats-officedocument.presentationml.notesSlide+xml"/>
  <Override PartName="/ppt/tags/tag12.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tags/tag13.xml" ContentType="application/vnd.openxmlformats-officedocument.presentationml.tags+xml"/>
  <Override PartName="/ppt/notesSlides/notesSlide27.xml" ContentType="application/vnd.openxmlformats-officedocument.presentationml.notesSlide+xml"/>
  <Override PartName="/ppt/tags/tag14.xml" ContentType="application/vnd.openxmlformats-officedocument.presentationml.tags+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tags/tag15.xml" ContentType="application/vnd.openxmlformats-officedocument.presentationml.tags+xml"/>
  <Override PartName="/ppt/notesSlides/notesSlide33.xml" ContentType="application/vnd.openxmlformats-officedocument.presentationml.notesSlide+xml"/>
  <Override PartName="/ppt/tags/tag16.xml" ContentType="application/vnd.openxmlformats-officedocument.presentationml.tags+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3" r:id="rId5"/>
    <p:sldMasterId id="2147483907" r:id="rId6"/>
    <p:sldMasterId id="2147483938" r:id="rId7"/>
    <p:sldMasterId id="2147483959" r:id="rId8"/>
    <p:sldMasterId id="2147483984" r:id="rId9"/>
  </p:sldMasterIdLst>
  <p:notesMasterIdLst>
    <p:notesMasterId r:id="rId51"/>
  </p:notesMasterIdLst>
  <p:sldIdLst>
    <p:sldId id="16122" r:id="rId10"/>
    <p:sldId id="257" r:id="rId11"/>
    <p:sldId id="16719" r:id="rId12"/>
    <p:sldId id="16147" r:id="rId13"/>
    <p:sldId id="16014" r:id="rId14"/>
    <p:sldId id="16575" r:id="rId15"/>
    <p:sldId id="16291" r:id="rId16"/>
    <p:sldId id="16192" r:id="rId17"/>
    <p:sldId id="16193" r:id="rId18"/>
    <p:sldId id="16194" r:id="rId19"/>
    <p:sldId id="16308" r:id="rId20"/>
    <p:sldId id="16620" r:id="rId21"/>
    <p:sldId id="16729" r:id="rId22"/>
    <p:sldId id="15997" r:id="rId23"/>
    <p:sldId id="16573" r:id="rId24"/>
    <p:sldId id="16723" r:id="rId25"/>
    <p:sldId id="16724" r:id="rId26"/>
    <p:sldId id="16725" r:id="rId27"/>
    <p:sldId id="16726" r:id="rId28"/>
    <p:sldId id="16310" r:id="rId29"/>
    <p:sldId id="16588" r:id="rId30"/>
    <p:sldId id="16020" r:id="rId31"/>
    <p:sldId id="16293" r:id="rId32"/>
    <p:sldId id="16200" r:id="rId33"/>
    <p:sldId id="16201" r:id="rId34"/>
    <p:sldId id="16195" r:id="rId35"/>
    <p:sldId id="16196" r:id="rId36"/>
    <p:sldId id="16121" r:id="rId37"/>
    <p:sldId id="16593" r:id="rId38"/>
    <p:sldId id="16316" r:id="rId39"/>
    <p:sldId id="16589" r:id="rId40"/>
    <p:sldId id="16720" r:id="rId41"/>
    <p:sldId id="16722" r:id="rId42"/>
    <p:sldId id="16202" r:id="rId43"/>
    <p:sldId id="16203" r:id="rId44"/>
    <p:sldId id="4280" r:id="rId45"/>
    <p:sldId id="16585" r:id="rId46"/>
    <p:sldId id="16586" r:id="rId47"/>
    <p:sldId id="16728" r:id="rId48"/>
    <p:sldId id="16727" r:id="rId49"/>
    <p:sldId id="16197" r:id="rId50"/>
  </p:sldIdLst>
  <p:sldSz cx="12192000" cy="6858000"/>
  <p:notesSz cx="6950075" cy="9236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429B165-20BE-4939-9ED4-7FAAEE43DE60}">
          <p14:sldIdLst>
            <p14:sldId id="16122"/>
            <p14:sldId id="257"/>
            <p14:sldId id="16719"/>
            <p14:sldId id="16147"/>
            <p14:sldId id="16014"/>
            <p14:sldId id="16575"/>
            <p14:sldId id="16291"/>
            <p14:sldId id="16192"/>
          </p14:sldIdLst>
        </p14:section>
        <p14:section name="M1: Work Order Completion" id="{576D8E32-9084-412A-9045-98FF7EAC4E7A}">
          <p14:sldIdLst>
            <p14:sldId id="16193"/>
            <p14:sldId id="16194"/>
            <p14:sldId id="16308"/>
            <p14:sldId id="16620"/>
            <p14:sldId id="16729"/>
            <p14:sldId id="15997"/>
            <p14:sldId id="16573"/>
            <p14:sldId id="16723"/>
            <p14:sldId id="16724"/>
            <p14:sldId id="16725"/>
            <p14:sldId id="16726"/>
            <p14:sldId id="16310"/>
            <p14:sldId id="16588"/>
            <p14:sldId id="16020"/>
            <p14:sldId id="16293"/>
            <p14:sldId id="16200"/>
            <p14:sldId id="16201"/>
          </p14:sldIdLst>
        </p14:section>
        <p14:section name="M2: Work Order Closure" id="{A0B54C14-4D52-47BE-8506-42099C2E6B2B}">
          <p14:sldIdLst>
            <p14:sldId id="16195"/>
            <p14:sldId id="16196"/>
            <p14:sldId id="16121"/>
            <p14:sldId id="16593"/>
            <p14:sldId id="16316"/>
            <p14:sldId id="16589"/>
            <p14:sldId id="16720"/>
            <p14:sldId id="16722"/>
            <p14:sldId id="16202"/>
            <p14:sldId id="16203"/>
            <p14:sldId id="4280"/>
          </p14:sldIdLst>
        </p14:section>
        <p14:section name="Assessment" id="{FE5067E0-1C93-4587-9C16-9410030AFA31}">
          <p14:sldIdLst>
            <p14:sldId id="16585"/>
            <p14:sldId id="16586"/>
          </p14:sldIdLst>
        </p14:section>
        <p14:section name="Course Summary" id="{860FF43E-0068-40F3-86F4-617B4B41FFBB}">
          <p14:sldIdLst>
            <p14:sldId id="16728"/>
            <p14:sldId id="16727"/>
            <p14:sldId id="16197"/>
          </p14:sldIdLst>
        </p14:section>
        <p14:section name="Appendix" id="{3CAF3C53-1EEC-40D6-B5B6-63F4EFA09885}">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icole Allen" initials="NA" lastIdx="2" clrIdx="0">
    <p:extLst>
      <p:ext uri="{19B8F6BF-5375-455C-9EA6-DF929625EA0E}">
        <p15:presenceInfo xmlns:p15="http://schemas.microsoft.com/office/powerpoint/2012/main" userId="S::nical@microsoft.com::8011d4fc-cd46-480c-bed0-01f8a4301399" providerId="AD"/>
      </p:ext>
    </p:extLst>
  </p:cmAuthor>
  <p:cmAuthor id="2" name="Katrina Wang (GRANT THORNTON LLP)" initials="KW(TL" lastIdx="2" clrIdx="1">
    <p:extLst>
      <p:ext uri="{19B8F6BF-5375-455C-9EA6-DF929625EA0E}">
        <p15:presenceInfo xmlns:p15="http://schemas.microsoft.com/office/powerpoint/2012/main" userId="S::v-wanme@microsoft.com::549d0ca1-247a-4272-9f14-82477cbd321a" providerId="AD"/>
      </p:ext>
    </p:extLst>
  </p:cmAuthor>
  <p:cmAuthor id="3" name="Arik Firman" initials="AF" lastIdx="1" clrIdx="2">
    <p:extLst>
      <p:ext uri="{19B8F6BF-5375-455C-9EA6-DF929625EA0E}">
        <p15:presenceInfo xmlns:p15="http://schemas.microsoft.com/office/powerpoint/2012/main" userId="S::arikf@microsoft.com::6399b260-c8b0-4dae-b47b-9e1bcf2a4735" providerId="AD"/>
      </p:ext>
    </p:extLst>
  </p:cmAuthor>
  <p:cmAuthor id="4" name="Jamie Frank" initials="JF" lastIdx="1" clrIdx="3">
    <p:extLst>
      <p:ext uri="{19B8F6BF-5375-455C-9EA6-DF929625EA0E}">
        <p15:presenceInfo xmlns:p15="http://schemas.microsoft.com/office/powerpoint/2012/main" userId="S::jafrank@microsoft.com::a06b1115-5b48-4412-8ab6-ee0dda0df2cb" providerId="AD"/>
      </p:ext>
    </p:extLst>
  </p:cmAuthor>
  <p:cmAuthor id="5" name="Kathy Slough" initials="KS" lastIdx="1" clrIdx="4">
    <p:extLst>
      <p:ext uri="{19B8F6BF-5375-455C-9EA6-DF929625EA0E}">
        <p15:presenceInfo xmlns:p15="http://schemas.microsoft.com/office/powerpoint/2012/main" userId="S::kaslough@microsoft.com::9f0df3a9-b2f6-4c9f-bd27-d64d3a0815ce" providerId="AD"/>
      </p:ext>
    </p:extLst>
  </p:cmAuthor>
  <p:cmAuthor id="6" name="Jackson, Kathleen B." initials="JKB" lastIdx="32" clrIdx="5">
    <p:extLst>
      <p:ext uri="{19B8F6BF-5375-455C-9EA6-DF929625EA0E}">
        <p15:presenceInfo xmlns:p15="http://schemas.microsoft.com/office/powerpoint/2012/main" userId="S::kathleen.b.jackson@accenture.com::ab4a839f-1091-4242-b8d6-980a3c1aee81" providerId="AD"/>
      </p:ext>
    </p:extLst>
  </p:cmAuthor>
  <p:cmAuthor id="7" name="Reshma Emmatty" initials="RE" lastIdx="90" clrIdx="6">
    <p:extLst>
      <p:ext uri="{19B8F6BF-5375-455C-9EA6-DF929625EA0E}">
        <p15:presenceInfo xmlns:p15="http://schemas.microsoft.com/office/powerpoint/2012/main" userId="S::emmattyr@enbridge.com::e1eb5978-7ecd-448c-9065-3b45d3ac3164" providerId="AD"/>
      </p:ext>
    </p:extLst>
  </p:cmAuthor>
  <p:cmAuthor id="8" name="Basrai, Farida Adnan" initials="BFA" lastIdx="10" clrIdx="7">
    <p:extLst>
      <p:ext uri="{19B8F6BF-5375-455C-9EA6-DF929625EA0E}">
        <p15:presenceInfo xmlns:p15="http://schemas.microsoft.com/office/powerpoint/2012/main" userId="S::farida.adnan.basrai@accenture.com::0c7b63dc-0a9d-46fb-85fc-465ce2f3b157" providerId="AD"/>
      </p:ext>
    </p:extLst>
  </p:cmAuthor>
  <p:cmAuthor id="9" name="Gurnani, Siddharth" initials="GS" lastIdx="1" clrIdx="8">
    <p:extLst>
      <p:ext uri="{19B8F6BF-5375-455C-9EA6-DF929625EA0E}">
        <p15:presenceInfo xmlns:p15="http://schemas.microsoft.com/office/powerpoint/2012/main" userId="S::siddharth.gurnani@accenture.com::0833f2d5-1d9d-4181-8965-675dfc807752" providerId="AD"/>
      </p:ext>
    </p:extLst>
  </p:cmAuthor>
  <p:cmAuthor id="10" name="Chakraborty, Shinjinee" initials="CS" lastIdx="90" clrIdx="9">
    <p:extLst>
      <p:ext uri="{19B8F6BF-5375-455C-9EA6-DF929625EA0E}">
        <p15:presenceInfo xmlns:p15="http://schemas.microsoft.com/office/powerpoint/2012/main" userId="S::s.cw.chakraborty@accenture.com::19177df2-1640-48a1-996f-59e5885f17da" providerId="AD"/>
      </p:ext>
    </p:extLst>
  </p:cmAuthor>
  <p:cmAuthor id="11" name="Raj, Reena" initials="RR" lastIdx="94" clrIdx="10">
    <p:extLst>
      <p:ext uri="{19B8F6BF-5375-455C-9EA6-DF929625EA0E}">
        <p15:presenceInfo xmlns:p15="http://schemas.microsoft.com/office/powerpoint/2012/main" userId="S::reena.raj@accenture.com::1a1ee446-3ae6-4454-aeb3-d68e9e1580ac" providerId="AD"/>
      </p:ext>
    </p:extLst>
  </p:cmAuthor>
  <p:cmAuthor id="12" name="Jason Yu" initials="JY" lastIdx="15" clrIdx="11">
    <p:extLst>
      <p:ext uri="{19B8F6BF-5375-455C-9EA6-DF929625EA0E}">
        <p15:presenceInfo xmlns:p15="http://schemas.microsoft.com/office/powerpoint/2012/main" userId="S::yuj@enbridge.com::f9461d83-8b8f-4ad5-ba6b-d28dad96db5e" providerId="AD"/>
      </p:ext>
    </p:extLst>
  </p:cmAuthor>
  <p:cmAuthor id="13" name="Deepa Vinod" initials="DV" lastIdx="20" clrIdx="12">
    <p:extLst>
      <p:ext uri="{19B8F6BF-5375-455C-9EA6-DF929625EA0E}">
        <p15:presenceInfo xmlns:p15="http://schemas.microsoft.com/office/powerpoint/2012/main" userId="Deepa Vinod" providerId="None"/>
      </p:ext>
    </p:extLst>
  </p:cmAuthor>
  <p:cmAuthor id="14" name="Lynn MacDonald" initials="LM" lastIdx="3" clrIdx="13">
    <p:extLst>
      <p:ext uri="{19B8F6BF-5375-455C-9EA6-DF929625EA0E}">
        <p15:presenceInfo xmlns:p15="http://schemas.microsoft.com/office/powerpoint/2012/main" userId="d538c99c4215387a" providerId="Windows Live"/>
      </p:ext>
    </p:extLst>
  </p:cmAuthor>
  <p:cmAuthor id="15" name="Kimberly Holland" initials="KH" lastIdx="1" clrIdx="14">
    <p:extLst>
      <p:ext uri="{19B8F6BF-5375-455C-9EA6-DF929625EA0E}">
        <p15:presenceInfo xmlns:p15="http://schemas.microsoft.com/office/powerpoint/2012/main" userId="S::hollank1@enbridge.com::8241413f-e8aa-48a4-92f1-a948aebce9ae" providerId="AD"/>
      </p:ext>
    </p:extLst>
  </p:cmAuthor>
  <p:cmAuthor id="16" name="Alyson Wister-Rozier" initials="AW" lastIdx="27" clrIdx="15">
    <p:extLst>
      <p:ext uri="{19B8F6BF-5375-455C-9EA6-DF929625EA0E}">
        <p15:presenceInfo xmlns:p15="http://schemas.microsoft.com/office/powerpoint/2012/main" userId="S::wisterra@enbridge.com::7091d617-2ecc-47c6-93a1-37343436f26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A773C"/>
    <a:srgbClr val="C8102E"/>
    <a:srgbClr val="007DBA"/>
    <a:srgbClr val="FF6900"/>
    <a:srgbClr val="555555"/>
    <a:srgbClr val="D0D0CE"/>
    <a:srgbClr val="FFB81C"/>
    <a:srgbClr val="5D538B"/>
    <a:srgbClr val="E9E9E8"/>
    <a:srgbClr val="EFEF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235" autoAdjust="0"/>
    <p:restoredTop sz="92038" autoAdjust="0"/>
  </p:normalViewPr>
  <p:slideViewPr>
    <p:cSldViewPr snapToGrid="0">
      <p:cViewPr varScale="1">
        <p:scale>
          <a:sx n="61" d="100"/>
          <a:sy n="61" d="100"/>
        </p:scale>
        <p:origin x="95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slide" Target="slides/slide30.xml"/><Relationship Id="rId21" Type="http://schemas.openxmlformats.org/officeDocument/2006/relationships/slide" Target="slides/slide12.xml"/><Relationship Id="rId34" Type="http://schemas.openxmlformats.org/officeDocument/2006/relationships/slide" Target="slides/slide25.xml"/><Relationship Id="rId42" Type="http://schemas.openxmlformats.org/officeDocument/2006/relationships/slide" Target="slides/slide33.xml"/><Relationship Id="rId47" Type="http://schemas.openxmlformats.org/officeDocument/2006/relationships/slide" Target="slides/slide38.xml"/><Relationship Id="rId50" Type="http://schemas.openxmlformats.org/officeDocument/2006/relationships/slide" Target="slides/slide41.xml"/><Relationship Id="rId55" Type="http://schemas.openxmlformats.org/officeDocument/2006/relationships/theme" Target="theme/theme1.xml"/><Relationship Id="rId7" Type="http://schemas.openxmlformats.org/officeDocument/2006/relationships/slideMaster" Target="slideMasters/slideMaster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2" Type="http://schemas.openxmlformats.org/officeDocument/2006/relationships/customXml" Target="../customXml/item2.xml"/><Relationship Id="rId16" Type="http://schemas.openxmlformats.org/officeDocument/2006/relationships/slide" Target="slides/slide7.xml"/><Relationship Id="rId20" Type="http://schemas.openxmlformats.org/officeDocument/2006/relationships/slide" Target="slides/slide11.xml"/><Relationship Id="rId29" Type="http://schemas.openxmlformats.org/officeDocument/2006/relationships/slide" Target="slides/slide20.xml"/><Relationship Id="rId41" Type="http://schemas.openxmlformats.org/officeDocument/2006/relationships/slide" Target="slides/slide32.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slide" Target="slides/slide36.xml"/><Relationship Id="rId53" Type="http://schemas.openxmlformats.org/officeDocument/2006/relationships/presProps" Target="presProps.xml"/><Relationship Id="rId5" Type="http://schemas.openxmlformats.org/officeDocument/2006/relationships/slideMaster" Target="slideMasters/slideMaster1.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slide" Target="slides/slide40.xml"/><Relationship Id="rId57" Type="http://schemas.microsoft.com/office/2016/11/relationships/changesInfo" Target="changesInfos/changesInfo1.xml"/><Relationship Id="rId10" Type="http://schemas.openxmlformats.org/officeDocument/2006/relationships/slide" Target="slides/slide1.xml"/><Relationship Id="rId19" Type="http://schemas.openxmlformats.org/officeDocument/2006/relationships/slide" Target="slides/slide10.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commentAuthors" Target="commentAuthors.xml"/><Relationship Id="rId4" Type="http://schemas.openxmlformats.org/officeDocument/2006/relationships/customXml" Target="../customXml/item4.xml"/><Relationship Id="rId9" Type="http://schemas.openxmlformats.org/officeDocument/2006/relationships/slideMaster" Target="slideMasters/slideMaster5.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slide" Target="slides/slide39.xml"/><Relationship Id="rId56" Type="http://schemas.openxmlformats.org/officeDocument/2006/relationships/tableStyles" Target="tableStyles.xml"/><Relationship Id="rId8" Type="http://schemas.openxmlformats.org/officeDocument/2006/relationships/slideMaster" Target="slideMasters/slideMaster4.xml"/><Relationship Id="rId51" Type="http://schemas.openxmlformats.org/officeDocument/2006/relationships/notesMaster" Target="notesMasters/notesMaster1.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ugene Deloatch" userId="b952a8be-dc2b-44a0-a7d1-798825766a3d" providerId="ADAL" clId="{86167D09-E72D-4A5F-917D-C62B29C23318}"/>
    <pc:docChg chg="custSel addSld delSld modSld modSection">
      <pc:chgData name="Eugene Deloatch" userId="b952a8be-dc2b-44a0-a7d1-798825766a3d" providerId="ADAL" clId="{86167D09-E72D-4A5F-917D-C62B29C23318}" dt="2021-10-28T23:49:38.526" v="80" actId="14100"/>
      <pc:docMkLst>
        <pc:docMk/>
      </pc:docMkLst>
      <pc:sldChg chg="del">
        <pc:chgData name="Eugene Deloatch" userId="b952a8be-dc2b-44a0-a7d1-798825766a3d" providerId="ADAL" clId="{86167D09-E72D-4A5F-917D-C62B29C23318}" dt="2021-10-28T23:44:34.019" v="53" actId="47"/>
        <pc:sldMkLst>
          <pc:docMk/>
          <pc:sldMk cId="3006986967" sldId="16713"/>
        </pc:sldMkLst>
      </pc:sldChg>
      <pc:sldChg chg="addSp modSp mod delCm">
        <pc:chgData name="Eugene Deloatch" userId="b952a8be-dc2b-44a0-a7d1-798825766a3d" providerId="ADAL" clId="{86167D09-E72D-4A5F-917D-C62B29C23318}" dt="2021-10-28T23:42:59.198" v="46" actId="1592"/>
        <pc:sldMkLst>
          <pc:docMk/>
          <pc:sldMk cId="674810904" sldId="16725"/>
        </pc:sldMkLst>
        <pc:spChg chg="add mod">
          <ac:chgData name="Eugene Deloatch" userId="b952a8be-dc2b-44a0-a7d1-798825766a3d" providerId="ADAL" clId="{86167D09-E72D-4A5F-917D-C62B29C23318}" dt="2021-10-28T23:42:51.375" v="45" actId="1037"/>
          <ac:spMkLst>
            <pc:docMk/>
            <pc:sldMk cId="674810904" sldId="16725"/>
            <ac:spMk id="4" creationId="{3EA7B69E-6531-45F3-9824-59CE8DB79C52}"/>
          </ac:spMkLst>
        </pc:spChg>
        <pc:spChg chg="add mod">
          <ac:chgData name="Eugene Deloatch" userId="b952a8be-dc2b-44a0-a7d1-798825766a3d" providerId="ADAL" clId="{86167D09-E72D-4A5F-917D-C62B29C23318}" dt="2021-10-28T23:40:28.590" v="4" actId="14100"/>
          <ac:spMkLst>
            <pc:docMk/>
            <pc:sldMk cId="674810904" sldId="16725"/>
            <ac:spMk id="6" creationId="{9DEDF47B-650A-4AEC-903F-2A9FD2661149}"/>
          </ac:spMkLst>
        </pc:spChg>
      </pc:sldChg>
      <pc:sldChg chg="modSp mod delCm modCm">
        <pc:chgData name="Eugene Deloatch" userId="b952a8be-dc2b-44a0-a7d1-798825766a3d" providerId="ADAL" clId="{86167D09-E72D-4A5F-917D-C62B29C23318}" dt="2021-10-28T23:49:38.526" v="80" actId="14100"/>
        <pc:sldMkLst>
          <pc:docMk/>
          <pc:sldMk cId="3715370273" sldId="16727"/>
        </pc:sldMkLst>
        <pc:spChg chg="mod">
          <ac:chgData name="Eugene Deloatch" userId="b952a8be-dc2b-44a0-a7d1-798825766a3d" providerId="ADAL" clId="{86167D09-E72D-4A5F-917D-C62B29C23318}" dt="2021-10-28T23:49:38.526" v="80" actId="14100"/>
          <ac:spMkLst>
            <pc:docMk/>
            <pc:sldMk cId="3715370273" sldId="16727"/>
            <ac:spMk id="2" creationId="{575D5E93-D702-4425-88D2-37C7A79C7B4B}"/>
          </ac:spMkLst>
        </pc:spChg>
      </pc:sldChg>
      <pc:sldChg chg="modSp add mod">
        <pc:chgData name="Eugene Deloatch" userId="b952a8be-dc2b-44a0-a7d1-798825766a3d" providerId="ADAL" clId="{86167D09-E72D-4A5F-917D-C62B29C23318}" dt="2021-10-28T23:49:25.333" v="79" actId="5793"/>
        <pc:sldMkLst>
          <pc:docMk/>
          <pc:sldMk cId="1450219189" sldId="16728"/>
        </pc:sldMkLst>
        <pc:spChg chg="mod">
          <ac:chgData name="Eugene Deloatch" userId="b952a8be-dc2b-44a0-a7d1-798825766a3d" providerId="ADAL" clId="{86167D09-E72D-4A5F-917D-C62B29C23318}" dt="2021-10-28T23:49:25.333" v="79" actId="5793"/>
          <ac:spMkLst>
            <pc:docMk/>
            <pc:sldMk cId="1450219189" sldId="16728"/>
            <ac:spMk id="4" creationId="{A77E364D-C99A-4DDF-83C5-B0461BD35AE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3408"/>
          </a:xfrm>
          <a:prstGeom prst="rect">
            <a:avLst/>
          </a:prstGeom>
        </p:spPr>
        <p:txBody>
          <a:bodyPr vert="horz" lIns="92492" tIns="46246" rIns="92492" bIns="46246" rtlCol="0"/>
          <a:lstStyle>
            <a:lvl1pPr algn="l">
              <a:defRPr sz="1200"/>
            </a:lvl1pPr>
          </a:lstStyle>
          <a:p>
            <a:endParaRPr lang="en-US" dirty="0"/>
          </a:p>
        </p:txBody>
      </p:sp>
      <p:sp>
        <p:nvSpPr>
          <p:cNvPr id="3" name="Date Placeholder 2"/>
          <p:cNvSpPr>
            <a:spLocks noGrp="1"/>
          </p:cNvSpPr>
          <p:nvPr>
            <p:ph type="dt" idx="1"/>
          </p:nvPr>
        </p:nvSpPr>
        <p:spPr>
          <a:xfrm>
            <a:off x="3936768" y="0"/>
            <a:ext cx="3011699" cy="463408"/>
          </a:xfrm>
          <a:prstGeom prst="rect">
            <a:avLst/>
          </a:prstGeom>
        </p:spPr>
        <p:txBody>
          <a:bodyPr vert="horz" lIns="92492" tIns="46246" rIns="92492" bIns="46246" rtlCol="0"/>
          <a:lstStyle>
            <a:lvl1pPr algn="r">
              <a:defRPr sz="1200"/>
            </a:lvl1pPr>
          </a:lstStyle>
          <a:p>
            <a:fld id="{D8CDE850-57FD-4DEF-9676-592BCC47A142}" type="datetimeFigureOut">
              <a:rPr lang="en-US" smtClean="0"/>
              <a:t>11/5/2021</a:t>
            </a:fld>
            <a:endParaRPr lang="en-US" dirty="0"/>
          </a:p>
        </p:txBody>
      </p:sp>
      <p:sp>
        <p:nvSpPr>
          <p:cNvPr id="4" name="Slide Image Placeholder 3"/>
          <p:cNvSpPr>
            <a:spLocks noGrp="1" noRot="1" noChangeAspect="1"/>
          </p:cNvSpPr>
          <p:nvPr>
            <p:ph type="sldImg" idx="2"/>
          </p:nvPr>
        </p:nvSpPr>
        <p:spPr>
          <a:xfrm>
            <a:off x="703263" y="1154113"/>
            <a:ext cx="5543550" cy="3117850"/>
          </a:xfrm>
          <a:prstGeom prst="rect">
            <a:avLst/>
          </a:prstGeom>
          <a:noFill/>
          <a:ln w="12700">
            <a:solidFill>
              <a:prstClr val="black"/>
            </a:solidFill>
          </a:ln>
        </p:spPr>
        <p:txBody>
          <a:bodyPr vert="horz" lIns="92492" tIns="46246" rIns="92492" bIns="46246" rtlCol="0" anchor="ctr"/>
          <a:lstStyle/>
          <a:p>
            <a:endParaRPr lang="en-US" dirty="0"/>
          </a:p>
        </p:txBody>
      </p:sp>
      <p:sp>
        <p:nvSpPr>
          <p:cNvPr id="5" name="Notes Placeholder 4"/>
          <p:cNvSpPr>
            <a:spLocks noGrp="1"/>
          </p:cNvSpPr>
          <p:nvPr>
            <p:ph type="body" sz="quarter" idx="3"/>
          </p:nvPr>
        </p:nvSpPr>
        <p:spPr>
          <a:xfrm>
            <a:off x="695008" y="4444861"/>
            <a:ext cx="5560060" cy="3636705"/>
          </a:xfrm>
          <a:prstGeom prst="rect">
            <a:avLst/>
          </a:prstGeom>
        </p:spPr>
        <p:txBody>
          <a:bodyPr vert="horz" lIns="92492" tIns="46246" rIns="92492" bIns="4624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69"/>
            <a:ext cx="3011699" cy="463407"/>
          </a:xfrm>
          <a:prstGeom prst="rect">
            <a:avLst/>
          </a:prstGeom>
        </p:spPr>
        <p:txBody>
          <a:bodyPr vert="horz" lIns="92492" tIns="46246" rIns="92492" bIns="46246"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36768" y="8772669"/>
            <a:ext cx="3011699" cy="463407"/>
          </a:xfrm>
          <a:prstGeom prst="rect">
            <a:avLst/>
          </a:prstGeom>
        </p:spPr>
        <p:txBody>
          <a:bodyPr vert="horz" lIns="92492" tIns="46246" rIns="92492" bIns="46246" rtlCol="0" anchor="b"/>
          <a:lstStyle>
            <a:lvl1pPr algn="r">
              <a:defRPr sz="1200"/>
            </a:lvl1pPr>
          </a:lstStyle>
          <a:p>
            <a:fld id="{3FC145F1-3613-4E5A-8BB7-A64C4630A831}" type="slidenum">
              <a:rPr lang="en-US" smtClean="0"/>
              <a:t>‹#›</a:t>
            </a:fld>
            <a:endParaRPr lang="en-US" dirty="0"/>
          </a:p>
        </p:txBody>
      </p:sp>
    </p:spTree>
    <p:extLst>
      <p:ext uri="{BB962C8B-B14F-4D97-AF65-F5344CB8AC3E}">
        <p14:creationId xmlns:p14="http://schemas.microsoft.com/office/powerpoint/2010/main" val="16759117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24916">
              <a:defRPr/>
            </a:pPr>
            <a:r>
              <a:rPr lang="en-US" b="1" dirty="0">
                <a:solidFill>
                  <a:schemeClr val="tx1"/>
                </a:solidFill>
                <a:latin typeface="Neue Haas Grotesk Text Pro" panose="020B0504020202020204" pitchFamily="34" charset="0"/>
              </a:rPr>
              <a:t>Instructor Notes</a:t>
            </a:r>
          </a:p>
          <a:p>
            <a:pPr defTabSz="924916">
              <a:defRPr/>
            </a:pPr>
            <a:r>
              <a:rPr lang="en-US" b="1" dirty="0">
                <a:latin typeface="Arial"/>
                <a:cs typeface="Arial"/>
              </a:rPr>
              <a:t>Do: </a:t>
            </a:r>
            <a:r>
              <a:rPr lang="en-US" i="1" dirty="0"/>
              <a:t>Welcome the participants to the session. </a:t>
            </a:r>
            <a:endParaRPr lang="en-US" i="1" dirty="0">
              <a:latin typeface="Arial"/>
              <a:cs typeface="Arial"/>
            </a:endParaRPr>
          </a:p>
          <a:p>
            <a:pPr defTabSz="924916">
              <a:defRPr/>
            </a:pPr>
            <a:endParaRPr lang="en-US" b="1" dirty="0">
              <a:latin typeface="Arial"/>
              <a:cs typeface="Arial"/>
            </a:endParaRPr>
          </a:p>
          <a:p>
            <a:pPr defTabSz="924916">
              <a:defRPr/>
            </a:pPr>
            <a:r>
              <a:rPr lang="en-US" b="1" dirty="0">
                <a:latin typeface="Arial"/>
                <a:cs typeface="Arial"/>
              </a:rPr>
              <a:t>Say: </a:t>
            </a:r>
            <a:r>
              <a:rPr lang="en-US" dirty="0"/>
              <a:t>Welcome to this training on </a:t>
            </a:r>
            <a:r>
              <a:rPr lang="en-US" dirty="0">
                <a:solidFill>
                  <a:schemeClr val="bg1"/>
                </a:solidFill>
              </a:rPr>
              <a:t>Work Completion and Closure</a:t>
            </a:r>
            <a:r>
              <a:rPr lang="en-US" dirty="0"/>
              <a:t>. The duration of this training is 2 hours. </a:t>
            </a:r>
          </a:p>
          <a:p>
            <a:pPr defTabSz="924916">
              <a:defRPr/>
            </a:pPr>
            <a:r>
              <a:rPr lang="en-US" dirty="0"/>
              <a:t>This course will introduce you to the Work Order Completion and Closure process.</a:t>
            </a:r>
            <a:endParaRPr lang="en-US" dirty="0">
              <a:latin typeface="Arial"/>
              <a:cs typeface="Arial"/>
            </a:endParaRPr>
          </a:p>
        </p:txBody>
      </p:sp>
      <p:sp>
        <p:nvSpPr>
          <p:cNvPr id="4" name="Slide Number Placeholder 3"/>
          <p:cNvSpPr>
            <a:spLocks noGrp="1"/>
          </p:cNvSpPr>
          <p:nvPr>
            <p:ph type="sldNum" sz="quarter" idx="5"/>
          </p:nvPr>
        </p:nvSpPr>
        <p:spPr/>
        <p:txBody>
          <a:bodyPr/>
          <a:lstStyle/>
          <a:p>
            <a:fld id="{3FC145F1-3613-4E5A-8BB7-A64C4630A831}" type="slidenum">
              <a:rPr lang="en-US" smtClean="0"/>
              <a:t>1</a:t>
            </a:fld>
            <a:endParaRPr lang="en-US" dirty="0"/>
          </a:p>
        </p:txBody>
      </p:sp>
    </p:spTree>
    <p:extLst>
      <p:ext uri="{BB962C8B-B14F-4D97-AF65-F5344CB8AC3E}">
        <p14:creationId xmlns:p14="http://schemas.microsoft.com/office/powerpoint/2010/main" val="7556861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Instructor Notes</a:t>
            </a:r>
            <a:r>
              <a:rPr lang="en-US" dirty="0"/>
              <a:t>:</a:t>
            </a:r>
          </a:p>
          <a:p>
            <a:endParaRPr lang="en-US" dirty="0"/>
          </a:p>
          <a:p>
            <a:r>
              <a:rPr lang="en-US" b="1" dirty="0"/>
              <a:t>Do: </a:t>
            </a:r>
            <a:r>
              <a:rPr lang="en-US" b="0" i="1" dirty="0"/>
              <a:t>List the modules in the course.</a:t>
            </a:r>
          </a:p>
          <a:p>
            <a:endParaRPr lang="en-US" b="1" dirty="0"/>
          </a:p>
          <a:p>
            <a:r>
              <a:rPr lang="en-US" b="1" dirty="0"/>
              <a:t>Say: </a:t>
            </a:r>
            <a:r>
              <a:rPr lang="en-US" dirty="0"/>
              <a:t>This course has two modules and an end of course assessment. The assessment will test your knowledge of information covered in this course.</a:t>
            </a:r>
          </a:p>
          <a:p>
            <a:endParaRPr lang="en-US" b="0" i="1" dirty="0"/>
          </a:p>
        </p:txBody>
      </p:sp>
      <p:sp>
        <p:nvSpPr>
          <p:cNvPr id="4" name="Slide Number Placeholder 3"/>
          <p:cNvSpPr>
            <a:spLocks noGrp="1"/>
          </p:cNvSpPr>
          <p:nvPr>
            <p:ph type="sldNum" sz="quarter" idx="5"/>
          </p:nvPr>
        </p:nvSpPr>
        <p:spPr/>
        <p:txBody>
          <a:bodyPr/>
          <a:lstStyle/>
          <a:p>
            <a:pPr defTabSz="924916">
              <a:defRPr/>
            </a:pPr>
            <a:fld id="{3FC145F1-3613-4E5A-8BB7-A64C4630A831}" type="slidenum">
              <a:rPr lang="en-US">
                <a:solidFill>
                  <a:prstClr val="black"/>
                </a:solidFill>
                <a:latin typeface="Neue Haas Grotesk Text Pro" panose="020B0504020202020204" pitchFamily="34" charset="0"/>
              </a:rPr>
              <a:pPr defTabSz="924916">
                <a:defRPr/>
              </a:pPr>
              <a:t>2</a:t>
            </a:fld>
            <a:endParaRPr lang="en-US" dirty="0">
              <a:solidFill>
                <a:prstClr val="black"/>
              </a:solidFill>
              <a:latin typeface="Neue Haas Grotesk Text Pro" panose="020B0504020202020204" pitchFamily="34" charset="0"/>
            </a:endParaRPr>
          </a:p>
        </p:txBody>
      </p:sp>
    </p:spTree>
    <p:extLst>
      <p:ext uri="{BB962C8B-B14F-4D97-AF65-F5344CB8AC3E}">
        <p14:creationId xmlns:p14="http://schemas.microsoft.com/office/powerpoint/2010/main" val="22146471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Instructor Notes</a:t>
            </a:r>
          </a:p>
          <a:p>
            <a:endParaRPr lang="en-US" dirty="0"/>
          </a:p>
          <a:p>
            <a:r>
              <a:rPr lang="en-US" b="1" dirty="0"/>
              <a:t>Do: </a:t>
            </a:r>
            <a:r>
              <a:rPr lang="en-US" i="1" dirty="0"/>
              <a:t>Explain the rules of the training.</a:t>
            </a:r>
          </a:p>
          <a:p>
            <a:endParaRPr lang="en-US" i="1" dirty="0"/>
          </a:p>
          <a:p>
            <a:pPr defTabSz="924916">
              <a:defRPr/>
            </a:pPr>
            <a:r>
              <a:rPr lang="en-US" b="1" dirty="0"/>
              <a:t>Say: </a:t>
            </a:r>
            <a:r>
              <a:rPr lang="en-GB" kern="0" dirty="0">
                <a:solidFill>
                  <a:srgbClr val="FFFFFF"/>
                </a:solidFill>
                <a:cs typeface="Arial" panose="020B0604020202020204" pitchFamily="34" charset="0"/>
              </a:rPr>
              <a:t>Please adhere to these guidelines to make it a productive training session.</a:t>
            </a:r>
          </a:p>
        </p:txBody>
      </p:sp>
      <p:sp>
        <p:nvSpPr>
          <p:cNvPr id="4" name="Slide Number Placeholder 3"/>
          <p:cNvSpPr>
            <a:spLocks noGrp="1"/>
          </p:cNvSpPr>
          <p:nvPr>
            <p:ph type="sldNum" sz="quarter" idx="5"/>
          </p:nvPr>
        </p:nvSpPr>
        <p:spPr/>
        <p:txBody>
          <a:bodyPr/>
          <a:lstStyle/>
          <a:p>
            <a:pPr defTabSz="924916">
              <a:defRPr/>
            </a:pPr>
            <a:fld id="{AC157E0A-F321-48DC-AF94-681D4DCF344D}" type="slidenum">
              <a:rPr lang="en-US">
                <a:solidFill>
                  <a:prstClr val="black"/>
                </a:solidFill>
                <a:latin typeface="Neue Haas Grotesk Text Pro" panose="020B0504020202020204" pitchFamily="34" charset="0"/>
              </a:rPr>
              <a:pPr defTabSz="924916">
                <a:defRPr/>
              </a:pPr>
              <a:t>4</a:t>
            </a:fld>
            <a:endParaRPr lang="en-US" dirty="0">
              <a:solidFill>
                <a:prstClr val="black"/>
              </a:solidFill>
              <a:latin typeface="Neue Haas Grotesk Text Pro" panose="020B0504020202020204" pitchFamily="34" charset="0"/>
            </a:endParaRPr>
          </a:p>
        </p:txBody>
      </p:sp>
    </p:spTree>
    <p:extLst>
      <p:ext uri="{BB962C8B-B14F-4D97-AF65-F5344CB8AC3E}">
        <p14:creationId xmlns:p14="http://schemas.microsoft.com/office/powerpoint/2010/main" val="10830768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Instructor Notes</a:t>
            </a:r>
            <a:r>
              <a:rPr lang="en-US" dirty="0"/>
              <a:t>:</a:t>
            </a:r>
          </a:p>
          <a:p>
            <a:endParaRPr lang="en-US" dirty="0"/>
          </a:p>
          <a:p>
            <a:r>
              <a:rPr lang="en-US" b="1" dirty="0"/>
              <a:t>Do: </a:t>
            </a:r>
            <a:r>
              <a:rPr lang="en-US" i="1" dirty="0"/>
              <a:t>Inform participants of the Target Audience for this course and list their responsibilities.</a:t>
            </a:r>
          </a:p>
          <a:p>
            <a:pPr lvl="0">
              <a:defRPr/>
            </a:pPr>
            <a:r>
              <a:rPr lang="en-US" sz="1200" b="1" dirty="0">
                <a:solidFill>
                  <a:srgbClr val="000000"/>
                </a:solidFill>
                <a:cs typeface="Arial" panose="020B0604020202020204" pitchFamily="34" charset="0"/>
              </a:rPr>
              <a:t>Say:</a:t>
            </a:r>
            <a:r>
              <a:rPr lang="en-US" sz="1200" dirty="0">
                <a:solidFill>
                  <a:srgbClr val="000000"/>
                </a:solidFill>
                <a:cs typeface="Arial" panose="020B0604020202020204" pitchFamily="34" charset="0"/>
              </a:rPr>
              <a:t> Before taking this course, you should have completed the following course:</a:t>
            </a:r>
          </a:p>
          <a:p>
            <a:pPr marL="285750" marR="0" lvl="0" indent="-285750" algn="l" defTabSz="914400" rtl="0" eaLnBrk="1" fontAlgn="auto" latinLnBrk="0" hangingPunct="1">
              <a:lnSpc>
                <a:spcPct val="100000"/>
              </a:lnSpc>
              <a:spcBef>
                <a:spcPts val="0"/>
              </a:spcBef>
              <a:spcAft>
                <a:spcPts val="0"/>
              </a:spcAft>
              <a:buClr>
                <a:srgbClr val="FFB81C"/>
              </a:buClr>
              <a:buSzTx/>
              <a:buFont typeface="Arial" panose="020B0604020202020204" pitchFamily="34" charset="0"/>
              <a:buChar char="•"/>
              <a:tabLst/>
              <a:defRPr/>
            </a:pPr>
            <a:r>
              <a:rPr lang="en-US" b="1" kern="0" dirty="0"/>
              <a:t>Introduction to Maximo* (</a:t>
            </a:r>
            <a:r>
              <a:rPr lang="en-US" sz="1200" i="1" kern="0" dirty="0"/>
              <a:t>Prior Maximo knowledge is not required)</a:t>
            </a:r>
          </a:p>
          <a:p>
            <a:pPr marL="285750" marR="0" lvl="0" indent="-285750" algn="l" defTabSz="914400" rtl="0" eaLnBrk="1" fontAlgn="auto" latinLnBrk="0" hangingPunct="1">
              <a:lnSpc>
                <a:spcPct val="100000"/>
              </a:lnSpc>
              <a:spcBef>
                <a:spcPts val="0"/>
              </a:spcBef>
              <a:spcAft>
                <a:spcPts val="0"/>
              </a:spcAft>
              <a:buClr>
                <a:srgbClr val="FFB81C"/>
              </a:buClr>
              <a:buSzTx/>
              <a:buFont typeface="Arial" panose="020B0604020202020204" pitchFamily="34" charset="0"/>
              <a:buChar char="•"/>
              <a:tabLst/>
              <a:defRPr/>
            </a:pPr>
            <a:r>
              <a:rPr kumimoji="0" lang="en-US" sz="1200" b="1" i="1" u="none" strike="noStrike" kern="0" cap="none" spc="0" normalizeH="0" baseline="0" noProof="0" dirty="0">
                <a:ln>
                  <a:noFill/>
                </a:ln>
                <a:solidFill>
                  <a:srgbClr val="000000"/>
                </a:solidFill>
                <a:effectLst/>
                <a:uLnTx/>
                <a:uFillTx/>
                <a:latin typeface="Neue Haas Grotesk Text Pro" panose="020B0504020202020204" pitchFamily="34" charset="0"/>
                <a:ea typeface="+mn-ea"/>
                <a:cs typeface="Arial" panose="020B0604020202020204" pitchFamily="34" charset="0"/>
              </a:rPr>
              <a:t>Work Order Initiation and Planning</a:t>
            </a:r>
            <a:endParaRPr kumimoji="0" lang="en-US" sz="1200" b="1" i="0" u="none" strike="noStrike" kern="1200" cap="none" spc="0" normalizeH="0" baseline="0" noProof="0" dirty="0">
              <a:ln>
                <a:noFill/>
              </a:ln>
              <a:solidFill>
                <a:srgbClr val="000000"/>
              </a:solidFill>
              <a:effectLst/>
              <a:uLnTx/>
              <a:uFillTx/>
              <a:latin typeface="Neue Haas Grotesk Text Pro" panose="020B0504020202020204" pitchFamily="34" charset="0"/>
              <a:ea typeface="+mn-ea"/>
              <a:cs typeface="Arial" panose="020B0604020202020204" pitchFamily="34" charset="0"/>
            </a:endParaRPr>
          </a:p>
          <a:p>
            <a:endParaRPr lang="en-US" i="1" dirty="0"/>
          </a:p>
        </p:txBody>
      </p:sp>
      <p:sp>
        <p:nvSpPr>
          <p:cNvPr id="4" name="Slide Number Placeholder 3"/>
          <p:cNvSpPr>
            <a:spLocks noGrp="1"/>
          </p:cNvSpPr>
          <p:nvPr>
            <p:ph type="sldNum" sz="quarter" idx="5"/>
          </p:nvPr>
        </p:nvSpPr>
        <p:spPr/>
        <p:txBody>
          <a:bodyPr/>
          <a:lstStyle/>
          <a:p>
            <a:fld id="{3FC145F1-3613-4E5A-8BB7-A64C4630A831}" type="slidenum">
              <a:rPr lang="en-US" smtClean="0"/>
              <a:t>5</a:t>
            </a:fld>
            <a:endParaRPr lang="en-US" dirty="0"/>
          </a:p>
        </p:txBody>
      </p:sp>
    </p:spTree>
    <p:extLst>
      <p:ext uri="{BB962C8B-B14F-4D97-AF65-F5344CB8AC3E}">
        <p14:creationId xmlns:p14="http://schemas.microsoft.com/office/powerpoint/2010/main" val="28191707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Instructor Notes</a:t>
            </a:r>
            <a:r>
              <a:rPr lang="en-US" dirty="0"/>
              <a:t>:</a:t>
            </a:r>
          </a:p>
          <a:p>
            <a:endParaRPr lang="en-US" dirty="0"/>
          </a:p>
          <a:p>
            <a:r>
              <a:rPr lang="en-US" b="1" dirty="0"/>
              <a:t>Do: </a:t>
            </a:r>
            <a:r>
              <a:rPr lang="en-US" i="1" dirty="0"/>
              <a:t>Define a Work Order Lead.</a:t>
            </a:r>
          </a:p>
          <a:p>
            <a:endParaRPr lang="en-US" dirty="0"/>
          </a:p>
        </p:txBody>
      </p:sp>
      <p:sp>
        <p:nvSpPr>
          <p:cNvPr id="4" name="Slide Number Placeholder 3"/>
          <p:cNvSpPr>
            <a:spLocks noGrp="1"/>
          </p:cNvSpPr>
          <p:nvPr>
            <p:ph type="sldNum" sz="quarter" idx="5"/>
          </p:nvPr>
        </p:nvSpPr>
        <p:spPr/>
        <p:txBody>
          <a:bodyPr/>
          <a:lstStyle/>
          <a:p>
            <a:fld id="{3FC145F1-3613-4E5A-8BB7-A64C4630A831}" type="slidenum">
              <a:rPr lang="en-US" smtClean="0"/>
              <a:t>6</a:t>
            </a:fld>
            <a:endParaRPr lang="en-US" dirty="0"/>
          </a:p>
        </p:txBody>
      </p:sp>
    </p:spTree>
    <p:extLst>
      <p:ext uri="{BB962C8B-B14F-4D97-AF65-F5344CB8AC3E}">
        <p14:creationId xmlns:p14="http://schemas.microsoft.com/office/powerpoint/2010/main" val="30137828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24916" fontAlgn="ctr">
              <a:defRPr/>
            </a:pPr>
            <a:r>
              <a:rPr lang="en-US" b="1" dirty="0">
                <a:solidFill>
                  <a:schemeClr val="tx1"/>
                </a:solidFill>
              </a:rPr>
              <a:t>Instructor Notes</a:t>
            </a:r>
          </a:p>
          <a:p>
            <a:pPr defTabSz="924916" fontAlgn="ctr">
              <a:defRPr/>
            </a:pPr>
            <a:endParaRPr lang="en-US" b="1" dirty="0">
              <a:solidFill>
                <a:schemeClr val="tx1"/>
              </a:solidFill>
            </a:endParaRPr>
          </a:p>
          <a:p>
            <a:pPr algn="l" rtl="0" fontAlgn="ctr"/>
            <a:r>
              <a:rPr lang="en-US" b="1" dirty="0"/>
              <a:t>Do: </a:t>
            </a:r>
            <a:r>
              <a:rPr lang="en-US" i="1" dirty="0"/>
              <a:t>Inform participants that the key terms used in the course are displayed on this slide. Tell them that they will be familiar with these terms based on their work experience with completing Work Orders and completion of the prerequisite courses. Hence, not much time will be spent on reading contents on this slide.</a:t>
            </a:r>
            <a:endParaRPr lang="en-US" dirty="0">
              <a:solidFill>
                <a:srgbClr val="000000"/>
              </a:solidFill>
            </a:endParaRPr>
          </a:p>
        </p:txBody>
      </p:sp>
      <p:sp>
        <p:nvSpPr>
          <p:cNvPr id="4" name="Slide Number Placeholder 3"/>
          <p:cNvSpPr>
            <a:spLocks noGrp="1"/>
          </p:cNvSpPr>
          <p:nvPr>
            <p:ph type="sldNum" sz="quarter" idx="5"/>
          </p:nvPr>
        </p:nvSpPr>
        <p:spPr/>
        <p:txBody>
          <a:bodyPr/>
          <a:lstStyle/>
          <a:p>
            <a:fld id="{3FC145F1-3613-4E5A-8BB7-A64C4630A831}" type="slidenum">
              <a:rPr lang="en-US" smtClean="0"/>
              <a:pPr/>
              <a:t>7</a:t>
            </a:fld>
            <a:endParaRPr lang="en-US" dirty="0"/>
          </a:p>
        </p:txBody>
      </p:sp>
    </p:spTree>
    <p:extLst>
      <p:ext uri="{BB962C8B-B14F-4D97-AF65-F5344CB8AC3E}">
        <p14:creationId xmlns:p14="http://schemas.microsoft.com/office/powerpoint/2010/main" val="18048457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1" dirty="0"/>
              <a:t>Instructor Notes:</a:t>
            </a:r>
          </a:p>
          <a:p>
            <a:endParaRPr lang="en-US" dirty="0"/>
          </a:p>
          <a:p>
            <a:r>
              <a:rPr lang="en-US" b="1" dirty="0"/>
              <a:t>Do: </a:t>
            </a:r>
            <a:r>
              <a:rPr lang="en-US" i="1" dirty="0"/>
              <a:t>Inform the participants of the course</a:t>
            </a:r>
            <a:r>
              <a:rPr lang="en-US" i="1" baseline="0" dirty="0"/>
              <a:t> objectives. </a:t>
            </a:r>
          </a:p>
          <a:p>
            <a:endParaRPr lang="en-US" b="1" i="1" baseline="0" dirty="0"/>
          </a:p>
          <a:p>
            <a:r>
              <a:rPr lang="en-US" b="1" dirty="0">
                <a:latin typeface="Neue Haas Grotesk Text Pro" panose="020B0504020202020204" pitchFamily="34" charset="0"/>
              </a:rPr>
              <a:t>Say: </a:t>
            </a:r>
            <a:r>
              <a:rPr lang="en-US" dirty="0"/>
              <a:t>By the end of this course, you will be able to:</a:t>
            </a:r>
          </a:p>
          <a:p>
            <a:pPr marL="289036" indent="-289036">
              <a:spcAft>
                <a:spcPts val="1012"/>
              </a:spcAft>
              <a:buClr>
                <a:srgbClr val="FFB81C"/>
              </a:buClr>
              <a:buFont typeface="Arial" panose="020B0604020202020204" pitchFamily="34" charset="0"/>
              <a:buChar char="•"/>
            </a:pPr>
            <a:r>
              <a:rPr lang="en-US" dirty="0">
                <a:solidFill>
                  <a:srgbClr val="000000"/>
                </a:solidFill>
                <a:latin typeface="Neue Haas Grotesk Text Pro" panose="020B0504020202020204" pitchFamily="34" charset="0"/>
                <a:cs typeface="Arial" panose="020B0604020202020204" pitchFamily="34" charset="0"/>
              </a:rPr>
              <a:t>List the six Work Order types</a:t>
            </a:r>
          </a:p>
          <a:p>
            <a:pPr marL="289036" indent="-289036">
              <a:spcAft>
                <a:spcPts val="1012"/>
              </a:spcAft>
              <a:buClr>
                <a:srgbClr val="FFB81C"/>
              </a:buClr>
              <a:buFont typeface="Arial" panose="020B0604020202020204" pitchFamily="34" charset="0"/>
              <a:buChar char="•"/>
            </a:pPr>
            <a:r>
              <a:rPr lang="en-US" dirty="0">
                <a:solidFill>
                  <a:srgbClr val="000000"/>
                </a:solidFill>
                <a:latin typeface="Neue Haas Grotesk Text Pro" panose="020B0504020202020204" pitchFamily="34" charset="0"/>
                <a:cs typeface="Arial" panose="020B0604020202020204" pitchFamily="34" charset="0"/>
              </a:rPr>
              <a:t>Identify the roles and responsibilities involved in completing and closing a Work Order </a:t>
            </a:r>
          </a:p>
          <a:p>
            <a:pPr marL="289036" indent="-289036">
              <a:spcAft>
                <a:spcPts val="1012"/>
              </a:spcAft>
              <a:buClr>
                <a:srgbClr val="FFB81C"/>
              </a:buClr>
              <a:buFont typeface="Arial" panose="020B0604020202020204" pitchFamily="34" charset="0"/>
              <a:buChar char="•"/>
            </a:pPr>
            <a:r>
              <a:rPr lang="en-US" dirty="0">
                <a:solidFill>
                  <a:srgbClr val="000000"/>
                </a:solidFill>
                <a:latin typeface="Neue Haas Grotesk Text Pro" panose="020B0504020202020204" pitchFamily="34" charset="0"/>
                <a:cs typeface="Arial" panose="020B0604020202020204" pitchFamily="34" charset="0"/>
              </a:rPr>
              <a:t>Describe the process for completing and closing a Work Order in Maximo</a:t>
            </a:r>
          </a:p>
          <a:p>
            <a:pPr marL="289036" indent="-289036">
              <a:spcAft>
                <a:spcPts val="1012"/>
              </a:spcAft>
              <a:buClr>
                <a:srgbClr val="FFB81C"/>
              </a:buClr>
              <a:buFont typeface="Arial" panose="020B0604020202020204" pitchFamily="34" charset="0"/>
              <a:buChar char="•"/>
            </a:pPr>
            <a:r>
              <a:rPr lang="en-US" dirty="0">
                <a:solidFill>
                  <a:srgbClr val="000000"/>
                </a:solidFill>
                <a:latin typeface="Neue Haas Grotesk Text Pro" panose="020B0504020202020204" pitchFamily="34" charset="0"/>
                <a:cs typeface="Arial" panose="020B0604020202020204" pitchFamily="34" charset="0"/>
              </a:rPr>
              <a:t>Demonstrate the Work Completion actions done by the Work Order Lead in Maximo</a:t>
            </a:r>
          </a:p>
          <a:p>
            <a:pPr marL="289036" indent="-289036">
              <a:spcAft>
                <a:spcPts val="1012"/>
              </a:spcAft>
              <a:buClr>
                <a:srgbClr val="FFB81C"/>
              </a:buClr>
              <a:buFont typeface="Arial" panose="020B0604020202020204" pitchFamily="34" charset="0"/>
              <a:buChar char="•"/>
            </a:pPr>
            <a:r>
              <a:rPr lang="en-US" dirty="0">
                <a:solidFill>
                  <a:srgbClr val="000000"/>
                </a:solidFill>
                <a:latin typeface="Neue Haas Grotesk Text Pro" panose="020B0504020202020204" pitchFamily="34" charset="0"/>
                <a:cs typeface="Arial" panose="020B0604020202020204" pitchFamily="34" charset="0"/>
              </a:rPr>
              <a:t>Describe integration errors</a:t>
            </a:r>
          </a:p>
          <a:p>
            <a:pPr marL="289036" indent="-289036">
              <a:spcAft>
                <a:spcPts val="1012"/>
              </a:spcAft>
              <a:buClr>
                <a:srgbClr val="FFB81C"/>
              </a:buClr>
              <a:buFont typeface="Arial" panose="020B0604020202020204" pitchFamily="34" charset="0"/>
              <a:buChar char="•"/>
            </a:pPr>
            <a:r>
              <a:rPr lang="en-US" dirty="0">
                <a:solidFill>
                  <a:srgbClr val="000000"/>
                </a:solidFill>
                <a:latin typeface="Neue Haas Grotesk Text Pro" panose="020B0504020202020204" pitchFamily="34" charset="0"/>
                <a:cs typeface="Arial" panose="020B0604020202020204" pitchFamily="34" charset="0"/>
              </a:rPr>
              <a:t>Identify the role responsible for managing integration errors</a:t>
            </a:r>
          </a:p>
          <a:p>
            <a:endParaRPr lang="en-US" dirty="0">
              <a:latin typeface="Arial" panose="020B0604020202020204" pitchFamily="34" charset="0"/>
              <a:cs typeface="Arial" panose="020B0604020202020204" pitchFamily="34" charset="0"/>
            </a:endParaRPr>
          </a:p>
          <a:p>
            <a:endParaRPr lang="en-US" b="1" i="1" dirty="0"/>
          </a:p>
        </p:txBody>
      </p:sp>
      <p:sp>
        <p:nvSpPr>
          <p:cNvPr id="4" name="Slide Number Placeholder 3"/>
          <p:cNvSpPr>
            <a:spLocks noGrp="1"/>
          </p:cNvSpPr>
          <p:nvPr>
            <p:ph type="sldNum" sz="quarter" idx="5"/>
          </p:nvPr>
        </p:nvSpPr>
        <p:spPr/>
        <p:txBody>
          <a:bodyPr/>
          <a:lstStyle/>
          <a:p>
            <a:pPr defTabSz="924916">
              <a:defRPr/>
            </a:pPr>
            <a:fld id="{3FC145F1-3613-4E5A-8BB7-A64C4630A831}" type="slidenum">
              <a:rPr lang="en-US">
                <a:solidFill>
                  <a:prstClr val="black"/>
                </a:solidFill>
                <a:latin typeface="Calibri" panose="020F0502020204030204"/>
              </a:rPr>
              <a:pPr defTabSz="924916">
                <a:defRPr/>
              </a:pPr>
              <a:t>8</a:t>
            </a:fld>
            <a:endParaRPr lang="en-US" dirty="0">
              <a:solidFill>
                <a:prstClr val="black"/>
              </a:solidFill>
              <a:latin typeface="Calibri" panose="020F0502020204030204"/>
            </a:endParaRPr>
          </a:p>
        </p:txBody>
      </p:sp>
    </p:spTree>
    <p:extLst>
      <p:ext uri="{BB962C8B-B14F-4D97-AF65-F5344CB8AC3E}">
        <p14:creationId xmlns:p14="http://schemas.microsoft.com/office/powerpoint/2010/main" val="698629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24916">
              <a:defRPr/>
            </a:pPr>
            <a:r>
              <a:rPr lang="en-US" b="1" dirty="0">
                <a:solidFill>
                  <a:schemeClr val="tx1"/>
                </a:solidFill>
                <a:latin typeface="Neue Haas Grotesk Text Pro" panose="020B0504020202020204" pitchFamily="34" charset="0"/>
              </a:rPr>
              <a:t>Instructor Notes</a:t>
            </a:r>
          </a:p>
          <a:p>
            <a:pPr defTabSz="924916">
              <a:defRPr/>
            </a:pPr>
            <a:endParaRPr lang="en-US" b="1" dirty="0">
              <a:latin typeface="Arial"/>
              <a:cs typeface="Arial"/>
            </a:endParaRPr>
          </a:p>
          <a:p>
            <a:pPr defTabSz="924916">
              <a:defRPr/>
            </a:pPr>
            <a:r>
              <a:rPr lang="en-US" b="1" dirty="0">
                <a:latin typeface="Arial"/>
                <a:cs typeface="Arial"/>
              </a:rPr>
              <a:t>Do: </a:t>
            </a:r>
            <a:r>
              <a:rPr lang="en-US" i="1" dirty="0"/>
              <a:t>Introduce the participants to the first module. </a:t>
            </a:r>
            <a:endParaRPr lang="en-US" i="1" dirty="0">
              <a:latin typeface="Arial"/>
              <a:cs typeface="Arial"/>
            </a:endParaRPr>
          </a:p>
          <a:p>
            <a:pPr defTabSz="924916">
              <a:defRPr/>
            </a:pPr>
            <a:endParaRPr lang="en-US" b="1" dirty="0">
              <a:latin typeface="Arial"/>
              <a:cs typeface="Arial"/>
            </a:endParaRPr>
          </a:p>
          <a:p>
            <a:pPr defTabSz="924916">
              <a:defRPr/>
            </a:pPr>
            <a:r>
              <a:rPr lang="en-US" b="1" dirty="0">
                <a:latin typeface="Arial"/>
                <a:cs typeface="Arial"/>
              </a:rPr>
              <a:t>Say: </a:t>
            </a:r>
            <a:r>
              <a:rPr lang="en-US" dirty="0"/>
              <a:t>Welcome to the </a:t>
            </a:r>
            <a:r>
              <a:rPr lang="en-US" b="0" dirty="0">
                <a:latin typeface="+mn-lt"/>
              </a:rPr>
              <a:t>Work Order Completion</a:t>
            </a:r>
            <a:r>
              <a:rPr lang="en-US" dirty="0"/>
              <a:t> module. The duration of this module is 45 minutes. This module will provide you an overview of the Work Completion and Closure process, focusing more on the Work Order completion subprocesses. The Work Order Closure subprocess will be detailed in the next module.</a:t>
            </a:r>
            <a:endParaRPr lang="en-US" dirty="0">
              <a:latin typeface="Arial"/>
              <a:cs typeface="Arial"/>
            </a:endParaRPr>
          </a:p>
          <a:p>
            <a:pPr defTabSz="924916">
              <a:defRPr/>
            </a:pPr>
            <a:endParaRPr lang="en-US" dirty="0">
              <a:latin typeface="Arial"/>
              <a:cs typeface="Arial"/>
            </a:endParaRPr>
          </a:p>
          <a:p>
            <a:pPr defTabSz="924916">
              <a:defRPr/>
            </a:pPr>
            <a:endParaRPr lang="en-US" b="0" dirty="0">
              <a:latin typeface="Arial" panose="020B0604020202020204" pitchFamily="34" charset="0"/>
              <a:cs typeface="Arial" panose="020B0604020202020204" pitchFamily="34" charset="0"/>
            </a:endParaRPr>
          </a:p>
          <a:p>
            <a:pPr defTabSz="924916">
              <a:defRPr/>
            </a:pPr>
            <a:endParaRPr lang="en-US" b="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pPr defTabSz="924916">
              <a:defRPr/>
            </a:pPr>
            <a:fld id="{3FC145F1-3613-4E5A-8BB7-A64C4630A831}" type="slidenum">
              <a:rPr lang="en-US">
                <a:solidFill>
                  <a:prstClr val="black"/>
                </a:solidFill>
                <a:latin typeface="Calibri" panose="020F0502020204030204"/>
              </a:rPr>
              <a:pPr defTabSz="924916">
                <a:defRPr/>
              </a:pPr>
              <a:t>9</a:t>
            </a:fld>
            <a:endParaRPr lang="en-US" dirty="0">
              <a:solidFill>
                <a:prstClr val="black"/>
              </a:solidFill>
              <a:latin typeface="Calibri" panose="020F0502020204030204"/>
            </a:endParaRPr>
          </a:p>
        </p:txBody>
      </p:sp>
    </p:spTree>
    <p:extLst>
      <p:ext uri="{BB962C8B-B14F-4D97-AF65-F5344CB8AC3E}">
        <p14:creationId xmlns:p14="http://schemas.microsoft.com/office/powerpoint/2010/main" val="3318335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1" dirty="0"/>
              <a:t>Instructor Notes:</a:t>
            </a:r>
          </a:p>
          <a:p>
            <a:endParaRPr lang="en-US" dirty="0"/>
          </a:p>
          <a:p>
            <a:r>
              <a:rPr lang="en-US" b="1" dirty="0"/>
              <a:t>Do: </a:t>
            </a:r>
            <a:r>
              <a:rPr lang="en-US" i="1" dirty="0"/>
              <a:t>Inform participants of the module objectives. </a:t>
            </a:r>
          </a:p>
          <a:p>
            <a:endParaRPr lang="en-US" b="1" i="1" dirty="0"/>
          </a:p>
          <a:p>
            <a:r>
              <a:rPr lang="en-US" sz="1400" b="1" dirty="0"/>
              <a:t>Instructor Notes:</a:t>
            </a:r>
          </a:p>
          <a:p>
            <a:endParaRPr lang="en-US" dirty="0"/>
          </a:p>
          <a:p>
            <a:r>
              <a:rPr lang="en-US" b="1" dirty="0"/>
              <a:t>Do: </a:t>
            </a:r>
            <a:r>
              <a:rPr lang="en-US" i="1" dirty="0"/>
              <a:t>Inform the participants of the course</a:t>
            </a:r>
            <a:r>
              <a:rPr lang="en-US" i="1" baseline="0" dirty="0"/>
              <a:t> objectives. </a:t>
            </a:r>
          </a:p>
          <a:p>
            <a:endParaRPr lang="en-US" b="1" i="1" baseline="0" dirty="0"/>
          </a:p>
          <a:p>
            <a:r>
              <a:rPr lang="en-US" b="1" dirty="0">
                <a:latin typeface="Neue Haas Grotesk Text Pro" panose="020B0504020202020204" pitchFamily="34" charset="0"/>
              </a:rPr>
              <a:t>Say: </a:t>
            </a:r>
            <a:r>
              <a:rPr lang="en-US" dirty="0"/>
              <a:t>By the end of this module, you will be able to:</a:t>
            </a:r>
          </a:p>
          <a:p>
            <a:pPr marL="289036" indent="-289036">
              <a:spcAft>
                <a:spcPts val="1012"/>
              </a:spcAft>
              <a:buClr>
                <a:srgbClr val="FFB81C"/>
              </a:buClr>
              <a:buFont typeface="Arial" panose="020B0604020202020204" pitchFamily="34" charset="0"/>
              <a:buChar char="•"/>
            </a:pPr>
            <a:r>
              <a:rPr lang="en-US" dirty="0">
                <a:solidFill>
                  <a:srgbClr val="000000"/>
                </a:solidFill>
                <a:latin typeface="Neue Haas Grotesk Text Pro" panose="020B0504020202020204" pitchFamily="34" charset="0"/>
                <a:cs typeface="Arial" panose="020B0604020202020204" pitchFamily="34" charset="0"/>
              </a:rPr>
              <a:t>List the six Work Order types</a:t>
            </a:r>
          </a:p>
          <a:p>
            <a:pPr marL="289036" indent="-289036">
              <a:spcAft>
                <a:spcPts val="1012"/>
              </a:spcAft>
              <a:buClr>
                <a:srgbClr val="FFB81C"/>
              </a:buClr>
              <a:buFont typeface="Arial" panose="020B0604020202020204" pitchFamily="34" charset="0"/>
              <a:buChar char="•"/>
            </a:pPr>
            <a:r>
              <a:rPr lang="en-US" dirty="0">
                <a:solidFill>
                  <a:srgbClr val="000000"/>
                </a:solidFill>
                <a:latin typeface="Neue Haas Grotesk Text Pro" panose="020B0504020202020204" pitchFamily="34" charset="0"/>
                <a:cs typeface="Arial" panose="020B0604020202020204" pitchFamily="34" charset="0"/>
              </a:rPr>
              <a:t>Identify the roles and responsibilities involved in the Work Order Management life cycle </a:t>
            </a:r>
          </a:p>
          <a:p>
            <a:pPr marL="289036" indent="-289036">
              <a:spcAft>
                <a:spcPts val="1012"/>
              </a:spcAft>
              <a:buClr>
                <a:srgbClr val="FFB81C"/>
              </a:buClr>
              <a:buFont typeface="Arial" panose="020B0604020202020204" pitchFamily="34" charset="0"/>
              <a:buChar char="•"/>
            </a:pPr>
            <a:r>
              <a:rPr lang="en-US" dirty="0">
                <a:solidFill>
                  <a:srgbClr val="000000"/>
                </a:solidFill>
                <a:latin typeface="Neue Haas Grotesk Text Pro" panose="020B0504020202020204" pitchFamily="34" charset="0"/>
                <a:cs typeface="Arial" panose="020B0604020202020204" pitchFamily="34" charset="0"/>
              </a:rPr>
              <a:t>Recognize the four subprocesses that are part of the Work Order Completion and Closure process</a:t>
            </a:r>
          </a:p>
          <a:p>
            <a:pPr marL="289036" indent="-289036">
              <a:spcAft>
                <a:spcPts val="1012"/>
              </a:spcAft>
              <a:buClr>
                <a:srgbClr val="FFB81C"/>
              </a:buClr>
              <a:buFont typeface="Arial" panose="020B0604020202020204" pitchFamily="34" charset="0"/>
              <a:buChar char="•"/>
            </a:pPr>
            <a:r>
              <a:rPr lang="en-US" dirty="0">
                <a:solidFill>
                  <a:srgbClr val="000000"/>
                </a:solidFill>
                <a:latin typeface="Neue Haas Grotesk Text Pro" panose="020B0504020202020204" pitchFamily="34" charset="0"/>
                <a:cs typeface="Arial" panose="020B0604020202020204" pitchFamily="34" charset="0"/>
              </a:rPr>
              <a:t>Demonstrate the Work Completion actions done by the Work Order Lead in Maximo</a:t>
            </a:r>
          </a:p>
          <a:p>
            <a:endParaRPr lang="en-US" b="1" i="1" dirty="0"/>
          </a:p>
        </p:txBody>
      </p:sp>
      <p:sp>
        <p:nvSpPr>
          <p:cNvPr id="4" name="Slide Number Placeholder 3"/>
          <p:cNvSpPr>
            <a:spLocks noGrp="1"/>
          </p:cNvSpPr>
          <p:nvPr>
            <p:ph type="sldNum" sz="quarter" idx="5"/>
          </p:nvPr>
        </p:nvSpPr>
        <p:spPr/>
        <p:txBody>
          <a:bodyPr/>
          <a:lstStyle/>
          <a:p>
            <a:pPr defTabSz="924916">
              <a:defRPr/>
            </a:pPr>
            <a:fld id="{3FC145F1-3613-4E5A-8BB7-A64C4630A831}" type="slidenum">
              <a:rPr lang="en-US">
                <a:solidFill>
                  <a:prstClr val="black"/>
                </a:solidFill>
                <a:latin typeface="Calibri" panose="020F0502020204030204"/>
              </a:rPr>
              <a:pPr defTabSz="924916">
                <a:defRPr/>
              </a:pPr>
              <a:t>10</a:t>
            </a:fld>
            <a:endParaRPr lang="en-US" dirty="0">
              <a:solidFill>
                <a:prstClr val="black"/>
              </a:solidFill>
              <a:latin typeface="Calibri" panose="020F0502020204030204"/>
            </a:endParaRPr>
          </a:p>
        </p:txBody>
      </p:sp>
    </p:spTree>
    <p:extLst>
      <p:ext uri="{BB962C8B-B14F-4D97-AF65-F5344CB8AC3E}">
        <p14:creationId xmlns:p14="http://schemas.microsoft.com/office/powerpoint/2010/main" val="698629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24916">
              <a:defRPr/>
            </a:pPr>
            <a:r>
              <a:rPr lang="en-US" b="1" dirty="0"/>
              <a:t>Instructor Notes:</a:t>
            </a:r>
          </a:p>
          <a:p>
            <a:pPr defTabSz="924916">
              <a:defRPr/>
            </a:pPr>
            <a:endParaRPr lang="en-US" b="1" u="none" dirty="0"/>
          </a:p>
          <a:p>
            <a:pPr defTabSz="924916">
              <a:defRPr/>
            </a:pPr>
            <a:r>
              <a:rPr lang="en-US" b="1" dirty="0"/>
              <a:t>Do: </a:t>
            </a:r>
            <a:r>
              <a:rPr lang="en-US" i="1" dirty="0"/>
              <a:t>List the different Work Order types. </a:t>
            </a:r>
          </a:p>
          <a:p>
            <a:pPr defTabSz="924916">
              <a:defRPr/>
            </a:pPr>
            <a:endParaRPr lang="en-US" dirty="0"/>
          </a:p>
          <a:p>
            <a:pPr defTabSz="924916">
              <a:defRPr/>
            </a:pPr>
            <a:r>
              <a:rPr lang="en-US" b="1" dirty="0"/>
              <a:t>Say: </a:t>
            </a:r>
            <a:r>
              <a:rPr lang="en-US" dirty="0"/>
              <a:t>Here are the 6 types of Work Orders. Work Orders are based on the work types and subtypes. I assume you have already learned about the Work Order types in detail in the </a:t>
            </a:r>
            <a:r>
              <a:rPr lang="en-US" i="1" dirty="0"/>
              <a:t>Introduction to Maximo</a:t>
            </a:r>
            <a:r>
              <a:rPr lang="en-US" dirty="0"/>
              <a:t> course. </a:t>
            </a:r>
            <a:r>
              <a:rPr lang="en-US" dirty="0">
                <a:solidFill>
                  <a:schemeClr val="bg2"/>
                </a:solidFill>
                <a:latin typeface="Neue Haas Grotesk Text Pro" panose="020B0504020202020204" pitchFamily="34" charset="0"/>
                <a:cs typeface="Arial" panose="020B0604020202020204" pitchFamily="34" charset="0"/>
              </a:rPr>
              <a:t>Refer to that course for details.</a:t>
            </a:r>
            <a:endParaRPr lang="en-US" dirty="0"/>
          </a:p>
        </p:txBody>
      </p:sp>
      <p:sp>
        <p:nvSpPr>
          <p:cNvPr id="4" name="Slide Number Placeholder 3"/>
          <p:cNvSpPr>
            <a:spLocks noGrp="1"/>
          </p:cNvSpPr>
          <p:nvPr>
            <p:ph type="sldNum" sz="quarter" idx="5"/>
          </p:nvPr>
        </p:nvSpPr>
        <p:spPr/>
        <p:txBody>
          <a:bodyPr/>
          <a:lstStyle/>
          <a:p>
            <a:pPr defTabSz="924916">
              <a:defRPr/>
            </a:pPr>
            <a:fld id="{3FC145F1-3613-4E5A-8BB7-A64C4630A831}" type="slidenum">
              <a:rPr lang="en-US">
                <a:solidFill>
                  <a:prstClr val="black"/>
                </a:solidFill>
                <a:latin typeface="Neue Haas Grotesk Text Pro" panose="020B0504020202020204" pitchFamily="34" charset="0"/>
              </a:rPr>
              <a:pPr defTabSz="924916">
                <a:defRPr/>
              </a:pPr>
              <a:t>11</a:t>
            </a:fld>
            <a:endParaRPr lang="en-US" dirty="0">
              <a:solidFill>
                <a:prstClr val="black"/>
              </a:solidFill>
              <a:latin typeface="Neue Haas Grotesk Text Pro" panose="020B0504020202020204" pitchFamily="34" charset="0"/>
            </a:endParaRPr>
          </a:p>
        </p:txBody>
      </p:sp>
    </p:spTree>
    <p:extLst>
      <p:ext uri="{BB962C8B-B14F-4D97-AF65-F5344CB8AC3E}">
        <p14:creationId xmlns:p14="http://schemas.microsoft.com/office/powerpoint/2010/main" val="32589733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Difference between SAP and Maximo Work order types. Explaining again that each WT/ST will have its own workflow thus understanding this list is a first step. There will be a training guide that goes along with this to provide more details surrounding the workflow for each WT/ST. </a:t>
            </a:r>
          </a:p>
          <a:p>
            <a:endParaRPr lang="en-US" dirty="0"/>
          </a:p>
          <a:p>
            <a:r>
              <a:rPr lang="en-US" dirty="0"/>
              <a:t>Review – Example – PM/INSPECT </a:t>
            </a:r>
          </a:p>
        </p:txBody>
      </p:sp>
      <p:sp>
        <p:nvSpPr>
          <p:cNvPr id="4" name="Slide Number Placeholder 3"/>
          <p:cNvSpPr>
            <a:spLocks noGrp="1"/>
          </p:cNvSpPr>
          <p:nvPr>
            <p:ph type="sldNum" sz="quarter" idx="5"/>
          </p:nvPr>
        </p:nvSpPr>
        <p:spPr/>
        <p:txBody>
          <a:bodyPr/>
          <a:lstStyle/>
          <a:p>
            <a:fld id="{3FC145F1-3613-4E5A-8BB7-A64C4630A831}" type="slidenum">
              <a:rPr lang="en-US" smtClean="0"/>
              <a:pPr/>
              <a:t>12</a:t>
            </a:fld>
            <a:endParaRPr lang="en-US" dirty="0"/>
          </a:p>
        </p:txBody>
      </p:sp>
    </p:spTree>
    <p:extLst>
      <p:ext uri="{BB962C8B-B14F-4D97-AF65-F5344CB8AC3E}">
        <p14:creationId xmlns:p14="http://schemas.microsoft.com/office/powerpoint/2010/main" val="17899471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24916">
              <a:defRPr/>
            </a:pPr>
            <a:r>
              <a:rPr lang="en-US" b="1" dirty="0"/>
              <a:t>Instructor Notes:</a:t>
            </a:r>
          </a:p>
          <a:p>
            <a:pPr defTabSz="924916">
              <a:defRPr/>
            </a:pPr>
            <a:endParaRPr lang="en-US" b="1" dirty="0"/>
          </a:p>
          <a:p>
            <a:pPr defTabSz="924916">
              <a:defRPr/>
            </a:pPr>
            <a:r>
              <a:rPr lang="en-US" b="1" dirty="0"/>
              <a:t>Do: </a:t>
            </a:r>
            <a:r>
              <a:rPr lang="en-US" dirty="0"/>
              <a:t>Provide an overview of the Work Order Completion and Closure process. Mention that there is a separate training to review the subprocess completed in ClickMobile.</a:t>
            </a:r>
            <a:endParaRPr lang="en-US" b="0" i="1" u="none" dirty="0"/>
          </a:p>
          <a:p>
            <a:pPr defTabSz="924916">
              <a:defRPr/>
            </a:pPr>
            <a:endParaRPr lang="en-US" b="1" u="none" dirty="0"/>
          </a:p>
          <a:p>
            <a:r>
              <a:rPr lang="en-US" b="1" dirty="0"/>
              <a:t>Say:</a:t>
            </a:r>
            <a:r>
              <a:rPr lang="en-US" dirty="0"/>
              <a:t> The subprocesses outlined in Amber are completed in </a:t>
            </a:r>
            <a:r>
              <a:rPr lang="en-US" b="1" dirty="0"/>
              <a:t>ClickMobile</a:t>
            </a:r>
            <a:r>
              <a:rPr lang="en-US" dirty="0"/>
              <a:t> while the subprocesses outlined in Blue are completed in </a:t>
            </a:r>
            <a:r>
              <a:rPr lang="en-US" b="1" dirty="0"/>
              <a:t>Maximo</a:t>
            </a:r>
            <a:r>
              <a:rPr lang="en-US" dirty="0"/>
              <a:t>. In this course, we will focus on the subprocesses that get completed in Maximo. There is a separate training that outlines the subprocesses to be completed in ClickMobile.</a:t>
            </a:r>
          </a:p>
          <a:p>
            <a:endParaRPr lang="en-US" dirty="0"/>
          </a:p>
          <a:p>
            <a:pPr defTabSz="924916">
              <a:defRPr/>
            </a:pPr>
            <a:r>
              <a:rPr lang="en-US" dirty="0"/>
              <a:t>The </a:t>
            </a:r>
            <a:r>
              <a:rPr lang="en-US" b="1" dirty="0"/>
              <a:t>Operations Technician </a:t>
            </a:r>
            <a:r>
              <a:rPr lang="en-US" dirty="0"/>
              <a:t>receives a Work Order with the </a:t>
            </a:r>
            <a:r>
              <a:rPr lang="en-US" b="1" dirty="0"/>
              <a:t>Dispatched</a:t>
            </a:r>
            <a:r>
              <a:rPr lang="en-US" dirty="0"/>
              <a:t> status. They review the Work Order details to assess if the Work Order can be completed. If they determine that the Work Order can be completed, they execute the field work and update the Work Order’s status to </a:t>
            </a:r>
            <a:r>
              <a:rPr lang="en-US" b="1" dirty="0"/>
              <a:t>Field Complete</a:t>
            </a:r>
            <a:r>
              <a:rPr lang="en-US" dirty="0"/>
              <a:t>.</a:t>
            </a:r>
            <a:r>
              <a:rPr lang="en-US" b="1" dirty="0"/>
              <a:t> </a:t>
            </a:r>
          </a:p>
          <a:p>
            <a:endParaRPr lang="en-US" dirty="0"/>
          </a:p>
          <a:p>
            <a:pPr defTabSz="924916">
              <a:defRPr/>
            </a:pPr>
            <a:r>
              <a:rPr lang="en-US" dirty="0"/>
              <a:t>Alternatively, for Work Orders that will not be scheduled and dispatched in the mobile solution, the </a:t>
            </a:r>
            <a:r>
              <a:rPr lang="en-US" b="1" dirty="0"/>
              <a:t>Work Order Lead </a:t>
            </a:r>
            <a:r>
              <a:rPr lang="en-US" dirty="0"/>
              <a:t>receives a Work Order with the </a:t>
            </a:r>
            <a:r>
              <a:rPr lang="en-US" b="1" dirty="0">
                <a:solidFill>
                  <a:schemeClr val="dk1"/>
                </a:solidFill>
              </a:rPr>
              <a:t>Waiting on Completion</a:t>
            </a:r>
            <a:r>
              <a:rPr lang="en-US" dirty="0">
                <a:solidFill>
                  <a:schemeClr val="dk1"/>
                </a:solidFill>
              </a:rPr>
              <a:t> status. They review the Work Order, </a:t>
            </a:r>
            <a:r>
              <a:rPr lang="en-US" dirty="0"/>
              <a:t>approve it, and update its status to </a:t>
            </a:r>
            <a:r>
              <a:rPr lang="en-US" b="1" dirty="0"/>
              <a:t>Field Complete</a:t>
            </a:r>
            <a:r>
              <a:rPr lang="en-US" dirty="0"/>
              <a:t>.</a:t>
            </a:r>
          </a:p>
          <a:p>
            <a:pPr defTabSz="924916">
              <a:defRPr/>
            </a:pPr>
            <a:endParaRPr lang="en-US" dirty="0"/>
          </a:p>
          <a:p>
            <a:pPr defTabSz="924916">
              <a:defRPr/>
            </a:pPr>
            <a:r>
              <a:rPr lang="en-US" dirty="0"/>
              <a:t>The </a:t>
            </a:r>
            <a:r>
              <a:rPr lang="en-US" b="1" dirty="0"/>
              <a:t>Area Supervisor </a:t>
            </a:r>
            <a:r>
              <a:rPr lang="en-US" dirty="0"/>
              <a:t>reviews the Work Order completion details and updates the Work Order’s status to </a:t>
            </a:r>
            <a:r>
              <a:rPr lang="en-US" b="1" dirty="0"/>
              <a:t>Complete</a:t>
            </a:r>
            <a:r>
              <a:rPr lang="en-US" dirty="0"/>
              <a:t>. Note that some Preventative Maintenance Work Orders do not need a Area Supervisor review. So, for PM Work Orders not needing a Area Supervisor review and validation, after the Operations Technician updates the Work Order status to Field Complete, it directly goes to Maximo for auto-closure.</a:t>
            </a:r>
          </a:p>
          <a:p>
            <a:pPr defTabSz="924916">
              <a:defRPr/>
            </a:pPr>
            <a:endParaRPr lang="en-US" dirty="0"/>
          </a:p>
          <a:p>
            <a:pPr defTabSz="924916">
              <a:defRPr/>
            </a:pPr>
            <a:r>
              <a:rPr lang="en-US" dirty="0"/>
              <a:t>Finally, </a:t>
            </a:r>
            <a:r>
              <a:rPr lang="en-US" dirty="0">
                <a:solidFill>
                  <a:srgbClr val="000000"/>
                </a:solidFill>
              </a:rPr>
              <a:t>Maximo auto-updates the Work Order’s status to </a:t>
            </a:r>
            <a:r>
              <a:rPr lang="en-US" b="1" dirty="0">
                <a:solidFill>
                  <a:srgbClr val="000000"/>
                </a:solidFill>
              </a:rPr>
              <a:t>Closed</a:t>
            </a:r>
            <a:r>
              <a:rPr lang="en-US" dirty="0">
                <a:solidFill>
                  <a:srgbClr val="000000"/>
                </a:solidFill>
              </a:rPr>
              <a:t>. This is an automated subprocess in Maximo. The </a:t>
            </a:r>
            <a:r>
              <a:rPr lang="en-US" b="1" dirty="0">
                <a:solidFill>
                  <a:srgbClr val="000000"/>
                </a:solidFill>
              </a:rPr>
              <a:t>Maximo Support Analyst</a:t>
            </a:r>
            <a:r>
              <a:rPr lang="en-US" dirty="0">
                <a:solidFill>
                  <a:srgbClr val="000000"/>
                </a:solidFill>
              </a:rPr>
              <a:t> is only involved if there is an integration error. In case of an integration error, the </a:t>
            </a:r>
            <a:r>
              <a:rPr lang="en-US" b="1" dirty="0">
                <a:solidFill>
                  <a:srgbClr val="000000"/>
                </a:solidFill>
              </a:rPr>
              <a:t>Maximo Support Analyst</a:t>
            </a:r>
            <a:r>
              <a:rPr lang="en-US" dirty="0">
                <a:solidFill>
                  <a:srgbClr val="000000"/>
                </a:solidFill>
              </a:rPr>
              <a:t> will be responsible for changing the Work Order’s status to </a:t>
            </a:r>
            <a:r>
              <a:rPr lang="en-US" b="1" dirty="0">
                <a:solidFill>
                  <a:srgbClr val="000000"/>
                </a:solidFill>
              </a:rPr>
              <a:t>Closed </a:t>
            </a:r>
            <a:r>
              <a:rPr lang="en-US" dirty="0">
                <a:solidFill>
                  <a:srgbClr val="000000"/>
                </a:solidFill>
              </a:rPr>
              <a:t>through an escalation process.</a:t>
            </a:r>
            <a:endParaRPr lang="en-US" dirty="0"/>
          </a:p>
        </p:txBody>
      </p:sp>
      <p:sp>
        <p:nvSpPr>
          <p:cNvPr id="4" name="Slide Number Placeholder 3"/>
          <p:cNvSpPr>
            <a:spLocks noGrp="1"/>
          </p:cNvSpPr>
          <p:nvPr>
            <p:ph type="sldNum" sz="quarter" idx="5"/>
          </p:nvPr>
        </p:nvSpPr>
        <p:spPr/>
        <p:txBody>
          <a:bodyPr/>
          <a:lstStyle/>
          <a:p>
            <a:fld id="{3FC145F1-3613-4E5A-8BB7-A64C4630A831}" type="slidenum">
              <a:rPr lang="en-US" smtClean="0"/>
              <a:t>13</a:t>
            </a:fld>
            <a:endParaRPr lang="en-US" dirty="0"/>
          </a:p>
        </p:txBody>
      </p:sp>
    </p:spTree>
    <p:extLst>
      <p:ext uri="{BB962C8B-B14F-4D97-AF65-F5344CB8AC3E}">
        <p14:creationId xmlns:p14="http://schemas.microsoft.com/office/powerpoint/2010/main" val="16931950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Instructor Notes:</a:t>
            </a:r>
          </a:p>
          <a:p>
            <a:endParaRPr lang="en-US" dirty="0"/>
          </a:p>
          <a:p>
            <a:r>
              <a:rPr lang="en-US" b="1" dirty="0"/>
              <a:t>Do: </a:t>
            </a:r>
            <a:r>
              <a:rPr lang="en-US" b="0" dirty="0"/>
              <a:t>Describe the actions performed by the Work Order Lead to update a Work Order with the </a:t>
            </a:r>
            <a:r>
              <a:rPr lang="en-US" dirty="0">
                <a:latin typeface="Neue Haas Grotesk Text Pro" panose="020B0504020202020204" pitchFamily="34" charset="0"/>
              </a:rPr>
              <a:t>Field Complete status</a:t>
            </a:r>
            <a:r>
              <a:rPr lang="en-US" b="0" dirty="0"/>
              <a:t>.</a:t>
            </a:r>
          </a:p>
          <a:p>
            <a:endParaRPr lang="en-US" dirty="0"/>
          </a:p>
          <a:p>
            <a:pPr defTabSz="924916">
              <a:defRPr/>
            </a:pPr>
            <a:r>
              <a:rPr lang="en-US" b="1" dirty="0"/>
              <a:t>Say: </a:t>
            </a:r>
            <a:r>
              <a:rPr lang="en-US" dirty="0"/>
              <a:t>The </a:t>
            </a:r>
            <a:r>
              <a:rPr lang="en-US" b="1" dirty="0"/>
              <a:t>Work Order Lead </a:t>
            </a:r>
            <a:r>
              <a:rPr lang="en-US" dirty="0"/>
              <a:t>field is only populated for completing Work Orders that will not be scheduled and dispatched in the mobile solution. In such cases, the Work Order Lead is required to coordinate with the Contractor, get data, and finish the work completion actions in Maximo. </a:t>
            </a:r>
          </a:p>
          <a:p>
            <a:pPr rtl="0" latinLnBrk="0"/>
            <a:endParaRPr lang="en-US" dirty="0">
              <a:effectLst/>
            </a:endParaRPr>
          </a:p>
          <a:p>
            <a:pPr rtl="0" latinLnBrk="0"/>
            <a:r>
              <a:rPr lang="en-US" dirty="0"/>
              <a:t>In scenarios when the </a:t>
            </a:r>
            <a:r>
              <a:rPr lang="en-US" dirty="0">
                <a:effectLst/>
              </a:rPr>
              <a:t>Work Order Lead completes</a:t>
            </a:r>
            <a:r>
              <a:rPr lang="en-US" dirty="0"/>
              <a:t> the Work Order Completion subprocess, this subprocess starts when they receive a Work Order with the “Waiting on Completion” status in Maximo. They are required to review the Work Order details and communicate this to the Contractor. The Contractor performs the maintenance work after receiving the purchase order. The Contractor will notify the Work Order Lead when the Work Order Completion milestone is reached or when they partially complete the work. </a:t>
            </a:r>
            <a:endParaRPr lang="en-US" dirty="0">
              <a:effectLst/>
            </a:endParaRPr>
          </a:p>
          <a:p>
            <a:pPr rtl="0" latinLnBrk="0"/>
            <a:endParaRPr lang="en-US" dirty="0">
              <a:effectLst/>
            </a:endParaRPr>
          </a:p>
          <a:p>
            <a:pPr rtl="0" latinLnBrk="0"/>
            <a:r>
              <a:rPr lang="en-US" dirty="0"/>
              <a:t>If the Work Order Completion milestone is reached, the </a:t>
            </a:r>
            <a:r>
              <a:rPr lang="en-US" dirty="0">
                <a:effectLst/>
              </a:rPr>
              <a:t>Work Order Lead initiates the Supply Chain Management (SCM) Self-Service Receiving process. After that, the Work Order Lead gets data from the Contractor to enter details about field completion. </a:t>
            </a:r>
            <a:r>
              <a:rPr lang="en-US" dirty="0"/>
              <a:t>In cases where the Contractor was unable to complete the maintenance work, the failure details need to be entered in Maximo. Additionally, if the information on the material used needs to be captured, the </a:t>
            </a:r>
            <a:r>
              <a:rPr lang="en-US" dirty="0">
                <a:effectLst/>
              </a:rPr>
              <a:t>Work Order Lead initiates the </a:t>
            </a:r>
            <a:r>
              <a:rPr lang="en-US" dirty="0"/>
              <a:t>Capture Material Actuals subprocess. </a:t>
            </a:r>
            <a:endParaRPr lang="en-US" dirty="0">
              <a:effectLst/>
            </a:endParaRPr>
          </a:p>
          <a:p>
            <a:pPr rtl="0" latinLnBrk="0"/>
            <a:endParaRPr lang="en-US" dirty="0">
              <a:effectLst/>
            </a:endParaRPr>
          </a:p>
          <a:p>
            <a:pPr rtl="0" latinLnBrk="0"/>
            <a:r>
              <a:rPr lang="en-US" dirty="0"/>
              <a:t>After the Work Order Lead completes entering details about field completion, failure, and materials used, they update the Work Order status to “Field Complete” in Maximo. The role of the Work Order Lead or the Operations Technician in the Work Order Completion process ends here.</a:t>
            </a:r>
          </a:p>
          <a:p>
            <a:pPr rtl="0" latinLnBrk="0"/>
            <a:endParaRPr lang="en-US" dirty="0">
              <a:effectLst/>
            </a:endParaRPr>
          </a:p>
          <a:p>
            <a:pPr defTabSz="924916">
              <a:defRPr/>
            </a:pPr>
            <a:r>
              <a:rPr lang="en-US" dirty="0"/>
              <a:t>After the Work Order status is updated to “Field Complete”, the Area Supervisor receives an action item in their inbox, requiring them to review the field completion details.</a:t>
            </a:r>
            <a:br>
              <a:rPr lang="en-US" dirty="0"/>
            </a:br>
            <a:br>
              <a:rPr lang="en-US" dirty="0"/>
            </a:br>
            <a:r>
              <a:rPr lang="en-US" dirty="0"/>
              <a:t>We will review the Area Supervisor tasks on the next slide.</a:t>
            </a:r>
            <a:endParaRPr lang="en-US" dirty="0">
              <a:effectLst/>
            </a:endParaRPr>
          </a:p>
          <a:p>
            <a:endParaRPr lang="en-US" dirty="0">
              <a:latin typeface="Neue Haas Grotesk Text Pro" panose="020B0504020202020204" pitchFamily="34" charset="0"/>
            </a:endParaRPr>
          </a:p>
          <a:p>
            <a:pPr defTabSz="924916">
              <a:defRPr/>
            </a:pPr>
            <a:r>
              <a:rPr lang="en-US" b="1" dirty="0">
                <a:latin typeface="Neue Haas Grotesk Text Pro" panose="020B0504020202020204" pitchFamily="34" charset="0"/>
              </a:rPr>
              <a:t>Source: </a:t>
            </a:r>
            <a:r>
              <a:rPr lang="en-US" dirty="0"/>
              <a:t>The L.P.EMER.02.05 Subprocess (Page-1) tab of the source Visio file LP.EMER.02 Emergent Repair Work Process</a:t>
            </a:r>
          </a:p>
        </p:txBody>
      </p:sp>
      <p:sp>
        <p:nvSpPr>
          <p:cNvPr id="4" name="Slide Number Placeholder 3"/>
          <p:cNvSpPr>
            <a:spLocks noGrp="1"/>
          </p:cNvSpPr>
          <p:nvPr>
            <p:ph type="sldNum" sz="quarter" idx="5"/>
          </p:nvPr>
        </p:nvSpPr>
        <p:spPr/>
        <p:txBody>
          <a:bodyPr/>
          <a:lstStyle/>
          <a:p>
            <a:fld id="{3FC145F1-3613-4E5A-8BB7-A64C4630A831}" type="slidenum">
              <a:rPr lang="en-US" smtClean="0"/>
              <a:t>14</a:t>
            </a:fld>
            <a:endParaRPr lang="en-US" dirty="0"/>
          </a:p>
        </p:txBody>
      </p:sp>
    </p:spTree>
    <p:extLst>
      <p:ext uri="{BB962C8B-B14F-4D97-AF65-F5344CB8AC3E}">
        <p14:creationId xmlns:p14="http://schemas.microsoft.com/office/powerpoint/2010/main" val="20764739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b="1" dirty="0">
                <a:solidFill>
                  <a:schemeClr val="tx1"/>
                </a:solidFill>
              </a:rPr>
              <a:t>Instructor Notes</a:t>
            </a:r>
          </a:p>
          <a:p>
            <a:pPr algn="l" rtl="0" fontAlgn="ctr"/>
            <a:r>
              <a:rPr lang="en-US" sz="1200" b="1" i="0" u="none" strike="noStrike" dirty="0">
                <a:solidFill>
                  <a:schemeClr val="tx1"/>
                </a:solidFill>
                <a:effectLst/>
              </a:rPr>
              <a:t>Do: </a:t>
            </a:r>
            <a:r>
              <a:rPr lang="en-US" sz="1200" b="0" i="1" u="none" strike="noStrike" dirty="0">
                <a:solidFill>
                  <a:schemeClr val="tx1"/>
                </a:solidFill>
                <a:effectLst/>
              </a:rPr>
              <a:t>Introduce the participants to the Profile icon and changing their default site.</a:t>
            </a:r>
          </a:p>
          <a:p>
            <a:pPr marL="0" marR="0" lvl="0" indent="0" algn="l" defTabSz="914400" rtl="0" eaLnBrk="1" fontAlgn="ctr" latinLnBrk="0" hangingPunct="1">
              <a:lnSpc>
                <a:spcPct val="100000"/>
              </a:lnSpc>
              <a:spcBef>
                <a:spcPts val="0"/>
              </a:spcBef>
              <a:spcAft>
                <a:spcPts val="0"/>
              </a:spcAft>
              <a:buClrTx/>
              <a:buSzTx/>
              <a:buFontTx/>
              <a:buNone/>
              <a:tabLst/>
              <a:defRPr/>
            </a:pPr>
            <a:r>
              <a:rPr lang="en-US" sz="1200" b="1" i="0" u="none" strike="noStrike" dirty="0">
                <a:solidFill>
                  <a:schemeClr val="tx1"/>
                </a:solidFill>
                <a:effectLst/>
              </a:rPr>
              <a:t>Say: </a:t>
            </a:r>
            <a:r>
              <a:rPr kumimoji="0" lang="en-US" sz="1200" b="0" i="0" u="none" strike="noStrike" kern="1200" cap="none" spc="0" normalizeH="0" baseline="0" noProof="0" dirty="0">
                <a:ln>
                  <a:noFill/>
                </a:ln>
                <a:solidFill>
                  <a:srgbClr val="000000"/>
                </a:solidFill>
                <a:effectLst/>
                <a:uLnTx/>
                <a:uFillTx/>
                <a:ea typeface="+mn-ea"/>
              </a:rPr>
              <a:t>Clicking the </a:t>
            </a:r>
            <a:r>
              <a:rPr kumimoji="0" lang="en-US" sz="1200" b="1" i="0" u="none" strike="noStrike" kern="1200" cap="none" spc="0" normalizeH="0" baseline="0" noProof="0" dirty="0">
                <a:ln>
                  <a:noFill/>
                </a:ln>
                <a:solidFill>
                  <a:srgbClr val="000000"/>
                </a:solidFill>
                <a:effectLst/>
                <a:uLnTx/>
                <a:uFillTx/>
                <a:ea typeface="+mn-ea"/>
              </a:rPr>
              <a:t>Profile </a:t>
            </a:r>
            <a:r>
              <a:rPr kumimoji="0" lang="en-US" sz="1200" b="0" i="0" u="none" strike="noStrike" kern="1200" cap="none" spc="0" normalizeH="0" baseline="0" noProof="0" dirty="0">
                <a:ln>
                  <a:noFill/>
                </a:ln>
                <a:solidFill>
                  <a:srgbClr val="000000"/>
                </a:solidFill>
                <a:effectLst/>
                <a:uLnTx/>
                <a:uFillTx/>
                <a:ea typeface="+mn-ea"/>
              </a:rPr>
              <a:t>icon allows you to manage your site if necessary. You can change your default site (e.g., GTMUS, GTMCAN, etc.) as needed.</a:t>
            </a:r>
            <a:endParaRPr lang="en-US" dirty="0"/>
          </a:p>
        </p:txBody>
      </p:sp>
      <p:sp>
        <p:nvSpPr>
          <p:cNvPr id="4" name="Slide Number Placeholder 3"/>
          <p:cNvSpPr>
            <a:spLocks noGrp="1"/>
          </p:cNvSpPr>
          <p:nvPr>
            <p:ph type="sldNum" sz="quarter" idx="5"/>
          </p:nvPr>
        </p:nvSpPr>
        <p:spPr/>
        <p:txBody>
          <a:bodyPr/>
          <a:lstStyle/>
          <a:p>
            <a:fld id="{3FC145F1-3613-4E5A-8BB7-A64C4630A831}" type="slidenum">
              <a:rPr lang="en-US" smtClean="0"/>
              <a:pPr/>
              <a:t>15</a:t>
            </a:fld>
            <a:endParaRPr lang="en-US" dirty="0"/>
          </a:p>
        </p:txBody>
      </p:sp>
    </p:spTree>
    <p:extLst>
      <p:ext uri="{BB962C8B-B14F-4D97-AF65-F5344CB8AC3E}">
        <p14:creationId xmlns:p14="http://schemas.microsoft.com/office/powerpoint/2010/main" val="40515278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this demo, add your name to both fields. </a:t>
            </a:r>
          </a:p>
        </p:txBody>
      </p:sp>
      <p:sp>
        <p:nvSpPr>
          <p:cNvPr id="4" name="Slide Number Placeholder 3"/>
          <p:cNvSpPr>
            <a:spLocks noGrp="1"/>
          </p:cNvSpPr>
          <p:nvPr>
            <p:ph type="sldNum" sz="quarter" idx="5"/>
          </p:nvPr>
        </p:nvSpPr>
        <p:spPr/>
        <p:txBody>
          <a:bodyPr/>
          <a:lstStyle/>
          <a:p>
            <a:fld id="{3FC145F1-3613-4E5A-8BB7-A64C4630A831}" type="slidenum">
              <a:rPr lang="en-US" smtClean="0"/>
              <a:t>16</a:t>
            </a:fld>
            <a:endParaRPr lang="en-US" dirty="0"/>
          </a:p>
        </p:txBody>
      </p:sp>
    </p:spTree>
    <p:extLst>
      <p:ext uri="{BB962C8B-B14F-4D97-AF65-F5344CB8AC3E}">
        <p14:creationId xmlns:p14="http://schemas.microsoft.com/office/powerpoint/2010/main" val="27362238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FC145F1-3613-4E5A-8BB7-A64C4630A831}" type="slidenum">
              <a:rPr lang="en-US" smtClean="0"/>
              <a:t>18</a:t>
            </a:fld>
            <a:endParaRPr lang="en-US" dirty="0"/>
          </a:p>
        </p:txBody>
      </p:sp>
    </p:spTree>
    <p:extLst>
      <p:ext uri="{BB962C8B-B14F-4D97-AF65-F5344CB8AC3E}">
        <p14:creationId xmlns:p14="http://schemas.microsoft.com/office/powerpoint/2010/main" val="30863251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24916">
              <a:defRPr/>
            </a:pPr>
            <a:r>
              <a:rPr lang="en-US" b="1" dirty="0"/>
              <a:t>Instructor Notes:</a:t>
            </a:r>
          </a:p>
          <a:p>
            <a:endParaRPr lang="en-US" dirty="0"/>
          </a:p>
          <a:p>
            <a:r>
              <a:rPr lang="en-US" b="1" dirty="0"/>
              <a:t>Do: </a:t>
            </a:r>
            <a:r>
              <a:rPr lang="en-US" i="1" dirty="0"/>
              <a:t>Demonstrate the process of completing a Work Order in Maximo.</a:t>
            </a:r>
          </a:p>
          <a:p>
            <a:endParaRPr lang="en-US" dirty="0"/>
          </a:p>
          <a:p>
            <a:pPr lvl="0"/>
            <a:r>
              <a:rPr lang="en-US" b="1" kern="0" dirty="0"/>
              <a:t>Say: </a:t>
            </a:r>
            <a:r>
              <a:rPr lang="en-US" b="0" i="0" kern="0" dirty="0"/>
              <a:t>Steps to change the Work Order Status to Field Complete are performed in the Click mobile workforce management software. So, when the Operations Technician completes the field maintenance task and updates the status in Click, this status change is integrated with Maximo. The Work Order then moves to the Area Supervisor for their review. It is at this stage that the Area Supervisor is required to review the work completion details in the Work Order and confirm approval by changing its status to Complete, in Maximo.</a:t>
            </a:r>
          </a:p>
          <a:p>
            <a:pPr lvl="0"/>
            <a:endParaRPr lang="en-US" b="0" i="0" kern="0" dirty="0"/>
          </a:p>
          <a:p>
            <a:pPr lvl="0"/>
            <a:r>
              <a:rPr lang="en-US" b="0" i="0" kern="0" dirty="0"/>
              <a:t>Let’s now look at the step-by-step process for </a:t>
            </a:r>
            <a:r>
              <a:rPr lang="en-US" dirty="0"/>
              <a:t>completing a Work Order in Maximo.</a:t>
            </a:r>
            <a:endParaRPr lang="en-US" b="1" kern="0" dirty="0"/>
          </a:p>
        </p:txBody>
      </p:sp>
      <p:sp>
        <p:nvSpPr>
          <p:cNvPr id="4" name="Slide Number Placeholder 3"/>
          <p:cNvSpPr>
            <a:spLocks noGrp="1"/>
          </p:cNvSpPr>
          <p:nvPr>
            <p:ph type="sldNum" sz="quarter" idx="10"/>
          </p:nvPr>
        </p:nvSpPr>
        <p:spPr/>
        <p:txBody>
          <a:bodyPr/>
          <a:lstStyle/>
          <a:p>
            <a:pPr defTabSz="924916">
              <a:defRPr/>
            </a:pPr>
            <a:fld id="{3FC145F1-3613-4E5A-8BB7-A64C4630A831}" type="slidenum">
              <a:rPr lang="en-US">
                <a:solidFill>
                  <a:prstClr val="black"/>
                </a:solidFill>
              </a:rPr>
              <a:pPr defTabSz="924916">
                <a:defRPr/>
              </a:pPr>
              <a:t>20</a:t>
            </a:fld>
            <a:endParaRPr lang="en-US" dirty="0">
              <a:solidFill>
                <a:prstClr val="black"/>
              </a:solidFill>
            </a:endParaRPr>
          </a:p>
        </p:txBody>
      </p:sp>
    </p:spTree>
    <p:extLst>
      <p:ext uri="{BB962C8B-B14F-4D97-AF65-F5344CB8AC3E}">
        <p14:creationId xmlns:p14="http://schemas.microsoft.com/office/powerpoint/2010/main" val="29395809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24916">
              <a:defRPr/>
            </a:pPr>
            <a:r>
              <a:rPr lang="en-US" b="1" dirty="0"/>
              <a:t>Instructor Notes:</a:t>
            </a:r>
          </a:p>
          <a:p>
            <a:endParaRPr lang="en-US" dirty="0"/>
          </a:p>
          <a:p>
            <a:r>
              <a:rPr lang="en-US" b="1" dirty="0"/>
              <a:t>Do: </a:t>
            </a:r>
            <a:r>
              <a:rPr lang="en-US" i="1" dirty="0"/>
              <a:t>Demonstrate the process of completing a Work Order in Maximo.</a:t>
            </a:r>
          </a:p>
          <a:p>
            <a:endParaRPr lang="en-US" dirty="0"/>
          </a:p>
          <a:p>
            <a:pPr lvl="0"/>
            <a:r>
              <a:rPr lang="en-US" b="1" kern="0" dirty="0"/>
              <a:t>Say: </a:t>
            </a:r>
            <a:r>
              <a:rPr lang="en-US" b="0" i="0" kern="0" dirty="0"/>
              <a:t>Steps to change the Work Order Status to Field Complete are performed in the Click mobile workforce management software. So, when the Operations Technician completes the field maintenance task and updates the status in Click, this status change is integrated with Maximo. The Work Order then moves to the Area Supervisor for their review. It is at this stage that the Area Supervisor is required to review the work completion details in the Work Order and confirm approval by changing its status to Complete, in Maximo.</a:t>
            </a:r>
          </a:p>
          <a:p>
            <a:pPr lvl="0"/>
            <a:endParaRPr lang="en-US" b="0" i="0" kern="0" dirty="0"/>
          </a:p>
          <a:p>
            <a:pPr lvl="0"/>
            <a:r>
              <a:rPr lang="en-US" b="0" i="0" kern="0" dirty="0"/>
              <a:t>Let’s now look at the step-by-step process for </a:t>
            </a:r>
            <a:r>
              <a:rPr lang="en-US" dirty="0"/>
              <a:t>completing a Work Order in Maximo.</a:t>
            </a:r>
            <a:endParaRPr lang="en-US" b="1" kern="0" dirty="0"/>
          </a:p>
        </p:txBody>
      </p:sp>
      <p:sp>
        <p:nvSpPr>
          <p:cNvPr id="4" name="Slide Number Placeholder 3"/>
          <p:cNvSpPr>
            <a:spLocks noGrp="1"/>
          </p:cNvSpPr>
          <p:nvPr>
            <p:ph type="sldNum" sz="quarter" idx="10"/>
          </p:nvPr>
        </p:nvSpPr>
        <p:spPr/>
        <p:txBody>
          <a:bodyPr/>
          <a:lstStyle/>
          <a:p>
            <a:pPr defTabSz="924916">
              <a:defRPr/>
            </a:pPr>
            <a:fld id="{3FC145F1-3613-4E5A-8BB7-A64C4630A831}" type="slidenum">
              <a:rPr lang="en-US">
                <a:solidFill>
                  <a:prstClr val="black"/>
                </a:solidFill>
              </a:rPr>
              <a:pPr defTabSz="924916">
                <a:defRPr/>
              </a:pPr>
              <a:t>21</a:t>
            </a:fld>
            <a:endParaRPr lang="en-US" dirty="0">
              <a:solidFill>
                <a:prstClr val="black"/>
              </a:solidFill>
            </a:endParaRPr>
          </a:p>
        </p:txBody>
      </p:sp>
    </p:spTree>
    <p:extLst>
      <p:ext uri="{BB962C8B-B14F-4D97-AF65-F5344CB8AC3E}">
        <p14:creationId xmlns:p14="http://schemas.microsoft.com/office/powerpoint/2010/main" val="31247590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24916">
              <a:defRPr/>
            </a:pPr>
            <a:r>
              <a:rPr lang="en-US" b="1" dirty="0"/>
              <a:t>Instructor Notes:</a:t>
            </a:r>
          </a:p>
          <a:p>
            <a:endParaRPr lang="en-US" dirty="0"/>
          </a:p>
          <a:p>
            <a:r>
              <a:rPr lang="en-US" b="1" dirty="0"/>
              <a:t>Say</a:t>
            </a:r>
            <a:r>
              <a:rPr lang="en-US" dirty="0"/>
              <a:t>: </a:t>
            </a:r>
            <a:r>
              <a:rPr lang="en-US" b="0" dirty="0"/>
              <a:t>Get ready to answer some questions. </a:t>
            </a:r>
          </a:p>
          <a:p>
            <a:endParaRPr lang="en-US" b="1" dirty="0"/>
          </a:p>
          <a:p>
            <a:r>
              <a:rPr lang="en-US" b="1" dirty="0"/>
              <a:t>Do: </a:t>
            </a:r>
            <a:r>
              <a:rPr lang="en-US" b="0" dirty="0"/>
              <a:t>Read out the question and the options available. </a:t>
            </a:r>
            <a:endParaRPr lang="en-US" dirty="0">
              <a:latin typeface="Neue Haas Grotesk Text Pro" panose="020B0504020202020204" pitchFamily="34" charset="0"/>
            </a:endParaRPr>
          </a:p>
        </p:txBody>
      </p:sp>
      <p:sp>
        <p:nvSpPr>
          <p:cNvPr id="4" name="Slide Number Placeholder 3"/>
          <p:cNvSpPr>
            <a:spLocks noGrp="1"/>
          </p:cNvSpPr>
          <p:nvPr>
            <p:ph type="sldNum" sz="quarter" idx="10"/>
          </p:nvPr>
        </p:nvSpPr>
        <p:spPr/>
        <p:txBody>
          <a:bodyPr/>
          <a:lstStyle/>
          <a:p>
            <a:pPr defTabSz="924916">
              <a:defRPr/>
            </a:pPr>
            <a:fld id="{3FC145F1-3613-4E5A-8BB7-A64C4630A831}" type="slidenum">
              <a:rPr lang="en-US">
                <a:solidFill>
                  <a:prstClr val="black"/>
                </a:solidFill>
                <a:latin typeface="Calibri" panose="020F0502020204030204"/>
              </a:rPr>
              <a:pPr defTabSz="924916">
                <a:defRPr/>
              </a:pPr>
              <a:t>22</a:t>
            </a:fld>
            <a:endParaRPr lang="en-US" dirty="0">
              <a:solidFill>
                <a:prstClr val="black"/>
              </a:solidFill>
              <a:latin typeface="Calibri" panose="020F0502020204030204"/>
            </a:endParaRPr>
          </a:p>
        </p:txBody>
      </p:sp>
    </p:spTree>
    <p:extLst>
      <p:ext uri="{BB962C8B-B14F-4D97-AF65-F5344CB8AC3E}">
        <p14:creationId xmlns:p14="http://schemas.microsoft.com/office/powerpoint/2010/main" val="19107875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24916">
              <a:defRPr/>
            </a:pPr>
            <a:r>
              <a:rPr lang="en-US" b="1" dirty="0"/>
              <a:t>Instructor Notes:</a:t>
            </a:r>
          </a:p>
          <a:p>
            <a:endParaRPr lang="en-US" b="1" dirty="0"/>
          </a:p>
          <a:p>
            <a:r>
              <a:rPr lang="en-US" b="1" dirty="0"/>
              <a:t>Do: </a:t>
            </a:r>
            <a:r>
              <a:rPr lang="en-US" b="0" dirty="0"/>
              <a:t>After the participants have responded to the question, explain why option B is correct.</a:t>
            </a:r>
          </a:p>
          <a:p>
            <a:pPr defTabSz="924916">
              <a:defRPr/>
            </a:pPr>
            <a:endParaRPr lang="en-US" b="0" dirty="0"/>
          </a:p>
          <a:p>
            <a:pPr defTabSz="924916">
              <a:defRPr/>
            </a:pPr>
            <a:r>
              <a:rPr lang="en-US" b="1" dirty="0"/>
              <a:t>Say: </a:t>
            </a:r>
            <a:r>
              <a:rPr lang="en-US" dirty="0"/>
              <a:t>The </a:t>
            </a:r>
            <a:r>
              <a:rPr lang="en-US" b="1" dirty="0"/>
              <a:t>Work Order Lead </a:t>
            </a:r>
            <a:r>
              <a:rPr lang="en-US" dirty="0"/>
              <a:t>field is only populated for completing Work Orders that will </a:t>
            </a:r>
            <a:r>
              <a:rPr lang="en-US" b="1" u="sng" dirty="0"/>
              <a:t>not be</a:t>
            </a:r>
            <a:r>
              <a:rPr lang="en-US" b="1" dirty="0"/>
              <a:t> </a:t>
            </a:r>
            <a:r>
              <a:rPr lang="en-US" dirty="0"/>
              <a:t>scheduled and dispatched in the mobile solution. In such cases, the Work Order Lead is required to coordinate with the Contractor, get data, and finish the work completion actions in Maximo. </a:t>
            </a:r>
          </a:p>
          <a:p>
            <a:pPr defTabSz="924916">
              <a:defRPr/>
            </a:pPr>
            <a:endParaRPr lang="en-US" dirty="0">
              <a:latin typeface="Neue Haas Grotesk Text Pro" panose="020B0504020202020204" pitchFamily="34" charset="0"/>
            </a:endParaRPr>
          </a:p>
        </p:txBody>
      </p:sp>
      <p:sp>
        <p:nvSpPr>
          <p:cNvPr id="4" name="Slide Number Placeholder 3"/>
          <p:cNvSpPr>
            <a:spLocks noGrp="1"/>
          </p:cNvSpPr>
          <p:nvPr>
            <p:ph type="sldNum" sz="quarter" idx="10"/>
          </p:nvPr>
        </p:nvSpPr>
        <p:spPr/>
        <p:txBody>
          <a:bodyPr/>
          <a:lstStyle/>
          <a:p>
            <a:pPr defTabSz="924916">
              <a:defRPr/>
            </a:pPr>
            <a:fld id="{3FC145F1-3613-4E5A-8BB7-A64C4630A831}" type="slidenum">
              <a:rPr lang="en-US">
                <a:solidFill>
                  <a:prstClr val="black"/>
                </a:solidFill>
                <a:latin typeface="Calibri" panose="020F0502020204030204"/>
              </a:rPr>
              <a:pPr defTabSz="924916">
                <a:defRPr/>
              </a:pPr>
              <a:t>23</a:t>
            </a:fld>
            <a:endParaRPr lang="en-US" dirty="0">
              <a:solidFill>
                <a:prstClr val="black"/>
              </a:solidFill>
              <a:latin typeface="Calibri" panose="020F0502020204030204"/>
            </a:endParaRPr>
          </a:p>
        </p:txBody>
      </p:sp>
    </p:spTree>
    <p:extLst>
      <p:ext uri="{BB962C8B-B14F-4D97-AF65-F5344CB8AC3E}">
        <p14:creationId xmlns:p14="http://schemas.microsoft.com/office/powerpoint/2010/main" val="38644017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24916">
              <a:defRPr/>
            </a:pPr>
            <a:r>
              <a:rPr lang="en-US" b="1" dirty="0"/>
              <a:t>Instructor Notes:</a:t>
            </a:r>
          </a:p>
          <a:p>
            <a:endParaRPr lang="en-US" dirty="0"/>
          </a:p>
          <a:p>
            <a:r>
              <a:rPr lang="en-US" b="1" dirty="0"/>
              <a:t>Do: </a:t>
            </a:r>
            <a:r>
              <a:rPr lang="en-US" b="0" dirty="0"/>
              <a:t>Read out the question and the options available. </a:t>
            </a:r>
            <a:endParaRPr lang="en-US" dirty="0">
              <a:latin typeface="Neue Haas Grotesk Text Pro" panose="020B0504020202020204" pitchFamily="34" charset="0"/>
            </a:endParaRPr>
          </a:p>
        </p:txBody>
      </p:sp>
      <p:sp>
        <p:nvSpPr>
          <p:cNvPr id="4" name="Slide Number Placeholder 3"/>
          <p:cNvSpPr>
            <a:spLocks noGrp="1"/>
          </p:cNvSpPr>
          <p:nvPr>
            <p:ph type="sldNum" sz="quarter" idx="10"/>
          </p:nvPr>
        </p:nvSpPr>
        <p:spPr/>
        <p:txBody>
          <a:bodyPr/>
          <a:lstStyle/>
          <a:p>
            <a:pPr defTabSz="924916">
              <a:defRPr/>
            </a:pPr>
            <a:fld id="{3FC145F1-3613-4E5A-8BB7-A64C4630A831}" type="slidenum">
              <a:rPr lang="en-US">
                <a:solidFill>
                  <a:prstClr val="black"/>
                </a:solidFill>
                <a:latin typeface="Calibri" panose="020F0502020204030204"/>
              </a:rPr>
              <a:pPr defTabSz="924916">
                <a:defRPr/>
              </a:pPr>
              <a:t>24</a:t>
            </a:fld>
            <a:endParaRPr lang="en-US" dirty="0">
              <a:solidFill>
                <a:prstClr val="black"/>
              </a:solidFill>
              <a:latin typeface="Calibri" panose="020F0502020204030204"/>
            </a:endParaRPr>
          </a:p>
        </p:txBody>
      </p:sp>
    </p:spTree>
    <p:extLst>
      <p:ext uri="{BB962C8B-B14F-4D97-AF65-F5344CB8AC3E}">
        <p14:creationId xmlns:p14="http://schemas.microsoft.com/office/powerpoint/2010/main" val="244341854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24916">
              <a:defRPr/>
            </a:pPr>
            <a:r>
              <a:rPr lang="en-US" b="1" dirty="0"/>
              <a:t>Instructor Notes:</a:t>
            </a:r>
          </a:p>
          <a:p>
            <a:endParaRPr lang="en-US" dirty="0"/>
          </a:p>
          <a:p>
            <a:r>
              <a:rPr lang="en-US" b="1" dirty="0"/>
              <a:t>Do: </a:t>
            </a:r>
            <a:r>
              <a:rPr lang="en-US" b="0" dirty="0"/>
              <a:t>After the participants have responded to the question, explain why option D is correct.</a:t>
            </a:r>
          </a:p>
          <a:p>
            <a:pPr defTabSz="924916">
              <a:defRPr/>
            </a:pPr>
            <a:endParaRPr lang="en-US" b="0" dirty="0"/>
          </a:p>
          <a:p>
            <a:pPr defTabSz="924916">
              <a:defRPr/>
            </a:pPr>
            <a:r>
              <a:rPr lang="en-US" b="1" dirty="0"/>
              <a:t>Say: </a:t>
            </a:r>
            <a:r>
              <a:rPr lang="en-US" dirty="0"/>
              <a:t>In the Work Order Completion subprocess, the Work Order Lead r</a:t>
            </a:r>
            <a:r>
              <a:rPr lang="en-US" dirty="0">
                <a:latin typeface="Neue Haas Grotesk Text Pro" panose="020B0504020202020204" pitchFamily="34" charset="0"/>
              </a:rPr>
              <a:t>eceives a Work Order with the “Waiting on Completion” status. </a:t>
            </a:r>
          </a:p>
          <a:p>
            <a:pPr defTabSz="924916">
              <a:defRPr/>
            </a:pPr>
            <a:endParaRPr lang="en-US" b="0" dirty="0">
              <a:latin typeface="Neue Haas Grotesk Text Pro" panose="020B0504020202020204" pitchFamily="34" charset="0"/>
            </a:endParaRPr>
          </a:p>
          <a:p>
            <a:pPr defTabSz="924916">
              <a:defRPr/>
            </a:pPr>
            <a:r>
              <a:rPr lang="en-US" b="0" dirty="0">
                <a:latin typeface="Neue Haas Grotesk Text Pro" panose="020B0504020202020204" pitchFamily="34" charset="0"/>
              </a:rPr>
              <a:t>Note: Be sure to mention the Owner is equivalent to the Field Technician.</a:t>
            </a:r>
            <a:endParaRPr lang="en-US" b="0" dirty="0"/>
          </a:p>
        </p:txBody>
      </p:sp>
      <p:sp>
        <p:nvSpPr>
          <p:cNvPr id="4" name="Slide Number Placeholder 3"/>
          <p:cNvSpPr>
            <a:spLocks noGrp="1"/>
          </p:cNvSpPr>
          <p:nvPr>
            <p:ph type="sldNum" sz="quarter" idx="10"/>
          </p:nvPr>
        </p:nvSpPr>
        <p:spPr/>
        <p:txBody>
          <a:bodyPr/>
          <a:lstStyle/>
          <a:p>
            <a:pPr defTabSz="924916">
              <a:defRPr/>
            </a:pPr>
            <a:fld id="{3FC145F1-3613-4E5A-8BB7-A64C4630A831}" type="slidenum">
              <a:rPr lang="en-US">
                <a:solidFill>
                  <a:prstClr val="black"/>
                </a:solidFill>
                <a:latin typeface="Calibri" panose="020F0502020204030204"/>
              </a:rPr>
              <a:pPr defTabSz="924916">
                <a:defRPr/>
              </a:pPr>
              <a:t>25</a:t>
            </a:fld>
            <a:endParaRPr lang="en-US" dirty="0">
              <a:solidFill>
                <a:prstClr val="black"/>
              </a:solidFill>
              <a:latin typeface="Calibri" panose="020F0502020204030204"/>
            </a:endParaRPr>
          </a:p>
        </p:txBody>
      </p:sp>
    </p:spTree>
    <p:extLst>
      <p:ext uri="{BB962C8B-B14F-4D97-AF65-F5344CB8AC3E}">
        <p14:creationId xmlns:p14="http://schemas.microsoft.com/office/powerpoint/2010/main" val="206252437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24916">
              <a:defRPr/>
            </a:pPr>
            <a:r>
              <a:rPr lang="en-US" b="1" dirty="0">
                <a:solidFill>
                  <a:schemeClr val="tx1"/>
                </a:solidFill>
                <a:latin typeface="Neue Haas Grotesk Text Pro" panose="020B0504020202020204" pitchFamily="34" charset="0"/>
              </a:rPr>
              <a:t>Instructor Notes</a:t>
            </a:r>
          </a:p>
          <a:p>
            <a:pPr defTabSz="924916">
              <a:defRPr/>
            </a:pPr>
            <a:endParaRPr lang="en-US" b="1" dirty="0">
              <a:latin typeface="Arial"/>
              <a:cs typeface="Arial"/>
            </a:endParaRPr>
          </a:p>
          <a:p>
            <a:pPr defTabSz="924916">
              <a:defRPr/>
            </a:pPr>
            <a:r>
              <a:rPr lang="en-US" b="1" dirty="0">
                <a:latin typeface="Arial"/>
                <a:cs typeface="Arial"/>
              </a:rPr>
              <a:t>Do: </a:t>
            </a:r>
            <a:r>
              <a:rPr lang="en-US" i="1" dirty="0"/>
              <a:t>Introduce the participants to the second module. </a:t>
            </a:r>
            <a:endParaRPr lang="en-US" i="1" dirty="0">
              <a:latin typeface="Arial"/>
              <a:cs typeface="Arial"/>
            </a:endParaRPr>
          </a:p>
          <a:p>
            <a:pPr defTabSz="924916">
              <a:defRPr/>
            </a:pPr>
            <a:endParaRPr lang="en-US" b="1" dirty="0">
              <a:latin typeface="Arial"/>
              <a:cs typeface="Arial"/>
            </a:endParaRPr>
          </a:p>
          <a:p>
            <a:pPr defTabSz="924916">
              <a:defRPr/>
            </a:pPr>
            <a:r>
              <a:rPr lang="en-US" b="1" dirty="0">
                <a:latin typeface="Arial"/>
                <a:cs typeface="Arial"/>
              </a:rPr>
              <a:t>Say: </a:t>
            </a:r>
            <a:r>
              <a:rPr lang="en-US" dirty="0"/>
              <a:t>Welcome to the </a:t>
            </a:r>
            <a:r>
              <a:rPr lang="en-US" b="0" dirty="0">
                <a:latin typeface="+mn-lt"/>
              </a:rPr>
              <a:t>Work Order Closure </a:t>
            </a:r>
            <a:r>
              <a:rPr lang="en-US" dirty="0"/>
              <a:t>module. The duration of this module is 40 minutes. In this module, you will learn about the Work Order Closure subprocess and the associated activities.</a:t>
            </a:r>
            <a:endParaRPr lang="en-US" dirty="0">
              <a:latin typeface="Arial"/>
              <a:cs typeface="Arial"/>
            </a:endParaRPr>
          </a:p>
          <a:p>
            <a:pPr defTabSz="924916">
              <a:defRPr/>
            </a:pPr>
            <a:endParaRPr lang="en-US" b="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pPr defTabSz="924916">
              <a:defRPr/>
            </a:pPr>
            <a:fld id="{3FC145F1-3613-4E5A-8BB7-A64C4630A831}" type="slidenum">
              <a:rPr lang="en-US">
                <a:solidFill>
                  <a:prstClr val="black"/>
                </a:solidFill>
                <a:latin typeface="Calibri" panose="020F0502020204030204"/>
              </a:rPr>
              <a:pPr defTabSz="924916">
                <a:defRPr/>
              </a:pPr>
              <a:t>26</a:t>
            </a:fld>
            <a:endParaRPr lang="en-US" dirty="0">
              <a:solidFill>
                <a:prstClr val="black"/>
              </a:solidFill>
              <a:latin typeface="Calibri" panose="020F0502020204030204"/>
            </a:endParaRPr>
          </a:p>
        </p:txBody>
      </p:sp>
    </p:spTree>
    <p:extLst>
      <p:ext uri="{BB962C8B-B14F-4D97-AF65-F5344CB8AC3E}">
        <p14:creationId xmlns:p14="http://schemas.microsoft.com/office/powerpoint/2010/main" val="26586202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1" dirty="0"/>
              <a:t>Instructor Notes:</a:t>
            </a:r>
          </a:p>
          <a:p>
            <a:endParaRPr lang="en-US" dirty="0"/>
          </a:p>
          <a:p>
            <a:r>
              <a:rPr lang="en-US" b="1" dirty="0"/>
              <a:t>Do: </a:t>
            </a:r>
            <a:r>
              <a:rPr lang="en-US" dirty="0"/>
              <a:t>Inform participants of the module objectives. </a:t>
            </a:r>
          </a:p>
          <a:p>
            <a:endParaRPr lang="en-US" b="1" dirty="0"/>
          </a:p>
          <a:p>
            <a:r>
              <a:rPr lang="en-US" b="1" dirty="0">
                <a:latin typeface="Neue Haas Grotesk Text Pro" panose="020B0504020202020204" pitchFamily="34" charset="0"/>
              </a:rPr>
              <a:t>Say: </a:t>
            </a:r>
            <a:r>
              <a:rPr lang="en-US" dirty="0"/>
              <a:t>By the end of this module, you will be able to:</a:t>
            </a:r>
          </a:p>
          <a:p>
            <a:pPr marL="289036" indent="-289036">
              <a:spcAft>
                <a:spcPts val="1012"/>
              </a:spcAft>
              <a:buClr>
                <a:srgbClr val="FFB81C"/>
              </a:buClr>
              <a:buFont typeface="Arial" panose="020B0604020202020204" pitchFamily="34" charset="0"/>
              <a:buChar char="•"/>
            </a:pPr>
            <a:r>
              <a:rPr lang="en-US" dirty="0">
                <a:solidFill>
                  <a:srgbClr val="000000"/>
                </a:solidFill>
                <a:latin typeface="Neue Haas Grotesk Text Pro" panose="020B0504020202020204" pitchFamily="34" charset="0"/>
                <a:cs typeface="Arial" panose="020B0604020202020204" pitchFamily="34" charset="0"/>
              </a:rPr>
              <a:t>Identify Work Order Closure as an automated subprocess in Maximo</a:t>
            </a:r>
          </a:p>
          <a:p>
            <a:pPr marL="289036" indent="-289036">
              <a:spcAft>
                <a:spcPts val="1012"/>
              </a:spcAft>
              <a:buClr>
                <a:srgbClr val="FFB81C"/>
              </a:buClr>
              <a:buFont typeface="Arial" panose="020B0604020202020204" pitchFamily="34" charset="0"/>
              <a:buChar char="•"/>
            </a:pPr>
            <a:r>
              <a:rPr lang="en-US" dirty="0">
                <a:solidFill>
                  <a:srgbClr val="000000"/>
                </a:solidFill>
                <a:latin typeface="Neue Haas Grotesk Text Pro" panose="020B0504020202020204" pitchFamily="34" charset="0"/>
                <a:cs typeface="Arial" panose="020B0604020202020204" pitchFamily="34" charset="0"/>
              </a:rPr>
              <a:t>Determine the Work Order Closure timeline based on whether there is an associated Purchase Order (PO) attached to the Work Order</a:t>
            </a:r>
          </a:p>
          <a:p>
            <a:pPr marL="289036" indent="-289036">
              <a:spcAft>
                <a:spcPts val="1012"/>
              </a:spcAft>
              <a:buClr>
                <a:srgbClr val="FFB81C"/>
              </a:buClr>
              <a:buFont typeface="Arial" panose="020B0604020202020204" pitchFamily="34" charset="0"/>
              <a:buChar char="•"/>
            </a:pPr>
            <a:r>
              <a:rPr lang="en-US" dirty="0">
                <a:solidFill>
                  <a:srgbClr val="000000"/>
                </a:solidFill>
                <a:latin typeface="Neue Haas Grotesk Text Pro" panose="020B0504020202020204" pitchFamily="34" charset="0"/>
                <a:cs typeface="Arial" panose="020B0604020202020204" pitchFamily="34" charset="0"/>
              </a:rPr>
              <a:t>Describe integration errors </a:t>
            </a:r>
          </a:p>
          <a:p>
            <a:pPr marL="289036" indent="-289036">
              <a:spcAft>
                <a:spcPts val="1012"/>
              </a:spcAft>
              <a:buClr>
                <a:srgbClr val="FFB81C"/>
              </a:buClr>
              <a:buFont typeface="Arial" panose="020B0604020202020204" pitchFamily="34" charset="0"/>
              <a:buChar char="•"/>
            </a:pPr>
            <a:r>
              <a:rPr lang="en-US" dirty="0">
                <a:solidFill>
                  <a:srgbClr val="000000"/>
                </a:solidFill>
                <a:latin typeface="Neue Haas Grotesk Text Pro" panose="020B0504020202020204" pitchFamily="34" charset="0"/>
                <a:cs typeface="Arial" panose="020B0604020202020204" pitchFamily="34" charset="0"/>
              </a:rPr>
              <a:t>Identify the role responsible for managing integration errors</a:t>
            </a:r>
          </a:p>
          <a:p>
            <a:endParaRPr lang="en-US" b="1" dirty="0"/>
          </a:p>
        </p:txBody>
      </p:sp>
      <p:sp>
        <p:nvSpPr>
          <p:cNvPr id="4" name="Slide Number Placeholder 3"/>
          <p:cNvSpPr>
            <a:spLocks noGrp="1"/>
          </p:cNvSpPr>
          <p:nvPr>
            <p:ph type="sldNum" sz="quarter" idx="5"/>
          </p:nvPr>
        </p:nvSpPr>
        <p:spPr/>
        <p:txBody>
          <a:bodyPr/>
          <a:lstStyle/>
          <a:p>
            <a:pPr defTabSz="924916">
              <a:defRPr/>
            </a:pPr>
            <a:fld id="{3FC145F1-3613-4E5A-8BB7-A64C4630A831}" type="slidenum">
              <a:rPr lang="en-US">
                <a:solidFill>
                  <a:prstClr val="black"/>
                </a:solidFill>
                <a:latin typeface="Calibri" panose="020F0502020204030204"/>
              </a:rPr>
              <a:pPr defTabSz="924916">
                <a:defRPr/>
              </a:pPr>
              <a:t>27</a:t>
            </a:fld>
            <a:endParaRPr lang="en-US" dirty="0">
              <a:solidFill>
                <a:prstClr val="black"/>
              </a:solidFill>
              <a:latin typeface="Calibri" panose="020F0502020204030204"/>
            </a:endParaRPr>
          </a:p>
        </p:txBody>
      </p:sp>
    </p:spTree>
    <p:extLst>
      <p:ext uri="{BB962C8B-B14F-4D97-AF65-F5344CB8AC3E}">
        <p14:creationId xmlns:p14="http://schemas.microsoft.com/office/powerpoint/2010/main" val="25388651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Instructor Notes:</a:t>
            </a:r>
          </a:p>
          <a:p>
            <a:endParaRPr lang="en-US" b="1" dirty="0"/>
          </a:p>
          <a:p>
            <a:r>
              <a:rPr lang="en-US" b="1" dirty="0"/>
              <a:t>Mention that changes cannot be made after the 180 day period.</a:t>
            </a:r>
          </a:p>
          <a:p>
            <a:endParaRPr lang="en-US" dirty="0"/>
          </a:p>
          <a:p>
            <a:r>
              <a:rPr lang="en-US" b="1" dirty="0"/>
              <a:t>Do</a:t>
            </a:r>
            <a:r>
              <a:rPr lang="en-US" b="0" dirty="0"/>
              <a:t>: Explain the Work Order Closure process to the participants.</a:t>
            </a:r>
          </a:p>
          <a:p>
            <a:endParaRPr lang="en-US" dirty="0"/>
          </a:p>
          <a:p>
            <a:pPr defTabSz="924916">
              <a:defRPr/>
            </a:pPr>
            <a:r>
              <a:rPr lang="en-US" b="1" dirty="0"/>
              <a:t>Say: </a:t>
            </a:r>
            <a:r>
              <a:rPr kumimoji="0" lang="en-US" sz="1200" b="0" i="0" u="none" strike="noStrike" kern="1200" cap="none" spc="0" normalizeH="0" baseline="0" noProof="0" dirty="0">
                <a:ln>
                  <a:noFill/>
                </a:ln>
                <a:gradFill>
                  <a:gsLst>
                    <a:gs pos="1250">
                      <a:srgbClr val="000000"/>
                    </a:gs>
                    <a:gs pos="100000">
                      <a:srgbClr val="000000"/>
                    </a:gs>
                  </a:gsLst>
                  <a:lin ang="5400000" scaled="0"/>
                </a:gradFill>
                <a:effectLst/>
                <a:uLnTx/>
                <a:uFillTx/>
                <a:latin typeface="Neue Haas Grotesk Text Pro"/>
                <a:ea typeface="+mn-ea"/>
                <a:cs typeface="+mn-cs"/>
              </a:rPr>
              <a:t>Work Order Closure is an </a:t>
            </a:r>
            <a:r>
              <a:rPr kumimoji="0" lang="en-US" sz="1200" b="1" i="0" u="none" strike="noStrike" kern="1200" cap="none" spc="0" normalizeH="0" baseline="0" noProof="0" dirty="0">
                <a:ln>
                  <a:noFill/>
                </a:ln>
                <a:gradFill>
                  <a:gsLst>
                    <a:gs pos="1250">
                      <a:srgbClr val="000000"/>
                    </a:gs>
                    <a:gs pos="100000">
                      <a:srgbClr val="000000"/>
                    </a:gs>
                  </a:gsLst>
                  <a:lin ang="5400000" scaled="0"/>
                </a:gradFill>
                <a:effectLst/>
                <a:uLnTx/>
                <a:uFillTx/>
                <a:latin typeface="Neue Haas Grotesk Text Pro"/>
                <a:ea typeface="+mn-ea"/>
                <a:cs typeface="+mn-cs"/>
              </a:rPr>
              <a:t>automated subprocess</a:t>
            </a:r>
            <a:r>
              <a:rPr kumimoji="0" lang="en-US" sz="1200" b="0" i="0" u="none" strike="noStrike" kern="1200" cap="none" spc="0" normalizeH="0" baseline="0" noProof="0" dirty="0">
                <a:ln>
                  <a:noFill/>
                </a:ln>
                <a:gradFill>
                  <a:gsLst>
                    <a:gs pos="1250">
                      <a:srgbClr val="000000"/>
                    </a:gs>
                    <a:gs pos="100000">
                      <a:srgbClr val="000000"/>
                    </a:gs>
                  </a:gsLst>
                  <a:lin ang="5400000" scaled="0"/>
                </a:gradFill>
                <a:effectLst/>
                <a:uLnTx/>
                <a:uFillTx/>
                <a:latin typeface="Neue Haas Grotesk Text Pro"/>
                <a:ea typeface="+mn-ea"/>
                <a:cs typeface="+mn-cs"/>
              </a:rPr>
              <a:t> in Maximo. If the work order goes to the AS for COMP status, then it will automatically be progressed to COMPLETED by the system. IF the work order is not flagged to go to AS for COMP, it will be </a:t>
            </a:r>
            <a:r>
              <a:rPr kumimoji="0" lang="en-US" sz="1200" b="0" i="0" u="none" strike="noStrike" kern="1200" cap="none" spc="0" normalizeH="0" baseline="0" noProof="0" dirty="0" err="1">
                <a:ln>
                  <a:noFill/>
                </a:ln>
                <a:gradFill>
                  <a:gsLst>
                    <a:gs pos="1250">
                      <a:srgbClr val="000000"/>
                    </a:gs>
                    <a:gs pos="100000">
                      <a:srgbClr val="000000"/>
                    </a:gs>
                  </a:gsLst>
                  <a:lin ang="5400000" scaled="0"/>
                </a:gradFill>
                <a:effectLst/>
                <a:uLnTx/>
                <a:uFillTx/>
                <a:latin typeface="Neue Haas Grotesk Text Pro"/>
                <a:ea typeface="+mn-ea"/>
                <a:cs typeface="+mn-cs"/>
              </a:rPr>
              <a:t>COMP’d</a:t>
            </a:r>
            <a:r>
              <a:rPr kumimoji="0" lang="en-US" sz="1200" b="0" i="0" u="none" strike="noStrike" kern="1200" cap="none" spc="0" normalizeH="0" baseline="0" noProof="0" dirty="0">
                <a:ln>
                  <a:noFill/>
                </a:ln>
                <a:gradFill>
                  <a:gsLst>
                    <a:gs pos="1250">
                      <a:srgbClr val="000000"/>
                    </a:gs>
                    <a:gs pos="100000">
                      <a:srgbClr val="000000"/>
                    </a:gs>
                  </a:gsLst>
                  <a:lin ang="5400000" scaled="0"/>
                </a:gradFill>
                <a:effectLst/>
                <a:uLnTx/>
                <a:uFillTx/>
                <a:latin typeface="Neue Haas Grotesk Text Pro"/>
                <a:ea typeface="+mn-ea"/>
                <a:cs typeface="+mn-cs"/>
              </a:rPr>
              <a:t> by a nightly batch job. All work orders are automatically closed after </a:t>
            </a:r>
            <a:r>
              <a:rPr kumimoji="0" lang="en-US" sz="1200" b="1" i="0" u="sng" strike="noStrike" kern="1200" cap="none" spc="0" normalizeH="0" baseline="0" noProof="0" dirty="0">
                <a:ln>
                  <a:noFill/>
                </a:ln>
                <a:gradFill>
                  <a:gsLst>
                    <a:gs pos="1250">
                      <a:srgbClr val="000000"/>
                    </a:gs>
                    <a:gs pos="100000">
                      <a:srgbClr val="000000"/>
                    </a:gs>
                  </a:gsLst>
                  <a:lin ang="5400000" scaled="0"/>
                </a:gradFill>
                <a:effectLst/>
                <a:uLnTx/>
                <a:uFillTx/>
                <a:latin typeface="Neue Haas Grotesk Text Pro"/>
                <a:ea typeface="+mn-ea"/>
                <a:cs typeface="+mn-cs"/>
              </a:rPr>
              <a:t>180 days</a:t>
            </a:r>
          </a:p>
          <a:p>
            <a:pPr defTabSz="924916">
              <a:defRPr/>
            </a:pPr>
            <a:endParaRPr lang="en-US" dirty="0"/>
          </a:p>
          <a:p>
            <a:pPr rtl="0" latinLnBrk="0"/>
            <a:r>
              <a:rPr lang="en-US" dirty="0"/>
              <a:t>It takes about 180 days for the Work Order to close if there are no POs associated with the Work Order. The 180 days are calculated from the date when the Work Order’s status was changed to complete. It will take about 180 days for the Work Order to close if a PO is associated with the Work Order. </a:t>
            </a:r>
            <a:endParaRPr lang="en-US" dirty="0">
              <a:effectLst/>
            </a:endParaRPr>
          </a:p>
          <a:p>
            <a:pPr rtl="0" latinLnBrk="0"/>
            <a:br>
              <a:rPr lang="en-US" dirty="0"/>
            </a:br>
            <a:r>
              <a:rPr lang="en-US" b="1" dirty="0"/>
              <a:t>Source: </a:t>
            </a:r>
            <a:r>
              <a:rPr lang="en-US" dirty="0"/>
              <a:t>The L.P.EMER.02.06 Subprocess (Page-1) tab of the source Visio file LP.EMER.02 Emergent Repair Work Process Visio</a:t>
            </a:r>
          </a:p>
        </p:txBody>
      </p:sp>
      <p:sp>
        <p:nvSpPr>
          <p:cNvPr id="4" name="Slide Number Placeholder 3"/>
          <p:cNvSpPr>
            <a:spLocks noGrp="1"/>
          </p:cNvSpPr>
          <p:nvPr>
            <p:ph type="sldNum" sz="quarter" idx="5"/>
          </p:nvPr>
        </p:nvSpPr>
        <p:spPr/>
        <p:txBody>
          <a:bodyPr/>
          <a:lstStyle/>
          <a:p>
            <a:pPr defTabSz="924916">
              <a:defRPr/>
            </a:pPr>
            <a:fld id="{3FC145F1-3613-4E5A-8BB7-A64C4630A831}" type="slidenum">
              <a:rPr lang="en-US">
                <a:solidFill>
                  <a:prstClr val="black"/>
                </a:solidFill>
                <a:latin typeface="Calibri" panose="020F0502020204030204"/>
              </a:rPr>
              <a:pPr defTabSz="924916">
                <a:defRPr/>
              </a:pPr>
              <a:t>28</a:t>
            </a:fld>
            <a:endParaRPr lang="en-US" dirty="0">
              <a:solidFill>
                <a:prstClr val="black"/>
              </a:solidFill>
              <a:latin typeface="Calibri" panose="020F0502020204030204"/>
            </a:endParaRPr>
          </a:p>
        </p:txBody>
      </p:sp>
    </p:spTree>
    <p:extLst>
      <p:ext uri="{BB962C8B-B14F-4D97-AF65-F5344CB8AC3E}">
        <p14:creationId xmlns:p14="http://schemas.microsoft.com/office/powerpoint/2010/main" val="179065386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Instructor Notes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u="none"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Do: </a:t>
            </a:r>
            <a:r>
              <a:rPr lang="en-US" b="0" i="1" dirty="0"/>
              <a:t>Explain that Area Supervisors only review post FLDCOMP certain work orders and that is based on Work Types/Sub Types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1" kern="1200" dirty="0">
              <a:solidFill>
                <a:schemeClr val="tx1"/>
              </a:solidFill>
              <a:effectLst/>
              <a:latin typeface="+mn-lt"/>
              <a:ea typeface="+mn-ea"/>
              <a:cs typeface="+mn-cs"/>
            </a:endParaRPr>
          </a:p>
          <a:p>
            <a:r>
              <a:rPr lang="en-US" dirty="0">
                <a:latin typeface="Neue Haas Grotesk Text Pro" panose="020B0504020202020204" pitchFamily="34" charset="0"/>
              </a:rPr>
              <a:t>These are not the same as the WT/ST that the supervisor has to APPR in the WIP course. </a:t>
            </a:r>
          </a:p>
          <a:p>
            <a:endParaRPr lang="en-US" b="1" dirty="0">
              <a:solidFill>
                <a:srgbClr val="555555"/>
              </a:solidFill>
              <a:latin typeface="Neue Haas Grotesk Text Pro" panose="020B0504020202020204" pitchFamily="34" charset="0"/>
            </a:endParaRPr>
          </a:p>
          <a:p>
            <a:endParaRPr lang="en-US" dirty="0"/>
          </a:p>
        </p:txBody>
      </p:sp>
      <p:sp>
        <p:nvSpPr>
          <p:cNvPr id="4" name="Slide Number Placeholder 3"/>
          <p:cNvSpPr>
            <a:spLocks noGrp="1"/>
          </p:cNvSpPr>
          <p:nvPr>
            <p:ph type="sldNum" sz="quarter" idx="5"/>
          </p:nvPr>
        </p:nvSpPr>
        <p:spPr/>
        <p:txBody>
          <a:bodyPr/>
          <a:lstStyle/>
          <a:p>
            <a:fld id="{3FC145F1-3613-4E5A-8BB7-A64C4630A831}" type="slidenum">
              <a:rPr lang="en-US" smtClean="0"/>
              <a:pPr/>
              <a:t>29</a:t>
            </a:fld>
            <a:endParaRPr lang="en-US" dirty="0"/>
          </a:p>
        </p:txBody>
      </p:sp>
    </p:spTree>
    <p:extLst>
      <p:ext uri="{BB962C8B-B14F-4D97-AF65-F5344CB8AC3E}">
        <p14:creationId xmlns:p14="http://schemas.microsoft.com/office/powerpoint/2010/main" val="162244054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24916">
              <a:defRPr/>
            </a:pPr>
            <a:r>
              <a:rPr lang="en-US" b="1" dirty="0"/>
              <a:t>Instructor Notes:</a:t>
            </a:r>
          </a:p>
          <a:p>
            <a:endParaRPr lang="en-US" dirty="0"/>
          </a:p>
          <a:p>
            <a:r>
              <a:rPr lang="en-US" b="1" dirty="0"/>
              <a:t>Do: </a:t>
            </a:r>
            <a:r>
              <a:rPr lang="en-US" i="1" dirty="0"/>
              <a:t>Demonstrate the process of completing a Work Order in Maximo.</a:t>
            </a:r>
          </a:p>
          <a:p>
            <a:endParaRPr lang="en-US" dirty="0"/>
          </a:p>
          <a:p>
            <a:pPr lvl="0"/>
            <a:r>
              <a:rPr lang="en-US" b="1" kern="0" dirty="0"/>
              <a:t>Say: </a:t>
            </a:r>
            <a:r>
              <a:rPr lang="en-US" b="0" i="0" kern="0" dirty="0"/>
              <a:t>Steps to change the Work Order Status to Field Complete are performed in the Click mobile workforce management software. So, when the Operations Technician completes the field maintenance task and updates the status in Click, this status change is integrated with Maximo.  IF required, the Work order may be reviewed by AS, this task can be completed in both Maximo or Click. (Changing the status to COMP) If this work order will be managed by a Maximo lead, then these next steps will be completed by them. </a:t>
            </a:r>
          </a:p>
          <a:p>
            <a:pPr lvl="0"/>
            <a:endParaRPr lang="en-US" b="0" i="0" kern="0" dirty="0"/>
          </a:p>
          <a:p>
            <a:pPr lvl="0"/>
            <a:r>
              <a:rPr lang="en-US" b="0" i="0" kern="0" dirty="0"/>
              <a:t>Note – if you add a Lead (responsibility section) to the work order then this work order will not flow to click and must be completed in Maximo. </a:t>
            </a:r>
          </a:p>
          <a:p>
            <a:pPr lvl="0"/>
            <a:endParaRPr lang="en-US" b="0" i="0" kern="0" dirty="0"/>
          </a:p>
          <a:p>
            <a:pPr lvl="0"/>
            <a:endParaRPr lang="en-US" b="0" i="0" kern="0" dirty="0"/>
          </a:p>
          <a:p>
            <a:pPr lvl="0"/>
            <a:r>
              <a:rPr lang="en-US" b="0" i="0" kern="0" dirty="0"/>
              <a:t>Let’s now look at the step-by-step process for </a:t>
            </a:r>
            <a:r>
              <a:rPr lang="en-US" dirty="0"/>
              <a:t>completing a Work Order in Maximo.</a:t>
            </a:r>
            <a:endParaRPr lang="en-US" b="1" kern="0" dirty="0"/>
          </a:p>
        </p:txBody>
      </p:sp>
      <p:sp>
        <p:nvSpPr>
          <p:cNvPr id="4" name="Slide Number Placeholder 3"/>
          <p:cNvSpPr>
            <a:spLocks noGrp="1"/>
          </p:cNvSpPr>
          <p:nvPr>
            <p:ph type="sldNum" sz="quarter" idx="10"/>
          </p:nvPr>
        </p:nvSpPr>
        <p:spPr/>
        <p:txBody>
          <a:bodyPr/>
          <a:lstStyle/>
          <a:p>
            <a:pPr defTabSz="924916">
              <a:defRPr/>
            </a:pPr>
            <a:fld id="{3FC145F1-3613-4E5A-8BB7-A64C4630A831}" type="slidenum">
              <a:rPr lang="en-US">
                <a:solidFill>
                  <a:prstClr val="black"/>
                </a:solidFill>
              </a:rPr>
              <a:pPr defTabSz="924916">
                <a:defRPr/>
              </a:pPr>
              <a:t>30</a:t>
            </a:fld>
            <a:endParaRPr lang="en-US" dirty="0">
              <a:solidFill>
                <a:prstClr val="black"/>
              </a:solidFill>
            </a:endParaRPr>
          </a:p>
        </p:txBody>
      </p:sp>
    </p:spTree>
    <p:extLst>
      <p:ext uri="{BB962C8B-B14F-4D97-AF65-F5344CB8AC3E}">
        <p14:creationId xmlns:p14="http://schemas.microsoft.com/office/powerpoint/2010/main" val="95432110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24916">
              <a:defRPr/>
            </a:pPr>
            <a:r>
              <a:rPr lang="en-US" b="1" dirty="0"/>
              <a:t>Instructor Notes:</a:t>
            </a:r>
          </a:p>
          <a:p>
            <a:endParaRPr lang="en-US" dirty="0"/>
          </a:p>
          <a:p>
            <a:r>
              <a:rPr lang="en-US" b="1" dirty="0"/>
              <a:t>Do: </a:t>
            </a:r>
            <a:r>
              <a:rPr lang="en-US" i="1" dirty="0"/>
              <a:t>Demonstrate the process of completing a Work Order in Maximo.</a:t>
            </a:r>
          </a:p>
          <a:p>
            <a:endParaRPr lang="en-US" dirty="0"/>
          </a:p>
          <a:p>
            <a:pPr lvl="0"/>
            <a:r>
              <a:rPr lang="en-US" b="1" kern="0" dirty="0"/>
              <a:t>Say: </a:t>
            </a:r>
            <a:r>
              <a:rPr lang="en-US" b="0" i="0" kern="0" dirty="0"/>
              <a:t>Steps to change the Work Order Status to Field Complete are performed in the Click mobile workforce management software. So, when the Operations Technician completes the field maintenance task and updates the status in Click, this status change is integrated with Maximo. The Work Order then moves to the Area Supervisor for their review. It is at this stage that the Area Supervisor is required to review the work completion details in the Work Order and confirm approval by changing its status to Complete, in Maximo.</a:t>
            </a:r>
          </a:p>
          <a:p>
            <a:pPr lvl="0"/>
            <a:endParaRPr lang="en-US" b="0" i="0" kern="0" dirty="0"/>
          </a:p>
          <a:p>
            <a:pPr lvl="0"/>
            <a:r>
              <a:rPr lang="en-US" b="0" i="0" kern="0" dirty="0"/>
              <a:t>Let’s now look at the step-by-step process for </a:t>
            </a:r>
            <a:r>
              <a:rPr lang="en-US" dirty="0"/>
              <a:t>completing a Work Order in Maximo.</a:t>
            </a:r>
            <a:endParaRPr lang="en-US" b="1" kern="0" dirty="0"/>
          </a:p>
        </p:txBody>
      </p:sp>
      <p:sp>
        <p:nvSpPr>
          <p:cNvPr id="4" name="Slide Number Placeholder 3"/>
          <p:cNvSpPr>
            <a:spLocks noGrp="1"/>
          </p:cNvSpPr>
          <p:nvPr>
            <p:ph type="sldNum" sz="quarter" idx="10"/>
          </p:nvPr>
        </p:nvSpPr>
        <p:spPr/>
        <p:txBody>
          <a:bodyPr/>
          <a:lstStyle/>
          <a:p>
            <a:pPr defTabSz="924916">
              <a:defRPr/>
            </a:pPr>
            <a:fld id="{3FC145F1-3613-4E5A-8BB7-A64C4630A831}" type="slidenum">
              <a:rPr lang="en-US">
                <a:solidFill>
                  <a:prstClr val="black"/>
                </a:solidFill>
              </a:rPr>
              <a:pPr defTabSz="924916">
                <a:defRPr/>
              </a:pPr>
              <a:t>31</a:t>
            </a:fld>
            <a:endParaRPr lang="en-US" dirty="0">
              <a:solidFill>
                <a:prstClr val="black"/>
              </a:solidFill>
            </a:endParaRPr>
          </a:p>
        </p:txBody>
      </p:sp>
    </p:spTree>
    <p:extLst>
      <p:ext uri="{BB962C8B-B14F-4D97-AF65-F5344CB8AC3E}">
        <p14:creationId xmlns:p14="http://schemas.microsoft.com/office/powerpoint/2010/main" val="140505026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Integration </a:t>
            </a:r>
          </a:p>
          <a:p>
            <a:r>
              <a:rPr lang="en-US" dirty="0"/>
              <a:t>Typically, data entered in an application should get synchronized with the other linked application. However, there are times when this does not happen. In such cases, </a:t>
            </a:r>
            <a:r>
              <a:rPr lang="en-US" b="1" dirty="0"/>
              <a:t>TIS Support</a:t>
            </a:r>
            <a:r>
              <a:rPr lang="en-US" dirty="0"/>
              <a:t> must investigate and resolve the issue.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New Process to be created for integration with EWM</a:t>
            </a:r>
          </a:p>
          <a:p>
            <a:endParaRPr lang="en-US" dirty="0"/>
          </a:p>
        </p:txBody>
      </p:sp>
      <p:sp>
        <p:nvSpPr>
          <p:cNvPr id="4" name="Slide Number Placeholder 3"/>
          <p:cNvSpPr>
            <a:spLocks noGrp="1"/>
          </p:cNvSpPr>
          <p:nvPr>
            <p:ph type="sldNum" sz="quarter" idx="5"/>
          </p:nvPr>
        </p:nvSpPr>
        <p:spPr/>
        <p:txBody>
          <a:bodyPr/>
          <a:lstStyle/>
          <a:p>
            <a:fld id="{3FC145F1-3613-4E5A-8BB7-A64C4630A831}" type="slidenum">
              <a:rPr lang="en-US" smtClean="0"/>
              <a:t>32</a:t>
            </a:fld>
            <a:endParaRPr lang="en-US" dirty="0"/>
          </a:p>
        </p:txBody>
      </p:sp>
    </p:spTree>
    <p:extLst>
      <p:ext uri="{BB962C8B-B14F-4D97-AF65-F5344CB8AC3E}">
        <p14:creationId xmlns:p14="http://schemas.microsoft.com/office/powerpoint/2010/main" val="383906071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24916">
              <a:defRPr/>
            </a:pPr>
            <a:r>
              <a:rPr lang="en-US" b="1" dirty="0"/>
              <a:t>Instructor Notes:</a:t>
            </a:r>
          </a:p>
          <a:p>
            <a:endParaRPr lang="en-US" dirty="0"/>
          </a:p>
          <a:p>
            <a:r>
              <a:rPr lang="en-US" b="1" dirty="0"/>
              <a:t>Say</a:t>
            </a:r>
            <a:r>
              <a:rPr lang="en-US" dirty="0"/>
              <a:t>: </a:t>
            </a:r>
            <a:r>
              <a:rPr lang="en-US" b="0" dirty="0"/>
              <a:t>Let’s stopover for a knowledge check to test your understanding of the topics covered in this module.</a:t>
            </a:r>
          </a:p>
          <a:p>
            <a:endParaRPr lang="en-US" b="1" dirty="0"/>
          </a:p>
          <a:p>
            <a:r>
              <a:rPr lang="en-US" b="1" dirty="0"/>
              <a:t>Do: </a:t>
            </a:r>
            <a:r>
              <a:rPr lang="en-US" b="0" dirty="0"/>
              <a:t>Read out the question and the options available. </a:t>
            </a:r>
            <a:endParaRPr lang="en-US" dirty="0">
              <a:latin typeface="Neue Haas Grotesk Text Pro" panose="020B0504020202020204" pitchFamily="34" charset="0"/>
            </a:endParaRPr>
          </a:p>
        </p:txBody>
      </p:sp>
      <p:sp>
        <p:nvSpPr>
          <p:cNvPr id="4" name="Slide Number Placeholder 3"/>
          <p:cNvSpPr>
            <a:spLocks noGrp="1"/>
          </p:cNvSpPr>
          <p:nvPr>
            <p:ph type="sldNum" sz="quarter" idx="10"/>
          </p:nvPr>
        </p:nvSpPr>
        <p:spPr/>
        <p:txBody>
          <a:bodyPr/>
          <a:lstStyle/>
          <a:p>
            <a:pPr defTabSz="924916">
              <a:defRPr/>
            </a:pPr>
            <a:fld id="{3FC145F1-3613-4E5A-8BB7-A64C4630A831}" type="slidenum">
              <a:rPr lang="en-US">
                <a:solidFill>
                  <a:prstClr val="black"/>
                </a:solidFill>
                <a:latin typeface="Calibri" panose="020F0502020204030204"/>
              </a:rPr>
              <a:pPr defTabSz="924916">
                <a:defRPr/>
              </a:pPr>
              <a:t>34</a:t>
            </a:fld>
            <a:endParaRPr lang="en-US" dirty="0">
              <a:solidFill>
                <a:prstClr val="black"/>
              </a:solidFill>
              <a:latin typeface="Calibri" panose="020F0502020204030204"/>
            </a:endParaRPr>
          </a:p>
        </p:txBody>
      </p:sp>
    </p:spTree>
    <p:extLst>
      <p:ext uri="{BB962C8B-B14F-4D97-AF65-F5344CB8AC3E}">
        <p14:creationId xmlns:p14="http://schemas.microsoft.com/office/powerpoint/2010/main" val="423677002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24916">
              <a:defRPr/>
            </a:pPr>
            <a:r>
              <a:rPr lang="en-US" b="1" dirty="0"/>
              <a:t>Instructor Notes:</a:t>
            </a:r>
          </a:p>
          <a:p>
            <a:endParaRPr lang="en-US" b="1" dirty="0"/>
          </a:p>
          <a:p>
            <a:r>
              <a:rPr lang="en-US" b="1" dirty="0"/>
              <a:t>Do: </a:t>
            </a:r>
            <a:r>
              <a:rPr lang="en-US" b="0" dirty="0"/>
              <a:t>After the participants have responded to the question, explain why option C is correct.</a:t>
            </a:r>
          </a:p>
          <a:p>
            <a:pPr defTabSz="924916">
              <a:defRPr/>
            </a:pPr>
            <a:endParaRPr lang="en-US" b="0" dirty="0"/>
          </a:p>
          <a:p>
            <a:pPr defTabSz="924916">
              <a:defRPr/>
            </a:pPr>
            <a:r>
              <a:rPr lang="en-US" b="1" dirty="0"/>
              <a:t>Say: </a:t>
            </a:r>
            <a:r>
              <a:rPr lang="en-US" dirty="0"/>
              <a:t>In case of integration errors, the Maximo Support Analyst must investigate and resolve the error.</a:t>
            </a:r>
            <a:endParaRPr lang="en-US" b="0" dirty="0"/>
          </a:p>
        </p:txBody>
      </p:sp>
      <p:sp>
        <p:nvSpPr>
          <p:cNvPr id="4" name="Slide Number Placeholder 3"/>
          <p:cNvSpPr>
            <a:spLocks noGrp="1"/>
          </p:cNvSpPr>
          <p:nvPr>
            <p:ph type="sldNum" sz="quarter" idx="10"/>
          </p:nvPr>
        </p:nvSpPr>
        <p:spPr/>
        <p:txBody>
          <a:bodyPr/>
          <a:lstStyle/>
          <a:p>
            <a:pPr defTabSz="924916">
              <a:defRPr/>
            </a:pPr>
            <a:fld id="{3FC145F1-3613-4E5A-8BB7-A64C4630A831}" type="slidenum">
              <a:rPr lang="en-US">
                <a:solidFill>
                  <a:prstClr val="black"/>
                </a:solidFill>
                <a:latin typeface="Calibri" panose="020F0502020204030204"/>
              </a:rPr>
              <a:pPr defTabSz="924916">
                <a:defRPr/>
              </a:pPr>
              <a:t>35</a:t>
            </a:fld>
            <a:endParaRPr lang="en-US" dirty="0">
              <a:solidFill>
                <a:prstClr val="black"/>
              </a:solidFill>
              <a:latin typeface="Calibri" panose="020F0502020204030204"/>
            </a:endParaRPr>
          </a:p>
        </p:txBody>
      </p:sp>
    </p:spTree>
    <p:extLst>
      <p:ext uri="{BB962C8B-B14F-4D97-AF65-F5344CB8AC3E}">
        <p14:creationId xmlns:p14="http://schemas.microsoft.com/office/powerpoint/2010/main" val="406387920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1" dirty="0"/>
              <a:t>Instructor Notes:</a:t>
            </a:r>
          </a:p>
          <a:p>
            <a:endParaRPr lang="en-US" dirty="0"/>
          </a:p>
          <a:p>
            <a:r>
              <a:rPr lang="en-US" b="1" dirty="0"/>
              <a:t>Do: </a:t>
            </a:r>
            <a:r>
              <a:rPr lang="en-US" dirty="0"/>
              <a:t>Provide a summary of the key points covered in this course.</a:t>
            </a:r>
            <a:endParaRPr lang="en-US" b="1" dirty="0"/>
          </a:p>
        </p:txBody>
      </p:sp>
      <p:sp>
        <p:nvSpPr>
          <p:cNvPr id="4" name="Slide Number Placeholder 3"/>
          <p:cNvSpPr>
            <a:spLocks noGrp="1"/>
          </p:cNvSpPr>
          <p:nvPr>
            <p:ph type="sldNum" sz="quarter" idx="5"/>
          </p:nvPr>
        </p:nvSpPr>
        <p:spPr/>
        <p:txBody>
          <a:bodyPr/>
          <a:lstStyle/>
          <a:p>
            <a:fld id="{3FC145F1-3613-4E5A-8BB7-A64C4630A831}" type="slidenum">
              <a:rPr lang="en-US" smtClean="0"/>
              <a:t>36</a:t>
            </a:fld>
            <a:endParaRPr lang="en-US" dirty="0"/>
          </a:p>
        </p:txBody>
      </p:sp>
    </p:spTree>
    <p:extLst>
      <p:ext uri="{BB962C8B-B14F-4D97-AF65-F5344CB8AC3E}">
        <p14:creationId xmlns:p14="http://schemas.microsoft.com/office/powerpoint/2010/main" val="144241923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chemeClr val="tx1"/>
                </a:solidFill>
              </a:rPr>
              <a:t>Instructor Notes</a:t>
            </a:r>
          </a:p>
          <a:p>
            <a:pPr marL="0" marR="0" lvl="0" indent="0" algn="l" defTabSz="914400" rtl="0" eaLnBrk="1" fontAlgn="auto" latinLnBrk="0" hangingPunct="1">
              <a:lnSpc>
                <a:spcPct val="100000"/>
              </a:lnSpc>
              <a:buClrTx/>
              <a:buSzTx/>
              <a:buFontTx/>
              <a:buNone/>
              <a:tabLst/>
              <a:defRPr/>
            </a:pPr>
            <a:r>
              <a:rPr lang="en-US" sz="1200" b="1" kern="1200" dirty="0">
                <a:effectLst/>
                <a:cs typeface="Arial"/>
              </a:rPr>
              <a:t>Do: </a:t>
            </a:r>
            <a:r>
              <a:rPr lang="en-US" sz="1200" i="1" kern="1200" dirty="0">
                <a:solidFill>
                  <a:schemeClr val="tx1"/>
                </a:solidFill>
                <a:ea typeface="+mn-ea"/>
                <a:cs typeface="+mn-cs"/>
              </a:rPr>
              <a:t>Introduce the module. </a:t>
            </a:r>
            <a:endParaRPr lang="en-US" sz="1200" i="1" kern="1200" dirty="0">
              <a:effectLst/>
              <a:cs typeface="Arial"/>
            </a:endParaRPr>
          </a:p>
          <a:p>
            <a:pPr marL="0" marR="0" lvl="0" indent="0" algn="l" defTabSz="914400" rtl="0" eaLnBrk="1" fontAlgn="auto" latinLnBrk="0" hangingPunct="1">
              <a:lnSpc>
                <a:spcPct val="100000"/>
              </a:lnSpc>
              <a:buClrTx/>
              <a:buSzTx/>
              <a:buFontTx/>
              <a:buNone/>
              <a:tabLst/>
              <a:defRPr/>
            </a:pPr>
            <a:r>
              <a:rPr lang="en-US" sz="1200" b="1" kern="1200" dirty="0">
                <a:effectLst/>
                <a:cs typeface="Arial"/>
              </a:rPr>
              <a:t>Say: </a:t>
            </a:r>
            <a:r>
              <a:rPr lang="en-US" sz="1200" b="0" kern="1200" dirty="0">
                <a:effectLst/>
                <a:cs typeface="Arial"/>
              </a:rPr>
              <a:t>Finally, l</a:t>
            </a:r>
            <a:r>
              <a:rPr lang="en-US" sz="1200" kern="1200" dirty="0">
                <a:solidFill>
                  <a:schemeClr val="tx1"/>
                </a:solidFill>
                <a:ea typeface="+mn-ea"/>
                <a:cs typeface="+mn-cs"/>
              </a:rPr>
              <a:t>et’s begin with Module 3 – Work Order Creation and Planning Practice.</a:t>
            </a:r>
            <a:endParaRPr lang="en-US" sz="1200" kern="1200" dirty="0">
              <a:effectLst/>
              <a:cs typeface="Arial"/>
            </a:endParaRPr>
          </a:p>
        </p:txBody>
      </p:sp>
      <p:sp>
        <p:nvSpPr>
          <p:cNvPr id="4" name="Slide Number Placeholder 3"/>
          <p:cNvSpPr>
            <a:spLocks noGrp="1"/>
          </p:cNvSpPr>
          <p:nvPr>
            <p:ph type="sldNum" sz="quarter" idx="5"/>
          </p:nvPr>
        </p:nvSpPr>
        <p:spPr/>
        <p:txBody>
          <a:bodyPr/>
          <a:lstStyle/>
          <a:p>
            <a:fld id="{3FC145F1-3613-4E5A-8BB7-A64C4630A831}" type="slidenum">
              <a:rPr lang="en-US" smtClean="0"/>
              <a:t>37</a:t>
            </a:fld>
            <a:endParaRPr lang="en-US" dirty="0"/>
          </a:p>
        </p:txBody>
      </p:sp>
    </p:spTree>
    <p:extLst>
      <p:ext uri="{BB962C8B-B14F-4D97-AF65-F5344CB8AC3E}">
        <p14:creationId xmlns:p14="http://schemas.microsoft.com/office/powerpoint/2010/main" val="249498255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chemeClr val="tx1"/>
                </a:solidFill>
              </a:rPr>
              <a:t>Instructor Notes</a:t>
            </a:r>
          </a:p>
          <a:p>
            <a:r>
              <a:rPr lang="en-US" b="1" dirty="0"/>
              <a:t>Do: </a:t>
            </a:r>
            <a:r>
              <a:rPr lang="en-US" b="0" i="1" dirty="0"/>
              <a:t>Introduce the participants to the assessment module of the course.</a:t>
            </a:r>
          </a:p>
          <a:p>
            <a:r>
              <a:rPr lang="en-US" b="1" dirty="0"/>
              <a:t>Say: </a:t>
            </a:r>
            <a:r>
              <a:rPr lang="en-US" dirty="0"/>
              <a:t>Welcome to the </a:t>
            </a:r>
            <a:r>
              <a:rPr lang="en-US" b="0" dirty="0"/>
              <a:t>Work Order Initiation and Planning </a:t>
            </a:r>
            <a:r>
              <a:rPr lang="en-US" dirty="0"/>
              <a:t>final course assessment.</a:t>
            </a:r>
          </a:p>
          <a:p>
            <a:r>
              <a:rPr lang="en-US" dirty="0"/>
              <a:t>The questions in this assessment will test your knowledge and understanding of the </a:t>
            </a:r>
            <a:r>
              <a:rPr lang="en-US" b="0" dirty="0"/>
              <a:t>Work Order Initiation and Planning </a:t>
            </a:r>
            <a:r>
              <a:rPr lang="en-US" dirty="0"/>
              <a:t>process.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C145F1-3613-4E5A-8BB7-A64C4630A831}" type="slidenum">
              <a:rPr kumimoji="0" lang="en-US" sz="12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147107733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FC145F1-3613-4E5A-8BB7-A64C4630A831}" type="slidenum">
              <a:rPr lang="en-US" smtClean="0"/>
              <a:pPr/>
              <a:t>39</a:t>
            </a:fld>
            <a:endParaRPr lang="en-US" dirty="0"/>
          </a:p>
        </p:txBody>
      </p:sp>
    </p:spTree>
    <p:extLst>
      <p:ext uri="{BB962C8B-B14F-4D97-AF65-F5344CB8AC3E}">
        <p14:creationId xmlns:p14="http://schemas.microsoft.com/office/powerpoint/2010/main" val="230167562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FC145F1-3613-4E5A-8BB7-A64C4630A831}" type="slidenum">
              <a:rPr lang="en-US" smtClean="0"/>
              <a:t>41</a:t>
            </a:fld>
            <a:endParaRPr lang="en-US" dirty="0"/>
          </a:p>
        </p:txBody>
      </p:sp>
    </p:spTree>
    <p:extLst>
      <p:ext uri="{BB962C8B-B14F-4D97-AF65-F5344CB8AC3E}">
        <p14:creationId xmlns:p14="http://schemas.microsoft.com/office/powerpoint/2010/main" val="228605233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5.jp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xml"/></Relationships>
</file>

<file path=ppt/slideLayouts/_rels/slideLayout4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3.jpe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jpe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jpe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4.jpe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5.jpe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6.jpe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7.jpeg"/><Relationship Id="rId1" Type="http://schemas.openxmlformats.org/officeDocument/2006/relationships/slideMaster" Target="../slideMasters/slideMaster3.xml"/><Relationship Id="rId4" Type="http://schemas.openxmlformats.org/officeDocument/2006/relationships/image" Target="../media/image16.png"/></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jpeg"/><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jpeg"/><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jpeg"/><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4.png"/><Relationship Id="rId1" Type="http://schemas.openxmlformats.org/officeDocument/2006/relationships/slideMaster" Target="../slideMasters/slideMaster4.xml"/><Relationship Id="rId4" Type="http://schemas.openxmlformats.org/officeDocument/2006/relationships/image" Target="../media/image16.png"/></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4.jpeg"/><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5.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5.jpeg"/><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jpeg"/><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9.jpeg"/><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0.jpeg"/><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1.jpeg"/><Relationship Id="rId1" Type="http://schemas.openxmlformats.org/officeDocument/2006/relationships/slideMaster" Target="../slideMasters/slideMaster5.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0.jpeg"/><Relationship Id="rId1" Type="http://schemas.openxmlformats.org/officeDocument/2006/relationships/slideMaster" Target="../slideMasters/slideMaster5.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2.jpeg"/><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jpeg"/><Relationship Id="rId1" Type="http://schemas.openxmlformats.org/officeDocument/2006/relationships/slideMaster" Target="../slideMasters/slideMaster5.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3.jpeg"/><Relationship Id="rId1" Type="http://schemas.openxmlformats.org/officeDocument/2006/relationships/slideMaster" Target="../slideMasters/slideMaster5.xml"/></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jpeg"/><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4.png"/><Relationship Id="rId1" Type="http://schemas.openxmlformats.org/officeDocument/2006/relationships/slideMaster" Target="../slideMasters/slideMaster5.xml"/><Relationship Id="rId4" Type="http://schemas.openxmlformats.org/officeDocument/2006/relationships/image" Target="../media/image16.png"/></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4.png"/><Relationship Id="rId1" Type="http://schemas.openxmlformats.org/officeDocument/2006/relationships/slideMaster" Target="../slideMasters/slideMaster5.xml"/><Relationship Id="rId4" Type="http://schemas.openxmlformats.org/officeDocument/2006/relationships/image" Target="../media/image35.jpeg"/></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6.jpeg"/><Relationship Id="rId1" Type="http://schemas.openxmlformats.org/officeDocument/2006/relationships/slideMaster" Target="../slideMasters/slideMaster5.xml"/></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Master" Target="../slideMasters/slideMaster5.xml"/></Relationships>
</file>

<file path=ppt/slideLayouts/_rels/slideLayout1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2.png"/><Relationship Id="rId1" Type="http://schemas.openxmlformats.org/officeDocument/2006/relationships/slideMaster" Target="../slideMasters/slideMaster5.xml"/></Relationships>
</file>

<file path=ppt/slideLayouts/_rels/slideLayout1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3.png"/><Relationship Id="rId1" Type="http://schemas.openxmlformats.org/officeDocument/2006/relationships/slideMaster" Target="../slideMasters/slideMaster5.xml"/></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4.jpeg"/><Relationship Id="rId1" Type="http://schemas.openxmlformats.org/officeDocument/2006/relationships/slideMaster" Target="../slideMasters/slideMaster5.xml"/></Relationships>
</file>

<file path=ppt/slideLayouts/_rels/slideLayout1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urse Title">
    <p:bg>
      <p:bgPr>
        <a:solidFill>
          <a:schemeClr val="tx1"/>
        </a:solidFill>
        <a:effectLst/>
      </p:bgPr>
    </p:bg>
    <p:spTree>
      <p:nvGrpSpPr>
        <p:cNvPr id="1" name=""/>
        <p:cNvGrpSpPr/>
        <p:nvPr/>
      </p:nvGrpSpPr>
      <p:grpSpPr>
        <a:xfrm>
          <a:off x="0" y="0"/>
          <a:ext cx="0" cy="0"/>
          <a:chOff x="0" y="0"/>
          <a:chExt cx="0" cy="0"/>
        </a:xfrm>
      </p:grpSpPr>
      <p:pic>
        <p:nvPicPr>
          <p:cNvPr id="1026" name="Picture 2" descr="Group of diverse people having a business meeting Free Photo">
            <a:extLst>
              <a:ext uri="{FF2B5EF4-FFF2-40B4-BE49-F238E27FC236}">
                <a16:creationId xmlns:a16="http://schemas.microsoft.com/office/drawing/2014/main" id="{9408313E-3B22-4D5E-81B6-BC8FF72D0566}"/>
              </a:ext>
            </a:extLst>
          </p:cNvPr>
          <p:cNvPicPr preferRelativeResize="0">
            <a:picLocks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88952"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Parallelogram 2">
            <a:extLst>
              <a:ext uri="{FF2B5EF4-FFF2-40B4-BE49-F238E27FC236}">
                <a16:creationId xmlns:a16="http://schemas.microsoft.com/office/drawing/2014/main" id="{F298E506-1B5C-4C78-B2BD-BF9668D49515}"/>
              </a:ext>
            </a:extLst>
          </p:cNvPr>
          <p:cNvSpPr/>
          <p:nvPr userDrawn="1"/>
        </p:nvSpPr>
        <p:spPr bwMode="auto">
          <a:xfrm>
            <a:off x="0" y="0"/>
            <a:ext cx="12188952" cy="6858000"/>
          </a:xfrm>
          <a:prstGeom prst="parallelogram">
            <a:avLst>
              <a:gd name="adj" fmla="val 0"/>
            </a:avLst>
          </a:prstGeom>
          <a:solidFill>
            <a:schemeClr val="tx2">
              <a:alpha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15" name="Rectangle 14">
            <a:extLst>
              <a:ext uri="{FF2B5EF4-FFF2-40B4-BE49-F238E27FC236}">
                <a16:creationId xmlns:a16="http://schemas.microsoft.com/office/drawing/2014/main" id="{4F038713-141C-4538-AC0C-CF912C076D97}"/>
              </a:ext>
            </a:extLst>
          </p:cNvPr>
          <p:cNvSpPr/>
          <p:nvPr userDrawn="1"/>
        </p:nvSpPr>
        <p:spPr bwMode="auto">
          <a:xfrm>
            <a:off x="0" y="2357322"/>
            <a:ext cx="12188952" cy="2143356"/>
          </a:xfrm>
          <a:prstGeom prst="rect">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4" name="Isosceles Triangle 3">
            <a:extLst>
              <a:ext uri="{FF2B5EF4-FFF2-40B4-BE49-F238E27FC236}">
                <a16:creationId xmlns:a16="http://schemas.microsoft.com/office/drawing/2014/main" id="{51A9DFB7-E228-40B7-9937-AEE5A9DB850E}"/>
              </a:ext>
            </a:extLst>
          </p:cNvPr>
          <p:cNvSpPr/>
          <p:nvPr userDrawn="1"/>
        </p:nvSpPr>
        <p:spPr bwMode="auto">
          <a:xfrm rot="5400000">
            <a:off x="-431598" y="2788920"/>
            <a:ext cx="2143356" cy="1280160"/>
          </a:xfrm>
          <a:prstGeom prst="triangl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18" name="Isosceles Triangle 17">
            <a:extLst>
              <a:ext uri="{FF2B5EF4-FFF2-40B4-BE49-F238E27FC236}">
                <a16:creationId xmlns:a16="http://schemas.microsoft.com/office/drawing/2014/main" id="{B13AF14E-AD18-4C83-8E73-F953E1FD6E2F}"/>
              </a:ext>
            </a:extLst>
          </p:cNvPr>
          <p:cNvSpPr/>
          <p:nvPr userDrawn="1"/>
        </p:nvSpPr>
        <p:spPr bwMode="auto">
          <a:xfrm rot="16200000" flipH="1">
            <a:off x="10480242" y="2788920"/>
            <a:ext cx="2143356" cy="1280160"/>
          </a:xfrm>
          <a:prstGeom prst="triangl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6" name="Title 1">
            <a:extLst>
              <a:ext uri="{FF2B5EF4-FFF2-40B4-BE49-F238E27FC236}">
                <a16:creationId xmlns:a16="http://schemas.microsoft.com/office/drawing/2014/main" id="{CE63B271-A58B-4A22-9939-C48CE3A3301A}"/>
              </a:ext>
            </a:extLst>
          </p:cNvPr>
          <p:cNvSpPr>
            <a:spLocks noGrp="1"/>
          </p:cNvSpPr>
          <p:nvPr userDrawn="1">
            <p:ph type="title" hasCustomPrompt="1"/>
          </p:nvPr>
        </p:nvSpPr>
        <p:spPr bwMode="ltGray">
          <a:xfrm>
            <a:off x="1488895" y="2426656"/>
            <a:ext cx="9211163" cy="2004688"/>
          </a:xfrm>
          <a:prstGeom prst="rect">
            <a:avLst/>
          </a:prstGeom>
          <a:noFill/>
        </p:spPr>
        <p:txBody>
          <a:bodyPr lIns="91440" tIns="91440" rIns="91440" bIns="91440" anchor="ctr" anchorCtr="0">
            <a:noAutofit/>
          </a:bodyPr>
          <a:lstStyle>
            <a:lvl1pPr algn="ctr">
              <a:defRPr sz="4800" spc="-98" baseline="0">
                <a:solidFill>
                  <a:schemeClr val="tx1"/>
                </a:solidFill>
                <a:latin typeface="Neue Haas Grotesk Text Pro" panose="020B0504020202020204" pitchFamily="34" charset="0"/>
                <a:cs typeface="Segoe UI" panose="020B0502040204020203" pitchFamily="34" charset="0"/>
              </a:defRPr>
            </a:lvl1pPr>
          </a:lstStyle>
          <a:p>
            <a:r>
              <a:rPr lang="en-US"/>
              <a:t>Course Name</a:t>
            </a:r>
          </a:p>
        </p:txBody>
      </p:sp>
      <p:sp>
        <p:nvSpPr>
          <p:cNvPr id="20" name="Isosceles Triangle 19">
            <a:extLst>
              <a:ext uri="{FF2B5EF4-FFF2-40B4-BE49-F238E27FC236}">
                <a16:creationId xmlns:a16="http://schemas.microsoft.com/office/drawing/2014/main" id="{A97C88E9-1674-4EAA-9753-0950BF63CF44}"/>
              </a:ext>
            </a:extLst>
          </p:cNvPr>
          <p:cNvSpPr/>
          <p:nvPr userDrawn="1"/>
        </p:nvSpPr>
        <p:spPr bwMode="auto">
          <a:xfrm rot="5400000">
            <a:off x="774072" y="3268252"/>
            <a:ext cx="538278" cy="321497"/>
          </a:xfrm>
          <a:prstGeom prst="triangl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23" name="Isosceles Triangle 22">
            <a:extLst>
              <a:ext uri="{FF2B5EF4-FFF2-40B4-BE49-F238E27FC236}">
                <a16:creationId xmlns:a16="http://schemas.microsoft.com/office/drawing/2014/main" id="{33C23EAB-927A-4CFC-B82D-00A51C05C0B1}"/>
              </a:ext>
            </a:extLst>
          </p:cNvPr>
          <p:cNvSpPr/>
          <p:nvPr userDrawn="1"/>
        </p:nvSpPr>
        <p:spPr bwMode="auto">
          <a:xfrm rot="16200000" flipH="1">
            <a:off x="10879650" y="3268252"/>
            <a:ext cx="538278" cy="321497"/>
          </a:xfrm>
          <a:prstGeom prst="triangl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26" name="Picture 25" descr="A picture containing drawing&#10;&#10;Description automatically generated">
            <a:extLst>
              <a:ext uri="{FF2B5EF4-FFF2-40B4-BE49-F238E27FC236}">
                <a16:creationId xmlns:a16="http://schemas.microsoft.com/office/drawing/2014/main" id="{AE2E4E43-00C8-4264-8A46-C7C6CA8A6554}"/>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b="22729"/>
          <a:stretch/>
        </p:blipFill>
        <p:spPr>
          <a:xfrm>
            <a:off x="4818356" y="1602047"/>
            <a:ext cx="2555289" cy="581862"/>
          </a:xfrm>
          <a:prstGeom prst="rect">
            <a:avLst/>
          </a:prstGeom>
        </p:spPr>
      </p:pic>
    </p:spTree>
    <p:extLst>
      <p:ext uri="{BB962C8B-B14F-4D97-AF65-F5344CB8AC3E}">
        <p14:creationId xmlns:p14="http://schemas.microsoft.com/office/powerpoint/2010/main" val="335535353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pic>
        <p:nvPicPr>
          <p:cNvPr id="42" name="Picture 41" descr="A group of clouds in the sky at sunset&#10;&#10;Description automatically generated">
            <a:extLst>
              <a:ext uri="{FF2B5EF4-FFF2-40B4-BE49-F238E27FC236}">
                <a16:creationId xmlns:a16="http://schemas.microsoft.com/office/drawing/2014/main" id="{98D825B7-F422-4513-866B-D235AE9FF639}"/>
              </a:ext>
            </a:extLst>
          </p:cNvPr>
          <p:cNvPicPr preferRelativeResize="0">
            <a:picLocks/>
          </p:cNvPicPr>
          <p:nvPr userDrawn="1"/>
        </p:nvPicPr>
        <p:blipFill rotWithShape="1">
          <a:blip r:embed="rId2">
            <a:extLst>
              <a:ext uri="{28A0092B-C50C-407E-A947-70E740481C1C}">
                <a14:useLocalDpi xmlns:a14="http://schemas.microsoft.com/office/drawing/2010/main" val="0"/>
              </a:ext>
            </a:extLst>
          </a:blip>
          <a:srcRect t="15157" b="12207"/>
          <a:stretch/>
        </p:blipFill>
        <p:spPr>
          <a:xfrm>
            <a:off x="1524" y="877824"/>
            <a:ext cx="12188952" cy="5980176"/>
          </a:xfrm>
          <a:prstGeom prst="rect">
            <a:avLst/>
          </a:prstGeom>
        </p:spPr>
      </p:pic>
      <p:sp>
        <p:nvSpPr>
          <p:cNvPr id="14" name="Parallelogram 13">
            <a:extLst>
              <a:ext uri="{FF2B5EF4-FFF2-40B4-BE49-F238E27FC236}">
                <a16:creationId xmlns:a16="http://schemas.microsoft.com/office/drawing/2014/main" id="{1A6130F7-3C79-4D0A-B82C-4BB4DED31720}"/>
              </a:ext>
            </a:extLst>
          </p:cNvPr>
          <p:cNvSpPr/>
          <p:nvPr userDrawn="1"/>
        </p:nvSpPr>
        <p:spPr bwMode="auto">
          <a:xfrm>
            <a:off x="0" y="875392"/>
            <a:ext cx="12188952" cy="5982607"/>
          </a:xfrm>
          <a:prstGeom prst="parallelogram">
            <a:avLst>
              <a:gd name="adj" fmla="val 0"/>
            </a:avLst>
          </a:prstGeom>
          <a:solidFill>
            <a:schemeClr val="bg2">
              <a:alpha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9" name="Rectangle 8">
            <a:extLst>
              <a:ext uri="{FF2B5EF4-FFF2-40B4-BE49-F238E27FC236}">
                <a16:creationId xmlns:a16="http://schemas.microsoft.com/office/drawing/2014/main" id="{A1262DB9-DA84-4E51-88AF-26B6AE176E59}"/>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6" name="Title 5"/>
          <p:cNvSpPr>
            <a:spLocks noGrp="1"/>
          </p:cNvSpPr>
          <p:nvPr>
            <p:ph type="title"/>
          </p:nvPr>
        </p:nvSpPr>
        <p:spPr>
          <a:xfrm>
            <a:off x="384048" y="137160"/>
            <a:ext cx="10009632" cy="576072"/>
          </a:xfrm>
          <a:prstGeom prst="rect">
            <a:avLst/>
          </a:prstGeom>
        </p:spPr>
        <p:txBody>
          <a:bodyPr lIns="0" tIns="0" rIns="0" bIns="0" anchor="ctr" anchorCtr="0">
            <a:normAutofit/>
          </a:bodyPr>
          <a:lstStyle>
            <a:lvl1pPr>
              <a:defRPr sz="2800">
                <a:solidFill>
                  <a:schemeClr val="bg2"/>
                </a:solidFill>
                <a:latin typeface="Neue Haas Grotesk Text Pro" panose="020B0504020202020204" pitchFamily="34" charset="0"/>
                <a:cs typeface="Segoe UI Semibold" panose="020B0702040204020203" pitchFamily="34" charset="0"/>
              </a:defRPr>
            </a:lvl1pPr>
          </a:lstStyle>
          <a:p>
            <a:r>
              <a:rPr lang="en-US"/>
              <a:t>Click to edit Master title style</a:t>
            </a:r>
          </a:p>
        </p:txBody>
      </p:sp>
      <p:sp>
        <p:nvSpPr>
          <p:cNvPr id="13" name="Rectangle 12">
            <a:extLst>
              <a:ext uri="{FF2B5EF4-FFF2-40B4-BE49-F238E27FC236}">
                <a16:creationId xmlns:a16="http://schemas.microsoft.com/office/drawing/2014/main" id="{6C2780E0-EB76-45EB-BBE8-3B68BBA07509}"/>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ight Triangle 14">
            <a:extLst>
              <a:ext uri="{FF2B5EF4-FFF2-40B4-BE49-F238E27FC236}">
                <a16:creationId xmlns:a16="http://schemas.microsoft.com/office/drawing/2014/main" id="{904757D4-488D-4F9E-BCD8-743916D67605}"/>
              </a:ext>
            </a:extLst>
          </p:cNvPr>
          <p:cNvSpPr/>
          <p:nvPr userDrawn="1"/>
        </p:nvSpPr>
        <p:spPr bwMode="auto">
          <a:xfrm flipV="1">
            <a:off x="0" y="875392"/>
            <a:ext cx="1966539" cy="1966539"/>
          </a:xfrm>
          <a:prstGeom prst="rtTriangl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16" name="Rectangle 15">
            <a:extLst>
              <a:ext uri="{FF2B5EF4-FFF2-40B4-BE49-F238E27FC236}">
                <a16:creationId xmlns:a16="http://schemas.microsoft.com/office/drawing/2014/main" id="{A6341799-B642-43B9-80FB-F7F5B39DDDB9}"/>
              </a:ext>
            </a:extLst>
          </p:cNvPr>
          <p:cNvSpPr/>
          <p:nvPr userDrawn="1"/>
        </p:nvSpPr>
        <p:spPr bwMode="auto">
          <a:xfrm>
            <a:off x="2720340" y="937549"/>
            <a:ext cx="6751320" cy="5833641"/>
          </a:xfrm>
          <a:prstGeom prst="rect">
            <a:avLst/>
          </a:prstGeom>
          <a:solidFill>
            <a:schemeClr val="tx1">
              <a:alpha val="6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40" name="Right Triangle 39">
            <a:extLst>
              <a:ext uri="{FF2B5EF4-FFF2-40B4-BE49-F238E27FC236}">
                <a16:creationId xmlns:a16="http://schemas.microsoft.com/office/drawing/2014/main" id="{CA355A64-3F45-4112-ADC1-D3A919D060BE}"/>
              </a:ext>
            </a:extLst>
          </p:cNvPr>
          <p:cNvSpPr/>
          <p:nvPr userDrawn="1"/>
        </p:nvSpPr>
        <p:spPr bwMode="auto">
          <a:xfrm flipH="1">
            <a:off x="10225461" y="4891461"/>
            <a:ext cx="1966539" cy="1966539"/>
          </a:xfrm>
          <a:prstGeom prst="rtTriangl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49" name="Picture 48" descr="A picture containing clock, drawing, meter&#10;&#10;Description automatically generated">
            <a:extLst>
              <a:ext uri="{FF2B5EF4-FFF2-40B4-BE49-F238E27FC236}">
                <a16:creationId xmlns:a16="http://schemas.microsoft.com/office/drawing/2014/main" id="{08359939-7147-4454-A088-FC31F65D6FA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Tree>
    <p:extLst>
      <p:ext uri="{BB962C8B-B14F-4D97-AF65-F5344CB8AC3E}">
        <p14:creationId xmlns:p14="http://schemas.microsoft.com/office/powerpoint/2010/main" val="34901866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bjectives">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3874A217-532C-4C55-A769-E41DB0AB8D75}"/>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5" name="Rectangle 4">
            <a:extLst>
              <a:ext uri="{FF2B5EF4-FFF2-40B4-BE49-F238E27FC236}">
                <a16:creationId xmlns:a16="http://schemas.microsoft.com/office/drawing/2014/main" id="{9307DF50-7F29-4DEA-BA78-97B45D60E27F}"/>
              </a:ext>
            </a:extLst>
          </p:cNvPr>
          <p:cNvSpPr/>
          <p:nvPr userDrawn="1"/>
        </p:nvSpPr>
        <p:spPr bwMode="auto">
          <a:xfrm>
            <a:off x="4629051" y="868680"/>
            <a:ext cx="138896" cy="598932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2" name="Rectangle 1">
            <a:extLst>
              <a:ext uri="{FF2B5EF4-FFF2-40B4-BE49-F238E27FC236}">
                <a16:creationId xmlns:a16="http://schemas.microsoft.com/office/drawing/2014/main" id="{BB8FDEF3-823D-41E2-8BD8-CBC964FB65D0}"/>
              </a:ext>
            </a:extLst>
          </p:cNvPr>
          <p:cNvSpPr/>
          <p:nvPr userDrawn="1"/>
        </p:nvSpPr>
        <p:spPr bwMode="auto">
          <a:xfrm>
            <a:off x="4560425" y="1099595"/>
            <a:ext cx="7208456" cy="524007"/>
          </a:xfrm>
          <a:prstGeom prst="rect">
            <a:avLst/>
          </a:prstGeom>
          <a:gradFill flip="none" rotWithShape="1">
            <a:gsLst>
              <a:gs pos="0">
                <a:schemeClr val="tx2"/>
              </a:gs>
              <a:gs pos="100000">
                <a:schemeClr val="tx2">
                  <a:alpha val="0"/>
                </a:schemeClr>
              </a:gs>
            </a:gsLst>
            <a:lin ang="0" scaled="0"/>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17" name="Picture 16" descr="A picture containing dart, missile, pinwheel, bicycle&#10;&#10;Description automatically generated">
            <a:extLst>
              <a:ext uri="{FF2B5EF4-FFF2-40B4-BE49-F238E27FC236}">
                <a16:creationId xmlns:a16="http://schemas.microsoft.com/office/drawing/2014/main" id="{920B56BC-1499-48D8-91A9-27B06BAC98B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868680"/>
            <a:ext cx="4650114" cy="5989320"/>
          </a:xfrm>
          <a:prstGeom prst="rect">
            <a:avLst/>
          </a:prstGeom>
        </p:spPr>
      </p:pic>
      <p:sp>
        <p:nvSpPr>
          <p:cNvPr id="3" name="Text Placeholder 2"/>
          <p:cNvSpPr>
            <a:spLocks noGrp="1"/>
          </p:cNvSpPr>
          <p:nvPr>
            <p:ph type="body" sz="quarter" idx="10" hasCustomPrompt="1"/>
          </p:nvPr>
        </p:nvSpPr>
        <p:spPr>
          <a:xfrm>
            <a:off x="5094946" y="1222369"/>
            <a:ext cx="6317694" cy="5533196"/>
          </a:xfrm>
          <a:prstGeom prst="rect">
            <a:avLst/>
          </a:prstGeom>
        </p:spPr>
        <p:txBody>
          <a:bodyPr lIns="0" tIns="0" rIns="0" bIns="0"/>
          <a:lstStyle>
            <a:lvl1pPr marL="0" indent="0">
              <a:buFont typeface="Arial" panose="020B0604020202020204" pitchFamily="34" charset="0"/>
              <a:buNone/>
              <a:defRPr sz="2000">
                <a:solidFill>
                  <a:schemeClr val="tx1"/>
                </a:solidFill>
                <a:latin typeface="Neue Haas Grotesk Text Pro" panose="020B0504020202020204" pitchFamily="34" charset="0"/>
                <a:cs typeface="Segoe UI" panose="020B0502040204020203" pitchFamily="34" charset="0"/>
              </a:defRPr>
            </a:lvl1pPr>
            <a:lvl2pPr marL="448193" indent="-224097">
              <a:buFont typeface="Arial" panose="020B0604020202020204" pitchFamily="34" charset="0"/>
              <a:buChar char="•"/>
              <a:defRPr sz="2000">
                <a:latin typeface="Segoe UI" panose="020B0502040204020203" pitchFamily="34" charset="0"/>
                <a:cs typeface="Segoe UI" panose="020B0502040204020203" pitchFamily="34" charset="0"/>
              </a:defRPr>
            </a:lvl2pPr>
            <a:lvl3pPr marL="672290" indent="-224097">
              <a:buFont typeface="Arial" panose="020B0604020202020204" pitchFamily="34" charset="0"/>
              <a:buChar char="•"/>
              <a:defRPr sz="2000">
                <a:latin typeface="Segoe UI" panose="020B0502040204020203" pitchFamily="34" charset="0"/>
                <a:cs typeface="Segoe UI" panose="020B0502040204020203" pitchFamily="34" charset="0"/>
              </a:defRPr>
            </a:lvl3pPr>
            <a:lvl4pPr marL="896386" indent="-224097">
              <a:buFont typeface="Arial" panose="020B0604020202020204" pitchFamily="34" charset="0"/>
              <a:buChar char="•"/>
              <a:defRPr sz="2000">
                <a:latin typeface="Segoe UI" panose="020B0502040204020203" pitchFamily="34" charset="0"/>
                <a:cs typeface="Segoe UI" panose="020B0502040204020203" pitchFamily="34" charset="0"/>
              </a:defRPr>
            </a:lvl4pPr>
            <a:lvl5pPr marL="1120483" indent="-224097">
              <a:buFont typeface="Arial" panose="020B0604020202020204" pitchFamily="34" charset="0"/>
              <a:buChar char="•"/>
              <a:defRPr sz="2000">
                <a:latin typeface="Segoe UI" panose="020B0502040204020203" pitchFamily="34" charset="0"/>
                <a:cs typeface="Segoe UI" panose="020B0502040204020203" pitchFamily="34" charset="0"/>
              </a:defRPr>
            </a:lvl5pPr>
          </a:lstStyle>
          <a:p>
            <a:pPr lvl="0"/>
            <a:r>
              <a:rPr lang="en-US"/>
              <a:t>Edit Master text styles</a:t>
            </a:r>
          </a:p>
        </p:txBody>
      </p:sp>
      <p:sp>
        <p:nvSpPr>
          <p:cNvPr id="14" name="Title 5">
            <a:extLst>
              <a:ext uri="{FF2B5EF4-FFF2-40B4-BE49-F238E27FC236}">
                <a16:creationId xmlns:a16="http://schemas.microsoft.com/office/drawing/2014/main" id="{71085026-B193-4387-8D94-315FD7F1AB5F}"/>
              </a:ext>
            </a:extLst>
          </p:cNvPr>
          <p:cNvSpPr>
            <a:spLocks noGrp="1"/>
          </p:cNvSpPr>
          <p:nvPr>
            <p:ph type="title"/>
          </p:nvPr>
        </p:nvSpPr>
        <p:spPr>
          <a:xfrm>
            <a:off x="384048" y="137160"/>
            <a:ext cx="10009632" cy="576072"/>
          </a:xfrm>
          <a:prstGeom prst="rect">
            <a:avLst/>
          </a:prstGeom>
        </p:spPr>
        <p:txBody>
          <a:bodyPr lIns="0" tIns="0" rIns="0" bIns="0" anchor="ctr" anchorCtr="0">
            <a:normAutofit/>
          </a:bodyPr>
          <a:lstStyle>
            <a:lvl1pPr>
              <a:defRPr sz="2800">
                <a:solidFill>
                  <a:schemeClr val="bg2"/>
                </a:solidFill>
                <a:latin typeface="Neue Haas Grotesk Text Pro" panose="020B0504020202020204" pitchFamily="34" charset="0"/>
                <a:cs typeface="Segoe UI Semibold" panose="020B0702040204020203" pitchFamily="34" charset="0"/>
              </a:defRPr>
            </a:lvl1pPr>
          </a:lstStyle>
          <a:p>
            <a:r>
              <a:rPr lang="en-US"/>
              <a:t>Click to edit Master title style</a:t>
            </a:r>
          </a:p>
        </p:txBody>
      </p:sp>
      <p:sp>
        <p:nvSpPr>
          <p:cNvPr id="16" name="Rectangle 15">
            <a:extLst>
              <a:ext uri="{FF2B5EF4-FFF2-40B4-BE49-F238E27FC236}">
                <a16:creationId xmlns:a16="http://schemas.microsoft.com/office/drawing/2014/main" id="{3F46A147-82DD-4D69-928A-EFB2CC1F07DA}"/>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 name="Picture 19" descr="A picture containing clock, drawing, meter&#10;&#10;Description automatically generated">
            <a:extLst>
              <a:ext uri="{FF2B5EF4-FFF2-40B4-BE49-F238E27FC236}">
                <a16:creationId xmlns:a16="http://schemas.microsoft.com/office/drawing/2014/main" id="{ECDD234F-F29C-4928-8581-993E4989BFE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Tree>
    <p:extLst>
      <p:ext uri="{BB962C8B-B14F-4D97-AF65-F5344CB8AC3E}">
        <p14:creationId xmlns:p14="http://schemas.microsoft.com/office/powerpoint/2010/main" val="12434257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Module Title">
    <p:spTree>
      <p:nvGrpSpPr>
        <p:cNvPr id="1" name=""/>
        <p:cNvGrpSpPr/>
        <p:nvPr/>
      </p:nvGrpSpPr>
      <p:grpSpPr>
        <a:xfrm>
          <a:off x="0" y="0"/>
          <a:ext cx="0" cy="0"/>
          <a:chOff x="0" y="0"/>
          <a:chExt cx="0" cy="0"/>
        </a:xfrm>
      </p:grpSpPr>
      <p:pic>
        <p:nvPicPr>
          <p:cNvPr id="6" name="Picture 5" descr="A sunset in the background&#10;&#10;Description automatically generated">
            <a:extLst>
              <a:ext uri="{FF2B5EF4-FFF2-40B4-BE49-F238E27FC236}">
                <a16:creationId xmlns:a16="http://schemas.microsoft.com/office/drawing/2014/main" id="{2D155F1C-A707-4226-9726-41A19988E37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40B9738C-7DF9-4011-BE7A-A97F5F748C48}"/>
              </a:ext>
            </a:extLst>
          </p:cNvPr>
          <p:cNvSpPr/>
          <p:nvPr userDrawn="1"/>
        </p:nvSpPr>
        <p:spPr bwMode="auto">
          <a:xfrm>
            <a:off x="1524" y="0"/>
            <a:ext cx="12188952" cy="6858000"/>
          </a:xfrm>
          <a:prstGeom prst="rect">
            <a:avLst/>
          </a:prstGeom>
          <a:solidFill>
            <a:schemeClr val="tx1">
              <a:alpha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4" name="Rectangle 3">
            <a:extLst>
              <a:ext uri="{FF2B5EF4-FFF2-40B4-BE49-F238E27FC236}">
                <a16:creationId xmlns:a16="http://schemas.microsoft.com/office/drawing/2014/main" id="{D234C962-EFA1-4E0A-9C08-6AD8A09DAEAB}"/>
              </a:ext>
            </a:extLst>
          </p:cNvPr>
          <p:cNvSpPr/>
          <p:nvPr userDrawn="1"/>
        </p:nvSpPr>
        <p:spPr bwMode="auto">
          <a:xfrm>
            <a:off x="2515565" y="1343821"/>
            <a:ext cx="7160870" cy="4170358"/>
          </a:xfrm>
          <a:prstGeom prst="rect">
            <a:avLst/>
          </a:prstGeom>
          <a:noFill/>
          <a:ln w="28575">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9" name="Rectangle 8">
            <a:extLst>
              <a:ext uri="{FF2B5EF4-FFF2-40B4-BE49-F238E27FC236}">
                <a16:creationId xmlns:a16="http://schemas.microsoft.com/office/drawing/2014/main" id="{91DC5FE5-832E-4C9F-82AC-DE2D7FBAE198}"/>
              </a:ext>
            </a:extLst>
          </p:cNvPr>
          <p:cNvSpPr/>
          <p:nvPr userDrawn="1"/>
        </p:nvSpPr>
        <p:spPr bwMode="auto">
          <a:xfrm>
            <a:off x="2689187" y="1528920"/>
            <a:ext cx="6813628" cy="3800161"/>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11" name="Title 1"/>
          <p:cNvSpPr>
            <a:spLocks noGrp="1"/>
          </p:cNvSpPr>
          <p:nvPr>
            <p:ph type="title" hasCustomPrompt="1"/>
          </p:nvPr>
        </p:nvSpPr>
        <p:spPr bwMode="ltGray">
          <a:xfrm>
            <a:off x="2828082" y="3152646"/>
            <a:ext cx="6535838" cy="1180572"/>
          </a:xfrm>
          <a:prstGeom prst="rect">
            <a:avLst/>
          </a:prstGeom>
          <a:noFill/>
        </p:spPr>
        <p:txBody>
          <a:bodyPr lIns="91440" tIns="91440" rIns="91440" bIns="91440" anchor="ctr" anchorCtr="0"/>
          <a:lstStyle>
            <a:lvl1pPr algn="ctr">
              <a:defRPr sz="2800" spc="-98" baseline="0">
                <a:gradFill>
                  <a:gsLst>
                    <a:gs pos="5833">
                      <a:srgbClr val="FFFFFF"/>
                    </a:gs>
                    <a:gs pos="18000">
                      <a:srgbClr val="FFFFFF"/>
                    </a:gs>
                  </a:gsLst>
                  <a:lin ang="5400000" scaled="0"/>
                </a:gradFill>
                <a:latin typeface="Neue Haas Grotesk Text Pro" panose="020B0504020202020204" pitchFamily="34" charset="0"/>
                <a:cs typeface="Segoe UI" panose="020B0502040204020203" pitchFamily="34" charset="0"/>
              </a:defRPr>
            </a:lvl1pPr>
          </a:lstStyle>
          <a:p>
            <a:r>
              <a:rPr lang="en-US"/>
              <a:t>Module Name</a:t>
            </a:r>
          </a:p>
        </p:txBody>
      </p:sp>
      <p:sp>
        <p:nvSpPr>
          <p:cNvPr id="8" name="Text Placeholder 7">
            <a:extLst>
              <a:ext uri="{FF2B5EF4-FFF2-40B4-BE49-F238E27FC236}">
                <a16:creationId xmlns:a16="http://schemas.microsoft.com/office/drawing/2014/main" id="{1636453E-2261-4F74-92ED-FD3938725B95}"/>
              </a:ext>
            </a:extLst>
          </p:cNvPr>
          <p:cNvSpPr>
            <a:spLocks noGrp="1"/>
          </p:cNvSpPr>
          <p:nvPr>
            <p:ph type="body" sz="quarter" idx="10" hasCustomPrompt="1"/>
          </p:nvPr>
        </p:nvSpPr>
        <p:spPr>
          <a:xfrm>
            <a:off x="5225249" y="2513207"/>
            <a:ext cx="1741502" cy="627864"/>
          </a:xfrm>
          <a:prstGeom prst="rect">
            <a:avLst/>
          </a:prstGeom>
          <a:noFill/>
        </p:spPr>
        <p:txBody>
          <a:bodyPr wrap="none" lIns="182880" tIns="146304" rIns="182880" bIns="146304" rtlCol="0">
            <a:spAutoFit/>
          </a:bodyPr>
          <a:lstStyle>
            <a:lvl1pPr marL="0" indent="0">
              <a:buNone/>
              <a:defRPr lang="en-US" sz="2400" b="1" dirty="0">
                <a:solidFill>
                  <a:schemeClr val="tx1"/>
                </a:solidFill>
                <a:latin typeface="Neue Haas Grotesk Text Pro" panose="020B0504020202020204" pitchFamily="34" charset="0"/>
              </a:defRPr>
            </a:lvl1pPr>
          </a:lstStyle>
          <a:p>
            <a:pPr marL="0" lvl="0" algn="ctr" defTabSz="914400">
              <a:spcAft>
                <a:spcPts val="600"/>
              </a:spcAft>
            </a:pPr>
            <a:r>
              <a:rPr lang="en-US"/>
              <a:t>Module #</a:t>
            </a:r>
          </a:p>
        </p:txBody>
      </p:sp>
    </p:spTree>
    <p:extLst>
      <p:ext uri="{BB962C8B-B14F-4D97-AF65-F5344CB8AC3E}">
        <p14:creationId xmlns:p14="http://schemas.microsoft.com/office/powerpoint/2010/main" val="2620572241"/>
      </p:ext>
    </p:extLst>
  </p:cSld>
  <p:clrMapOvr>
    <a:masterClrMapping/>
  </p:clrMapOvr>
  <mc:AlternateContent xmlns:mc="http://schemas.openxmlformats.org/markup-compatibility/2006" xmlns:p14="http://schemas.microsoft.com/office/powerpoint/2010/main">
    <mc:Choice Requires="p14">
      <p:transition spd="slow" p14:dur="2500">
        <p14:reveal/>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3133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12039EF-9987-49F4-B017-D3861BCA9D5B}"/>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9" name="Title 5">
            <a:extLst>
              <a:ext uri="{FF2B5EF4-FFF2-40B4-BE49-F238E27FC236}">
                <a16:creationId xmlns:a16="http://schemas.microsoft.com/office/drawing/2014/main" id="{2C8A3548-824B-4D68-88AD-C1C919DEE967}"/>
              </a:ext>
            </a:extLst>
          </p:cNvPr>
          <p:cNvSpPr>
            <a:spLocks noGrp="1"/>
          </p:cNvSpPr>
          <p:nvPr>
            <p:ph type="title"/>
          </p:nvPr>
        </p:nvSpPr>
        <p:spPr>
          <a:xfrm>
            <a:off x="384048" y="137160"/>
            <a:ext cx="10009632" cy="576072"/>
          </a:xfrm>
          <a:prstGeom prst="rect">
            <a:avLst/>
          </a:prstGeom>
        </p:spPr>
        <p:txBody>
          <a:bodyPr lIns="0" tIns="0" rIns="0" bIns="0" anchor="ctr" anchorCtr="0">
            <a:normAutofit/>
          </a:bodyPr>
          <a:lstStyle>
            <a:lvl1pPr>
              <a:defRPr sz="2800">
                <a:solidFill>
                  <a:schemeClr val="bg2"/>
                </a:solidFill>
                <a:latin typeface="Neue Haas Grotesk Text Pro" panose="020B0504020202020204" pitchFamily="34" charset="0"/>
                <a:cs typeface="Segoe UI Semibold" panose="020B0702040204020203" pitchFamily="34" charset="0"/>
              </a:defRPr>
            </a:lvl1pPr>
          </a:lstStyle>
          <a:p>
            <a:r>
              <a:rPr lang="en-US"/>
              <a:t>Click to edit Master title style</a:t>
            </a:r>
          </a:p>
        </p:txBody>
      </p:sp>
      <p:sp>
        <p:nvSpPr>
          <p:cNvPr id="11" name="Rectangle 10">
            <a:extLst>
              <a:ext uri="{FF2B5EF4-FFF2-40B4-BE49-F238E27FC236}">
                <a16:creationId xmlns:a16="http://schemas.microsoft.com/office/drawing/2014/main" id="{A70FAA89-0C0F-4D48-AEB4-4CCBEB468F0B}"/>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Picture 13" descr="A picture containing clock, drawing, meter&#10;&#10;Description automatically generated">
            <a:extLst>
              <a:ext uri="{FF2B5EF4-FFF2-40B4-BE49-F238E27FC236}">
                <a16:creationId xmlns:a16="http://schemas.microsoft.com/office/drawing/2014/main" id="{8C5EDBC5-05BB-49B8-B23C-E16915CEF62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Tree>
    <p:extLst>
      <p:ext uri="{BB962C8B-B14F-4D97-AF65-F5344CB8AC3E}">
        <p14:creationId xmlns:p14="http://schemas.microsoft.com/office/powerpoint/2010/main" val="6658186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 1">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FDB8AE6-16AB-4407-ABC2-9194AEBF3139}"/>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ext Placeholder 2"/>
          <p:cNvSpPr>
            <a:spLocks noGrp="1"/>
          </p:cNvSpPr>
          <p:nvPr>
            <p:ph type="body" sz="quarter" idx="10" hasCustomPrompt="1"/>
          </p:nvPr>
        </p:nvSpPr>
        <p:spPr>
          <a:xfrm>
            <a:off x="384048" y="1187644"/>
            <a:ext cx="11430000" cy="5533196"/>
          </a:xfrm>
          <a:prstGeom prst="rect">
            <a:avLst/>
          </a:prstGeom>
        </p:spPr>
        <p:txBody>
          <a:bodyPr lIns="0" tIns="0" rIns="0" bIns="0"/>
          <a:lstStyle>
            <a:lvl1pPr marL="0" indent="0">
              <a:buFont typeface="Arial" panose="020B0604020202020204" pitchFamily="34" charset="0"/>
              <a:buNone/>
              <a:defRPr sz="2000">
                <a:solidFill>
                  <a:schemeClr val="tx1"/>
                </a:solidFill>
                <a:latin typeface="Neue Haas Grotesk Text Pro" panose="020B0504020202020204" pitchFamily="34" charset="0"/>
                <a:cs typeface="Segoe UI" panose="020B0502040204020203" pitchFamily="34" charset="0"/>
              </a:defRPr>
            </a:lvl1pPr>
            <a:lvl2pPr marL="448193" indent="-224097">
              <a:buFont typeface="Arial" panose="020B0604020202020204" pitchFamily="34" charset="0"/>
              <a:buChar char="•"/>
              <a:defRPr sz="2000">
                <a:latin typeface="Segoe UI" panose="020B0502040204020203" pitchFamily="34" charset="0"/>
                <a:cs typeface="Segoe UI" panose="020B0502040204020203" pitchFamily="34" charset="0"/>
              </a:defRPr>
            </a:lvl2pPr>
            <a:lvl3pPr marL="672290" indent="-224097">
              <a:buFont typeface="Arial" panose="020B0604020202020204" pitchFamily="34" charset="0"/>
              <a:buChar char="•"/>
              <a:defRPr sz="2000">
                <a:latin typeface="Segoe UI" panose="020B0502040204020203" pitchFamily="34" charset="0"/>
                <a:cs typeface="Segoe UI" panose="020B0502040204020203" pitchFamily="34" charset="0"/>
              </a:defRPr>
            </a:lvl3pPr>
            <a:lvl4pPr marL="896386" indent="-224097">
              <a:buFont typeface="Arial" panose="020B0604020202020204" pitchFamily="34" charset="0"/>
              <a:buChar char="•"/>
              <a:defRPr sz="2000">
                <a:latin typeface="Segoe UI" panose="020B0502040204020203" pitchFamily="34" charset="0"/>
                <a:cs typeface="Segoe UI" panose="020B0502040204020203" pitchFamily="34" charset="0"/>
              </a:defRPr>
            </a:lvl4pPr>
            <a:lvl5pPr marL="1120483" indent="-224097">
              <a:buFont typeface="Arial" panose="020B0604020202020204" pitchFamily="34" charset="0"/>
              <a:buChar char="•"/>
              <a:defRPr sz="2000">
                <a:latin typeface="Segoe UI" panose="020B0502040204020203" pitchFamily="34" charset="0"/>
                <a:cs typeface="Segoe UI" panose="020B0502040204020203" pitchFamily="34" charset="0"/>
              </a:defRPr>
            </a:lvl5pPr>
          </a:lstStyle>
          <a:p>
            <a:pPr lvl="0"/>
            <a:r>
              <a:rPr lang="en-US"/>
              <a:t>Edit Master text styles</a:t>
            </a:r>
          </a:p>
        </p:txBody>
      </p:sp>
      <p:sp>
        <p:nvSpPr>
          <p:cNvPr id="9" name="Title 5">
            <a:extLst>
              <a:ext uri="{FF2B5EF4-FFF2-40B4-BE49-F238E27FC236}">
                <a16:creationId xmlns:a16="http://schemas.microsoft.com/office/drawing/2014/main" id="{E1B9AD57-5B83-44BC-BCD2-181992203154}"/>
              </a:ext>
            </a:extLst>
          </p:cNvPr>
          <p:cNvSpPr>
            <a:spLocks noGrp="1"/>
          </p:cNvSpPr>
          <p:nvPr>
            <p:ph type="title"/>
          </p:nvPr>
        </p:nvSpPr>
        <p:spPr>
          <a:xfrm>
            <a:off x="384048" y="137160"/>
            <a:ext cx="10009632" cy="576072"/>
          </a:xfrm>
          <a:prstGeom prst="rect">
            <a:avLst/>
          </a:prstGeom>
        </p:spPr>
        <p:txBody>
          <a:bodyPr lIns="0" tIns="0" rIns="0" bIns="0" anchor="ctr" anchorCtr="0">
            <a:normAutofit/>
          </a:bodyPr>
          <a:lstStyle>
            <a:lvl1pPr>
              <a:defRPr sz="2800">
                <a:solidFill>
                  <a:schemeClr val="bg2"/>
                </a:solidFill>
                <a:latin typeface="Neue Haas Grotesk Text Pro" panose="020B0504020202020204" pitchFamily="34" charset="0"/>
                <a:cs typeface="Segoe UI Semibold" panose="020B0702040204020203" pitchFamily="34" charset="0"/>
              </a:defRPr>
            </a:lvl1pPr>
          </a:lstStyle>
          <a:p>
            <a:r>
              <a:rPr lang="en-US"/>
              <a:t>Click to edit Master title style</a:t>
            </a:r>
          </a:p>
        </p:txBody>
      </p:sp>
      <p:sp>
        <p:nvSpPr>
          <p:cNvPr id="11" name="Rectangle 10">
            <a:extLst>
              <a:ext uri="{FF2B5EF4-FFF2-40B4-BE49-F238E27FC236}">
                <a16:creationId xmlns:a16="http://schemas.microsoft.com/office/drawing/2014/main" id="{31BD9E8D-F04B-4D3D-A088-96BFE0B5C4DA}"/>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Picture 13" descr="A picture containing clock, drawing, meter&#10;&#10;Description automatically generated">
            <a:extLst>
              <a:ext uri="{FF2B5EF4-FFF2-40B4-BE49-F238E27FC236}">
                <a16:creationId xmlns:a16="http://schemas.microsoft.com/office/drawing/2014/main" id="{05C5E2B1-9F9E-4741-85B8-9A22E617F91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Tree>
    <p:extLst>
      <p:ext uri="{BB962C8B-B14F-4D97-AF65-F5344CB8AC3E}">
        <p14:creationId xmlns:p14="http://schemas.microsoft.com/office/powerpoint/2010/main" val="11083095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 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D57A1A25-E6A2-4FD8-920E-C9ED7D2C43FE}"/>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ext Placeholder 2"/>
          <p:cNvSpPr>
            <a:spLocks noGrp="1"/>
          </p:cNvSpPr>
          <p:nvPr>
            <p:ph type="body" sz="quarter" idx="10" hasCustomPrompt="1"/>
          </p:nvPr>
        </p:nvSpPr>
        <p:spPr>
          <a:xfrm>
            <a:off x="384048" y="1187644"/>
            <a:ext cx="11430000" cy="5533196"/>
          </a:xfrm>
          <a:prstGeom prst="rect">
            <a:avLst/>
          </a:prstGeom>
        </p:spPr>
        <p:txBody>
          <a:bodyPr lIns="0" tIns="0" rIns="0" bIns="0"/>
          <a:lstStyle>
            <a:lvl1pPr marL="224097"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1pPr>
            <a:lvl2pPr marL="448193"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2pPr>
            <a:lvl3pPr marL="672290"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3pPr>
            <a:lvl4pPr marL="896386"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4pPr>
            <a:lvl5pPr marL="1120483"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5">
            <a:extLst>
              <a:ext uri="{FF2B5EF4-FFF2-40B4-BE49-F238E27FC236}">
                <a16:creationId xmlns:a16="http://schemas.microsoft.com/office/drawing/2014/main" id="{334C1D39-952B-4D35-8F09-B705792CBA54}"/>
              </a:ext>
            </a:extLst>
          </p:cNvPr>
          <p:cNvSpPr>
            <a:spLocks noGrp="1"/>
          </p:cNvSpPr>
          <p:nvPr>
            <p:ph type="title"/>
          </p:nvPr>
        </p:nvSpPr>
        <p:spPr>
          <a:xfrm>
            <a:off x="384048" y="137160"/>
            <a:ext cx="10009632" cy="576072"/>
          </a:xfrm>
          <a:prstGeom prst="rect">
            <a:avLst/>
          </a:prstGeom>
        </p:spPr>
        <p:txBody>
          <a:bodyPr lIns="0" tIns="0" rIns="0" bIns="0" anchor="ctr" anchorCtr="0">
            <a:normAutofit/>
          </a:bodyPr>
          <a:lstStyle>
            <a:lvl1pPr>
              <a:defRPr sz="2800">
                <a:solidFill>
                  <a:schemeClr val="bg2"/>
                </a:solidFill>
                <a:latin typeface="Neue Haas Grotesk Text Pro" panose="020B0504020202020204" pitchFamily="34" charset="0"/>
                <a:cs typeface="Segoe UI Semibold" panose="020B0702040204020203" pitchFamily="34" charset="0"/>
              </a:defRPr>
            </a:lvl1pPr>
          </a:lstStyle>
          <a:p>
            <a:r>
              <a:rPr lang="en-US"/>
              <a:t>Click to edit Master title style</a:t>
            </a:r>
          </a:p>
        </p:txBody>
      </p:sp>
      <p:sp>
        <p:nvSpPr>
          <p:cNvPr id="11" name="Rectangle 10">
            <a:extLst>
              <a:ext uri="{FF2B5EF4-FFF2-40B4-BE49-F238E27FC236}">
                <a16:creationId xmlns:a16="http://schemas.microsoft.com/office/drawing/2014/main" id="{C00A85FE-5FA6-4852-8746-5180FF06CA22}"/>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Picture 13" descr="A picture containing clock, drawing, meter&#10;&#10;Description automatically generated">
            <a:extLst>
              <a:ext uri="{FF2B5EF4-FFF2-40B4-BE49-F238E27FC236}">
                <a16:creationId xmlns:a16="http://schemas.microsoft.com/office/drawing/2014/main" id="{29BF0E8A-BC2A-4070-ABD8-BCC26F40D25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Tree>
    <p:extLst>
      <p:ext uri="{BB962C8B-B14F-4D97-AF65-F5344CB8AC3E}">
        <p14:creationId xmlns:p14="http://schemas.microsoft.com/office/powerpoint/2010/main" val="2078415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Image - 1">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95F09D0-A99E-477F-AB8E-5658C71E6FB0}"/>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ext Placeholder 2"/>
          <p:cNvSpPr>
            <a:spLocks noGrp="1"/>
          </p:cNvSpPr>
          <p:nvPr>
            <p:ph type="body" sz="quarter" idx="10" hasCustomPrompt="1"/>
          </p:nvPr>
        </p:nvSpPr>
        <p:spPr>
          <a:xfrm>
            <a:off x="384048" y="1187644"/>
            <a:ext cx="6240272" cy="5294436"/>
          </a:xfrm>
          <a:prstGeom prst="rect">
            <a:avLst/>
          </a:prstGeom>
        </p:spPr>
        <p:txBody>
          <a:bodyPr lIns="0" tIns="0" rIns="0" bIns="0"/>
          <a:lstStyle>
            <a:lvl1pPr marL="224097"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1pPr>
            <a:lvl2pPr marL="448193"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2pPr>
            <a:lvl3pPr marL="672290"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3pPr>
            <a:lvl4pPr marL="896386"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4pPr>
            <a:lvl5pPr marL="1120483"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itle 5">
            <a:extLst>
              <a:ext uri="{FF2B5EF4-FFF2-40B4-BE49-F238E27FC236}">
                <a16:creationId xmlns:a16="http://schemas.microsoft.com/office/drawing/2014/main" id="{D6C41031-6DE8-47CC-93B3-346651AAA1EE}"/>
              </a:ext>
            </a:extLst>
          </p:cNvPr>
          <p:cNvSpPr>
            <a:spLocks noGrp="1"/>
          </p:cNvSpPr>
          <p:nvPr>
            <p:ph type="title"/>
          </p:nvPr>
        </p:nvSpPr>
        <p:spPr>
          <a:xfrm>
            <a:off x="384048" y="137160"/>
            <a:ext cx="10009632" cy="576072"/>
          </a:xfrm>
          <a:prstGeom prst="rect">
            <a:avLst/>
          </a:prstGeom>
        </p:spPr>
        <p:txBody>
          <a:bodyPr lIns="0" tIns="0" rIns="0" bIns="0" anchor="ctr" anchorCtr="0">
            <a:normAutofit/>
          </a:bodyPr>
          <a:lstStyle>
            <a:lvl1pPr>
              <a:defRPr sz="2800">
                <a:solidFill>
                  <a:schemeClr val="bg2"/>
                </a:solidFill>
                <a:latin typeface="Neue Haas Grotesk Text Pro" panose="020B0504020202020204" pitchFamily="34" charset="0"/>
                <a:cs typeface="Segoe UI Semibold" panose="020B0702040204020203" pitchFamily="34" charset="0"/>
              </a:defRPr>
            </a:lvl1pPr>
          </a:lstStyle>
          <a:p>
            <a:r>
              <a:rPr lang="en-US"/>
              <a:t>Click to edit Master title style</a:t>
            </a:r>
          </a:p>
        </p:txBody>
      </p:sp>
      <p:sp>
        <p:nvSpPr>
          <p:cNvPr id="14" name="Rectangle 13">
            <a:extLst>
              <a:ext uri="{FF2B5EF4-FFF2-40B4-BE49-F238E27FC236}">
                <a16:creationId xmlns:a16="http://schemas.microsoft.com/office/drawing/2014/main" id="{14E201B6-DFC7-4949-9C7C-7B4343D884E0}"/>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5" name="Group 14">
            <a:extLst>
              <a:ext uri="{FF2B5EF4-FFF2-40B4-BE49-F238E27FC236}">
                <a16:creationId xmlns:a16="http://schemas.microsoft.com/office/drawing/2014/main" id="{8DE39EAE-9ED1-40FC-986D-446FB70D2119}"/>
              </a:ext>
            </a:extLst>
          </p:cNvPr>
          <p:cNvGrpSpPr/>
          <p:nvPr userDrawn="1"/>
        </p:nvGrpSpPr>
        <p:grpSpPr>
          <a:xfrm>
            <a:off x="6378666" y="1168712"/>
            <a:ext cx="5334674" cy="5324500"/>
            <a:chOff x="5706599" y="365100"/>
            <a:chExt cx="6039478" cy="6027960"/>
          </a:xfrm>
        </p:grpSpPr>
        <p:sp>
          <p:nvSpPr>
            <p:cNvPr id="16" name="Rectangle 15">
              <a:extLst>
                <a:ext uri="{FF2B5EF4-FFF2-40B4-BE49-F238E27FC236}">
                  <a16:creationId xmlns:a16="http://schemas.microsoft.com/office/drawing/2014/main" id="{5B1A9DDE-C336-47D2-9295-392EAEE88F3C}"/>
                </a:ext>
              </a:extLst>
            </p:cNvPr>
            <p:cNvSpPr/>
            <p:nvPr/>
          </p:nvSpPr>
          <p:spPr>
            <a:xfrm rot="17512666">
              <a:off x="6203404" y="745838"/>
              <a:ext cx="4906248" cy="5366800"/>
            </a:xfrm>
            <a:prstGeom prst="rect">
              <a:avLst/>
            </a:prstGeom>
            <a:solidFill>
              <a:schemeClr val="bg1"/>
            </a:solidFill>
            <a:ln w="254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solidFill>
                  <a:schemeClr val="tx1"/>
                </a:solidFill>
              </a:endParaRPr>
            </a:p>
          </p:txBody>
        </p:sp>
        <p:sp>
          <p:nvSpPr>
            <p:cNvPr id="17" name="Parallelogram 16">
              <a:extLst>
                <a:ext uri="{FF2B5EF4-FFF2-40B4-BE49-F238E27FC236}">
                  <a16:creationId xmlns:a16="http://schemas.microsoft.com/office/drawing/2014/main" id="{EE01285C-8D32-4A61-B3D5-9F36F41BD6D4}"/>
                </a:ext>
              </a:extLst>
            </p:cNvPr>
            <p:cNvSpPr/>
            <p:nvPr/>
          </p:nvSpPr>
          <p:spPr>
            <a:xfrm rot="1054851">
              <a:off x="6307791" y="365100"/>
              <a:ext cx="419623" cy="2412839"/>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Parallelogram 17">
              <a:extLst>
                <a:ext uri="{FF2B5EF4-FFF2-40B4-BE49-F238E27FC236}">
                  <a16:creationId xmlns:a16="http://schemas.microsoft.com/office/drawing/2014/main" id="{285C5726-A9D3-466F-9B0A-989B26AE3E6B}"/>
                </a:ext>
              </a:extLst>
            </p:cNvPr>
            <p:cNvSpPr/>
            <p:nvPr/>
          </p:nvSpPr>
          <p:spPr>
            <a:xfrm rot="17384689">
              <a:off x="9919115" y="-205855"/>
              <a:ext cx="419623" cy="3234301"/>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arallelogram 18">
              <a:extLst>
                <a:ext uri="{FF2B5EF4-FFF2-40B4-BE49-F238E27FC236}">
                  <a16:creationId xmlns:a16="http://schemas.microsoft.com/office/drawing/2014/main" id="{46BFD04D-210B-4129-8E70-BDB1E9593607}"/>
                </a:ext>
              </a:extLst>
            </p:cNvPr>
            <p:cNvSpPr/>
            <p:nvPr/>
          </p:nvSpPr>
          <p:spPr>
            <a:xfrm rot="17428880">
              <a:off x="7190638" y="3912714"/>
              <a:ext cx="419623" cy="3387701"/>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Parallelogram 19">
              <a:extLst>
                <a:ext uri="{FF2B5EF4-FFF2-40B4-BE49-F238E27FC236}">
                  <a16:creationId xmlns:a16="http://schemas.microsoft.com/office/drawing/2014/main" id="{DDE0B14C-5D03-4CCF-8C5B-6657F2F25CB7}"/>
                </a:ext>
              </a:extLst>
            </p:cNvPr>
            <p:cNvSpPr/>
            <p:nvPr/>
          </p:nvSpPr>
          <p:spPr>
            <a:xfrm rot="1054851">
              <a:off x="10741557" y="3526550"/>
              <a:ext cx="419623" cy="2866510"/>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1" name="Picture 2" descr="https://hookagency.com/wp-content/uploads/2017/10/financial-services-keywords.jpg">
              <a:extLst>
                <a:ext uri="{FF2B5EF4-FFF2-40B4-BE49-F238E27FC236}">
                  <a16:creationId xmlns:a16="http://schemas.microsoft.com/office/drawing/2014/main" id="{AA84CCB0-9CE5-4CFC-809E-BC893C50FCEB}"/>
                </a:ext>
              </a:extLst>
            </p:cNvPr>
            <p:cNvPicPr preferRelativeResize="0">
              <a:picLocks noChangeArrowheads="1"/>
            </p:cNvPicPr>
            <p:nvPr/>
          </p:nvPicPr>
          <p:blipFill rotWithShape="1">
            <a:blip r:embed="rId2">
              <a:extLst>
                <a:ext uri="{28A0092B-C50C-407E-A947-70E740481C1C}">
                  <a14:useLocalDpi xmlns:a14="http://schemas.microsoft.com/office/drawing/2010/main" val="0"/>
                </a:ext>
              </a:extLst>
            </a:blip>
            <a:srcRect l="13559" r="19596"/>
            <a:stretch/>
          </p:blipFill>
          <p:spPr bwMode="auto">
            <a:xfrm>
              <a:off x="6241144" y="976084"/>
              <a:ext cx="5080000" cy="5080000"/>
            </a:xfrm>
            <a:prstGeom prst="rect">
              <a:avLst/>
            </a:prstGeom>
            <a:noFill/>
            <a:extLst>
              <a:ext uri="{909E8E84-426E-40DD-AFC4-6F175D3DCCD1}">
                <a14:hiddenFill xmlns:a14="http://schemas.microsoft.com/office/drawing/2010/main">
                  <a:solidFill>
                    <a:srgbClr val="FFFFFF"/>
                  </a:solidFill>
                </a14:hiddenFill>
              </a:ext>
            </a:extLst>
          </p:spPr>
        </p:pic>
      </p:grpSp>
      <p:pic>
        <p:nvPicPr>
          <p:cNvPr id="24" name="Picture 23" descr="A picture containing clock, drawing, meter&#10;&#10;Description automatically generated">
            <a:extLst>
              <a:ext uri="{FF2B5EF4-FFF2-40B4-BE49-F238E27FC236}">
                <a16:creationId xmlns:a16="http://schemas.microsoft.com/office/drawing/2014/main" id="{9DF05919-77A3-4896-A903-CC88CAC3F1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Tree>
    <p:extLst>
      <p:ext uri="{BB962C8B-B14F-4D97-AF65-F5344CB8AC3E}">
        <p14:creationId xmlns:p14="http://schemas.microsoft.com/office/powerpoint/2010/main" val="2490341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Image - 2">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C502CD4D-97B2-45AE-8AA9-8D7F63214C86}"/>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18" name="Picture 17" descr="A picture containing outdoor, light, building, street&#10;&#10;Description automatically generated">
            <a:extLst>
              <a:ext uri="{FF2B5EF4-FFF2-40B4-BE49-F238E27FC236}">
                <a16:creationId xmlns:a16="http://schemas.microsoft.com/office/drawing/2014/main" id="{4D33CEA2-DF75-4312-B745-1C2A15496AC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559408" y="877824"/>
            <a:ext cx="7632592" cy="5980176"/>
          </a:xfrm>
          <a:prstGeom prst="rect">
            <a:avLst/>
          </a:prstGeom>
        </p:spPr>
      </p:pic>
      <p:sp>
        <p:nvSpPr>
          <p:cNvPr id="3" name="Text Placeholder 2"/>
          <p:cNvSpPr>
            <a:spLocks noGrp="1"/>
          </p:cNvSpPr>
          <p:nvPr>
            <p:ph type="body" sz="quarter" idx="10" hasCustomPrompt="1"/>
          </p:nvPr>
        </p:nvSpPr>
        <p:spPr>
          <a:xfrm>
            <a:off x="384048" y="1187644"/>
            <a:ext cx="5565339" cy="5294436"/>
          </a:xfrm>
          <a:prstGeom prst="rect">
            <a:avLst/>
          </a:prstGeom>
        </p:spPr>
        <p:txBody>
          <a:bodyPr lIns="0" tIns="0" rIns="0" bIns="0"/>
          <a:lstStyle>
            <a:lvl1pPr marL="224097"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1pPr>
            <a:lvl2pPr marL="448193"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2pPr>
            <a:lvl3pPr marL="672290"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3pPr>
            <a:lvl4pPr marL="896386"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4pPr>
            <a:lvl5pPr marL="1120483"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5">
            <a:extLst>
              <a:ext uri="{FF2B5EF4-FFF2-40B4-BE49-F238E27FC236}">
                <a16:creationId xmlns:a16="http://schemas.microsoft.com/office/drawing/2014/main" id="{8C4ABF09-61BB-41BF-A04F-444D5E5EDDC6}"/>
              </a:ext>
            </a:extLst>
          </p:cNvPr>
          <p:cNvSpPr>
            <a:spLocks noGrp="1"/>
          </p:cNvSpPr>
          <p:nvPr>
            <p:ph type="title"/>
          </p:nvPr>
        </p:nvSpPr>
        <p:spPr>
          <a:xfrm>
            <a:off x="384048" y="137160"/>
            <a:ext cx="10009632" cy="576072"/>
          </a:xfrm>
          <a:prstGeom prst="rect">
            <a:avLst/>
          </a:prstGeom>
        </p:spPr>
        <p:txBody>
          <a:bodyPr lIns="0" tIns="0" rIns="0" bIns="0" anchor="ctr" anchorCtr="0">
            <a:normAutofit/>
          </a:bodyPr>
          <a:lstStyle>
            <a:lvl1pPr>
              <a:defRPr sz="2800">
                <a:solidFill>
                  <a:schemeClr val="bg2"/>
                </a:solidFill>
                <a:latin typeface="Neue Haas Grotesk Text Pro" panose="020B0504020202020204" pitchFamily="34" charset="0"/>
                <a:cs typeface="Segoe UI Semibold" panose="020B0702040204020203" pitchFamily="34" charset="0"/>
              </a:defRPr>
            </a:lvl1pPr>
          </a:lstStyle>
          <a:p>
            <a:r>
              <a:rPr lang="en-US"/>
              <a:t>Click to edit Master title style</a:t>
            </a:r>
          </a:p>
        </p:txBody>
      </p:sp>
      <p:sp>
        <p:nvSpPr>
          <p:cNvPr id="15" name="Rectangle 14">
            <a:extLst>
              <a:ext uri="{FF2B5EF4-FFF2-40B4-BE49-F238E27FC236}">
                <a16:creationId xmlns:a16="http://schemas.microsoft.com/office/drawing/2014/main" id="{52915C34-5CFB-4DC7-8FDC-A5CBB0D25E96}"/>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1" name="Picture 20" descr="A picture containing clock, drawing, meter&#10;&#10;Description automatically generated">
            <a:extLst>
              <a:ext uri="{FF2B5EF4-FFF2-40B4-BE49-F238E27FC236}">
                <a16:creationId xmlns:a16="http://schemas.microsoft.com/office/drawing/2014/main" id="{1E471E15-BAC7-4390-8E5C-C0A118BBAED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Tree>
    <p:extLst>
      <p:ext uri="{BB962C8B-B14F-4D97-AF65-F5344CB8AC3E}">
        <p14:creationId xmlns:p14="http://schemas.microsoft.com/office/powerpoint/2010/main" val="24039142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and Image - 2">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22C55EF4-01CF-457D-B639-B82FFCC2E718}"/>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5" name="Picture 4" descr="A person standing in a room&#10;&#10;Description automatically generated">
            <a:extLst>
              <a:ext uri="{FF2B5EF4-FFF2-40B4-BE49-F238E27FC236}">
                <a16:creationId xmlns:a16="http://schemas.microsoft.com/office/drawing/2014/main" id="{E5F41123-31E7-41E0-8EA1-6ADF64295736}"/>
              </a:ext>
            </a:extLst>
          </p:cNvPr>
          <p:cNvPicPr preferRelativeResize="0">
            <a:picLocks/>
          </p:cNvPicPr>
          <p:nvPr userDrawn="1"/>
        </p:nvPicPr>
        <p:blipFill rotWithShape="1">
          <a:blip r:embed="rId2">
            <a:extLst>
              <a:ext uri="{28A0092B-C50C-407E-A947-70E740481C1C}">
                <a14:useLocalDpi xmlns:a14="http://schemas.microsoft.com/office/drawing/2010/main" val="0"/>
              </a:ext>
            </a:extLst>
          </a:blip>
          <a:srcRect b="14264"/>
          <a:stretch/>
        </p:blipFill>
        <p:spPr>
          <a:xfrm>
            <a:off x="0" y="885365"/>
            <a:ext cx="12192000" cy="5980176"/>
          </a:xfrm>
          <a:prstGeom prst="rect">
            <a:avLst/>
          </a:prstGeom>
        </p:spPr>
      </p:pic>
      <p:sp>
        <p:nvSpPr>
          <p:cNvPr id="10" name="Rectangle 9">
            <a:extLst>
              <a:ext uri="{FF2B5EF4-FFF2-40B4-BE49-F238E27FC236}">
                <a16:creationId xmlns:a16="http://schemas.microsoft.com/office/drawing/2014/main" id="{6C7B82B4-C2D7-4CDC-82E6-5AD689EF5945}"/>
              </a:ext>
            </a:extLst>
          </p:cNvPr>
          <p:cNvSpPr/>
          <p:nvPr userDrawn="1"/>
        </p:nvSpPr>
        <p:spPr bwMode="auto">
          <a:xfrm>
            <a:off x="193040" y="1026160"/>
            <a:ext cx="11833056" cy="5628640"/>
          </a:xfrm>
          <a:prstGeom prst="rect">
            <a:avLst/>
          </a:prstGeom>
          <a:solidFill>
            <a:schemeClr val="bg1">
              <a:alpha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ext Placeholder 2"/>
          <p:cNvSpPr>
            <a:spLocks noGrp="1"/>
          </p:cNvSpPr>
          <p:nvPr>
            <p:ph type="body" sz="quarter" idx="10" hasCustomPrompt="1"/>
          </p:nvPr>
        </p:nvSpPr>
        <p:spPr>
          <a:xfrm>
            <a:off x="384047" y="1187644"/>
            <a:ext cx="11480003" cy="5294436"/>
          </a:xfrm>
          <a:prstGeom prst="rect">
            <a:avLst/>
          </a:prstGeom>
        </p:spPr>
        <p:txBody>
          <a:bodyPr lIns="0" tIns="0" rIns="0" bIns="0"/>
          <a:lstStyle>
            <a:lvl1pPr marL="224097"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1pPr>
            <a:lvl2pPr marL="448193"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2pPr>
            <a:lvl3pPr marL="672290"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3pPr>
            <a:lvl4pPr marL="896386"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4pPr>
            <a:lvl5pPr marL="1120483"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5">
            <a:extLst>
              <a:ext uri="{FF2B5EF4-FFF2-40B4-BE49-F238E27FC236}">
                <a16:creationId xmlns:a16="http://schemas.microsoft.com/office/drawing/2014/main" id="{77FCA14F-2AC9-4ECA-99B9-E8CCB07686AC}"/>
              </a:ext>
            </a:extLst>
          </p:cNvPr>
          <p:cNvSpPr>
            <a:spLocks noGrp="1"/>
          </p:cNvSpPr>
          <p:nvPr>
            <p:ph type="title"/>
          </p:nvPr>
        </p:nvSpPr>
        <p:spPr>
          <a:xfrm>
            <a:off x="384048" y="137160"/>
            <a:ext cx="10009632" cy="576072"/>
          </a:xfrm>
          <a:prstGeom prst="rect">
            <a:avLst/>
          </a:prstGeom>
        </p:spPr>
        <p:txBody>
          <a:bodyPr lIns="0" tIns="0" rIns="0" bIns="0" anchor="ctr" anchorCtr="0">
            <a:normAutofit/>
          </a:bodyPr>
          <a:lstStyle>
            <a:lvl1pPr>
              <a:defRPr sz="2800">
                <a:solidFill>
                  <a:schemeClr val="bg2"/>
                </a:solidFill>
                <a:latin typeface="Neue Haas Grotesk Text Pro" panose="020B0504020202020204" pitchFamily="34" charset="0"/>
                <a:cs typeface="Segoe UI Semibold" panose="020B0702040204020203" pitchFamily="34" charset="0"/>
              </a:defRPr>
            </a:lvl1pPr>
          </a:lstStyle>
          <a:p>
            <a:r>
              <a:rPr lang="en-US"/>
              <a:t>Click to edit Master title style</a:t>
            </a:r>
          </a:p>
        </p:txBody>
      </p:sp>
      <p:sp>
        <p:nvSpPr>
          <p:cNvPr id="13" name="Rectangle 12">
            <a:extLst>
              <a:ext uri="{FF2B5EF4-FFF2-40B4-BE49-F238E27FC236}">
                <a16:creationId xmlns:a16="http://schemas.microsoft.com/office/drawing/2014/main" id="{47F4DDFF-2319-4B67-B921-E09629CBC54C}"/>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6" name="Picture 15" descr="A picture containing clock, drawing, meter&#10;&#10;Description automatically generated">
            <a:extLst>
              <a:ext uri="{FF2B5EF4-FFF2-40B4-BE49-F238E27FC236}">
                <a16:creationId xmlns:a16="http://schemas.microsoft.com/office/drawing/2014/main" id="{5ABE42DC-5660-4A5A-82FB-B225F8A5B9D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Tree>
    <p:extLst>
      <p:ext uri="{BB962C8B-B14F-4D97-AF65-F5344CB8AC3E}">
        <p14:creationId xmlns:p14="http://schemas.microsoft.com/office/powerpoint/2010/main" val="38784213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Image - 3">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F467B81B-F3C5-4811-AC39-4CE6296E6D29}"/>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5" name="Picture 4" descr="A picture containing person, indoor, person, person&#10;&#10;Description automatically generated">
            <a:extLst>
              <a:ext uri="{FF2B5EF4-FFF2-40B4-BE49-F238E27FC236}">
                <a16:creationId xmlns:a16="http://schemas.microsoft.com/office/drawing/2014/main" id="{48F97FD7-F557-4BBC-9EE5-13B66DC50C8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9087" r="23419"/>
          <a:stretch/>
        </p:blipFill>
        <p:spPr>
          <a:xfrm>
            <a:off x="6146800" y="885367"/>
            <a:ext cx="6045200" cy="5971032"/>
          </a:xfrm>
          <a:prstGeom prst="rect">
            <a:avLst/>
          </a:prstGeom>
        </p:spPr>
      </p:pic>
      <p:sp>
        <p:nvSpPr>
          <p:cNvPr id="3" name="Text Placeholder 2"/>
          <p:cNvSpPr>
            <a:spLocks noGrp="1"/>
          </p:cNvSpPr>
          <p:nvPr>
            <p:ph type="body" sz="quarter" idx="10" hasCustomPrompt="1"/>
          </p:nvPr>
        </p:nvSpPr>
        <p:spPr>
          <a:xfrm>
            <a:off x="384048" y="1187644"/>
            <a:ext cx="5711952" cy="5294436"/>
          </a:xfrm>
          <a:prstGeom prst="rect">
            <a:avLst/>
          </a:prstGeom>
        </p:spPr>
        <p:txBody>
          <a:bodyPr lIns="0" tIns="0" rIns="0" bIns="0"/>
          <a:lstStyle>
            <a:lvl1pPr marL="224097"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1pPr>
            <a:lvl2pPr marL="448193"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2pPr>
            <a:lvl3pPr marL="672290"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3pPr>
            <a:lvl4pPr marL="896386"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4pPr>
            <a:lvl5pPr marL="1120483"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5">
            <a:extLst>
              <a:ext uri="{FF2B5EF4-FFF2-40B4-BE49-F238E27FC236}">
                <a16:creationId xmlns:a16="http://schemas.microsoft.com/office/drawing/2014/main" id="{FFCE332B-6F01-42C8-88C6-AA3DB2E97321}"/>
              </a:ext>
            </a:extLst>
          </p:cNvPr>
          <p:cNvSpPr>
            <a:spLocks noGrp="1"/>
          </p:cNvSpPr>
          <p:nvPr>
            <p:ph type="title"/>
          </p:nvPr>
        </p:nvSpPr>
        <p:spPr>
          <a:xfrm>
            <a:off x="384048" y="137160"/>
            <a:ext cx="10009632" cy="576072"/>
          </a:xfrm>
          <a:prstGeom prst="rect">
            <a:avLst/>
          </a:prstGeom>
        </p:spPr>
        <p:txBody>
          <a:bodyPr lIns="0" tIns="0" rIns="0" bIns="0" anchor="ctr" anchorCtr="0">
            <a:normAutofit/>
          </a:bodyPr>
          <a:lstStyle>
            <a:lvl1pPr>
              <a:defRPr sz="2800">
                <a:solidFill>
                  <a:schemeClr val="bg2"/>
                </a:solidFill>
                <a:latin typeface="Neue Haas Grotesk Text Pro" panose="020B0504020202020204" pitchFamily="34" charset="0"/>
                <a:cs typeface="Segoe UI Semibold" panose="020B0702040204020203" pitchFamily="34" charset="0"/>
              </a:defRPr>
            </a:lvl1pPr>
          </a:lstStyle>
          <a:p>
            <a:r>
              <a:rPr lang="en-US"/>
              <a:t>Click to edit Master title style</a:t>
            </a:r>
          </a:p>
        </p:txBody>
      </p:sp>
      <p:sp>
        <p:nvSpPr>
          <p:cNvPr id="12" name="Rectangle 11">
            <a:extLst>
              <a:ext uri="{FF2B5EF4-FFF2-40B4-BE49-F238E27FC236}">
                <a16:creationId xmlns:a16="http://schemas.microsoft.com/office/drawing/2014/main" id="{A4583DAE-A972-4A89-9637-7EA37F356C17}"/>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descr="A picture containing clock, drawing, meter&#10;&#10;Description automatically generated">
            <a:extLst>
              <a:ext uri="{FF2B5EF4-FFF2-40B4-BE49-F238E27FC236}">
                <a16:creationId xmlns:a16="http://schemas.microsoft.com/office/drawing/2014/main" id="{52FA6BD3-D324-4470-9F82-F306BBAE015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Tree>
    <p:extLst>
      <p:ext uri="{BB962C8B-B14F-4D97-AF65-F5344CB8AC3E}">
        <p14:creationId xmlns:p14="http://schemas.microsoft.com/office/powerpoint/2010/main" val="3240946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Image - 4">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6E6122DD-7792-45EF-9B42-1C4C4E7BEAA2}"/>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5" name="Picture 4" descr="A picture containing person, indoor, person, person&#10;&#10;Description automatically generated">
            <a:extLst>
              <a:ext uri="{FF2B5EF4-FFF2-40B4-BE49-F238E27FC236}">
                <a16:creationId xmlns:a16="http://schemas.microsoft.com/office/drawing/2014/main" id="{48F97FD7-F557-4BBC-9EE5-13B66DC50C8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9087" r="23419"/>
          <a:stretch/>
        </p:blipFill>
        <p:spPr>
          <a:xfrm>
            <a:off x="6146800" y="885367"/>
            <a:ext cx="6045200" cy="5971032"/>
          </a:xfrm>
          <a:prstGeom prst="parallelogram">
            <a:avLst>
              <a:gd name="adj" fmla="val 16471"/>
            </a:avLst>
          </a:prstGeom>
        </p:spPr>
      </p:pic>
      <p:sp>
        <p:nvSpPr>
          <p:cNvPr id="2" name="Parallelogram 1">
            <a:extLst>
              <a:ext uri="{FF2B5EF4-FFF2-40B4-BE49-F238E27FC236}">
                <a16:creationId xmlns:a16="http://schemas.microsoft.com/office/drawing/2014/main" id="{1C274E36-A7CD-44A6-95DC-25B50DD862BD}"/>
              </a:ext>
            </a:extLst>
          </p:cNvPr>
          <p:cNvSpPr/>
          <p:nvPr userDrawn="1"/>
        </p:nvSpPr>
        <p:spPr bwMode="auto">
          <a:xfrm>
            <a:off x="6146800" y="883766"/>
            <a:ext cx="6053328" cy="5971032"/>
          </a:xfrm>
          <a:prstGeom prst="parallelogram">
            <a:avLst>
              <a:gd name="adj" fmla="val 16730"/>
            </a:avLst>
          </a:prstGeom>
          <a:gradFill>
            <a:gsLst>
              <a:gs pos="0">
                <a:schemeClr val="tx2">
                  <a:alpha val="30000"/>
                </a:schemeClr>
              </a:gs>
              <a:gs pos="100000">
                <a:schemeClr val="tx2">
                  <a:alpha val="6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b="0" i="0" u="none" strike="noStrike" kern="0" cap="none" spc="0" normalizeH="0" baseline="0" dirty="0">
              <a:ln>
                <a:noFill/>
              </a:ln>
              <a:solidFill>
                <a:sysClr val="windowText" lastClr="000000"/>
              </a:solidFill>
              <a:effectLst/>
              <a:uLnTx/>
              <a:uFillTx/>
            </a:endParaRPr>
          </a:p>
        </p:txBody>
      </p:sp>
      <p:sp>
        <p:nvSpPr>
          <p:cNvPr id="3" name="Text Placeholder 2"/>
          <p:cNvSpPr>
            <a:spLocks noGrp="1"/>
          </p:cNvSpPr>
          <p:nvPr>
            <p:ph type="body" sz="quarter" idx="10" hasCustomPrompt="1"/>
          </p:nvPr>
        </p:nvSpPr>
        <p:spPr>
          <a:xfrm>
            <a:off x="384048" y="1187644"/>
            <a:ext cx="5711952" cy="5294436"/>
          </a:xfrm>
          <a:prstGeom prst="rect">
            <a:avLst/>
          </a:prstGeom>
        </p:spPr>
        <p:txBody>
          <a:bodyPr lIns="0" tIns="0" rIns="0" bIns="0"/>
          <a:lstStyle>
            <a:lvl1pPr marL="224097"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1pPr>
            <a:lvl2pPr marL="448193"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2pPr>
            <a:lvl3pPr marL="672290"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3pPr>
            <a:lvl4pPr marL="896386"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4pPr>
            <a:lvl5pPr marL="1120483"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5">
            <a:extLst>
              <a:ext uri="{FF2B5EF4-FFF2-40B4-BE49-F238E27FC236}">
                <a16:creationId xmlns:a16="http://schemas.microsoft.com/office/drawing/2014/main" id="{CAA630D0-0EA9-4A18-9A43-D8E33EE1168A}"/>
              </a:ext>
            </a:extLst>
          </p:cNvPr>
          <p:cNvSpPr>
            <a:spLocks noGrp="1"/>
          </p:cNvSpPr>
          <p:nvPr>
            <p:ph type="title"/>
          </p:nvPr>
        </p:nvSpPr>
        <p:spPr>
          <a:xfrm>
            <a:off x="384048" y="137160"/>
            <a:ext cx="10009632" cy="576072"/>
          </a:xfrm>
          <a:prstGeom prst="rect">
            <a:avLst/>
          </a:prstGeom>
        </p:spPr>
        <p:txBody>
          <a:bodyPr lIns="0" tIns="0" rIns="0" bIns="0" anchor="ctr" anchorCtr="0">
            <a:normAutofit/>
          </a:bodyPr>
          <a:lstStyle>
            <a:lvl1pPr>
              <a:defRPr sz="2800">
                <a:solidFill>
                  <a:schemeClr val="bg2"/>
                </a:solidFill>
                <a:latin typeface="Neue Haas Grotesk Text Pro" panose="020B0504020202020204" pitchFamily="34" charset="0"/>
                <a:cs typeface="Segoe UI Semibold" panose="020B0702040204020203" pitchFamily="34" charset="0"/>
              </a:defRPr>
            </a:lvl1pPr>
          </a:lstStyle>
          <a:p>
            <a:r>
              <a:rPr lang="en-US"/>
              <a:t>Click to edit Master title style</a:t>
            </a:r>
          </a:p>
        </p:txBody>
      </p:sp>
      <p:sp>
        <p:nvSpPr>
          <p:cNvPr id="12" name="Rectangle 11">
            <a:extLst>
              <a:ext uri="{FF2B5EF4-FFF2-40B4-BE49-F238E27FC236}">
                <a16:creationId xmlns:a16="http://schemas.microsoft.com/office/drawing/2014/main" id="{D193AD5B-9461-4853-80E8-6B8264A665F7}"/>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descr="A picture containing clock, drawing, meter&#10;&#10;Description automatically generated">
            <a:extLst>
              <a:ext uri="{FF2B5EF4-FFF2-40B4-BE49-F238E27FC236}">
                <a16:creationId xmlns:a16="http://schemas.microsoft.com/office/drawing/2014/main" id="{5A65C973-368A-474F-8E72-A459991036B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Tree>
    <p:extLst>
      <p:ext uri="{BB962C8B-B14F-4D97-AF65-F5344CB8AC3E}">
        <p14:creationId xmlns:p14="http://schemas.microsoft.com/office/powerpoint/2010/main" val="3567334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Knowledge Check">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455F4812-8182-4FC8-9324-53F0C844DA1D}"/>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22" name="Picture 21" descr="A hand holding an object in his hand&#10;&#10;Description automatically generated">
            <a:extLst>
              <a:ext uri="{FF2B5EF4-FFF2-40B4-BE49-F238E27FC236}">
                <a16:creationId xmlns:a16="http://schemas.microsoft.com/office/drawing/2014/main" id="{7A322D95-7F25-460D-A56A-AFEBF4C4EEC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361416" y="2226842"/>
            <a:ext cx="4830584" cy="4631157"/>
          </a:xfrm>
          <a:prstGeom prst="rect">
            <a:avLst/>
          </a:prstGeom>
        </p:spPr>
      </p:pic>
      <p:sp>
        <p:nvSpPr>
          <p:cNvPr id="2" name="Rectangle 1">
            <a:extLst>
              <a:ext uri="{FF2B5EF4-FFF2-40B4-BE49-F238E27FC236}">
                <a16:creationId xmlns:a16="http://schemas.microsoft.com/office/drawing/2014/main" id="{B0A0B547-8C58-4B13-A3D0-97487F1DD112}"/>
              </a:ext>
            </a:extLst>
          </p:cNvPr>
          <p:cNvSpPr/>
          <p:nvPr userDrawn="1"/>
        </p:nvSpPr>
        <p:spPr bwMode="auto">
          <a:xfrm>
            <a:off x="0" y="1145540"/>
            <a:ext cx="12192000" cy="1082041"/>
          </a:xfrm>
          <a:prstGeom prst="rect">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18" name="Oval 17">
            <a:extLst>
              <a:ext uri="{FF2B5EF4-FFF2-40B4-BE49-F238E27FC236}">
                <a16:creationId xmlns:a16="http://schemas.microsoft.com/office/drawing/2014/main" id="{AF9B415A-5593-4506-959C-8C76BFDD8B24}"/>
              </a:ext>
            </a:extLst>
          </p:cNvPr>
          <p:cNvSpPr/>
          <p:nvPr userDrawn="1"/>
        </p:nvSpPr>
        <p:spPr bwMode="auto">
          <a:xfrm>
            <a:off x="104685" y="994844"/>
            <a:ext cx="1371600" cy="1371600"/>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endParaRPr lang="en-US" sz="6000" dirty="0">
              <a:gradFill>
                <a:gsLst>
                  <a:gs pos="0">
                    <a:srgbClr val="FFFFFF"/>
                  </a:gs>
                  <a:gs pos="100000">
                    <a:srgbClr val="FFFFFF"/>
                  </a:gs>
                </a:gsLst>
                <a:lin ang="5400000" scaled="0"/>
              </a:gradFill>
              <a:ea typeface="Segoe UI" pitchFamily="34" charset="0"/>
              <a:cs typeface="Segoe UI" pitchFamily="34" charset="0"/>
            </a:endParaRPr>
          </a:p>
        </p:txBody>
      </p:sp>
      <p:sp>
        <p:nvSpPr>
          <p:cNvPr id="17" name="Rectangle 16">
            <a:extLst>
              <a:ext uri="{FF2B5EF4-FFF2-40B4-BE49-F238E27FC236}">
                <a16:creationId xmlns:a16="http://schemas.microsoft.com/office/drawing/2014/main" id="{BDD58815-EFB8-47B5-8BB8-2731DEB2FC30}"/>
              </a:ext>
            </a:extLst>
          </p:cNvPr>
          <p:cNvSpPr/>
          <p:nvPr userDrawn="1"/>
        </p:nvSpPr>
        <p:spPr bwMode="auto">
          <a:xfrm>
            <a:off x="0" y="1040564"/>
            <a:ext cx="937549" cy="1343821"/>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7" name="Oval 6">
            <a:extLst>
              <a:ext uri="{FF2B5EF4-FFF2-40B4-BE49-F238E27FC236}">
                <a16:creationId xmlns:a16="http://schemas.microsoft.com/office/drawing/2014/main" id="{E5C6231A-8F08-47FB-8DA2-BE72057E3A9D}"/>
              </a:ext>
            </a:extLst>
          </p:cNvPr>
          <p:cNvSpPr/>
          <p:nvPr userDrawn="1"/>
        </p:nvSpPr>
        <p:spPr bwMode="auto">
          <a:xfrm>
            <a:off x="115102" y="1040564"/>
            <a:ext cx="1280160" cy="128016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6000" dirty="0">
                <a:solidFill>
                  <a:schemeClr val="tx1"/>
                </a:solidFill>
                <a:ea typeface="Segoe UI" pitchFamily="34" charset="0"/>
                <a:cs typeface="Segoe UI" pitchFamily="34" charset="0"/>
              </a:rPr>
              <a:t>Q</a:t>
            </a:r>
          </a:p>
        </p:txBody>
      </p:sp>
      <p:sp>
        <p:nvSpPr>
          <p:cNvPr id="3" name="Text Placeholder 2"/>
          <p:cNvSpPr>
            <a:spLocks noGrp="1"/>
          </p:cNvSpPr>
          <p:nvPr>
            <p:ph type="body" sz="quarter" idx="10" hasCustomPrompt="1"/>
          </p:nvPr>
        </p:nvSpPr>
        <p:spPr>
          <a:xfrm>
            <a:off x="1686560" y="1254221"/>
            <a:ext cx="10393680" cy="864678"/>
          </a:xfrm>
          <a:prstGeom prst="rect">
            <a:avLst/>
          </a:prstGeom>
        </p:spPr>
        <p:txBody>
          <a:bodyPr lIns="0" tIns="0" rIns="0" bIns="0"/>
          <a:lstStyle>
            <a:lvl1pPr marL="0" indent="0">
              <a:buFont typeface="Arial" panose="020B0604020202020204" pitchFamily="34" charset="0"/>
              <a:buNone/>
              <a:defRPr sz="2000">
                <a:solidFill>
                  <a:schemeClr val="tx1"/>
                </a:solidFill>
                <a:latin typeface="Neue Haas Grotesk Text Pro" panose="020B0504020202020204" pitchFamily="34" charset="0"/>
                <a:cs typeface="Segoe UI" panose="020B0502040204020203" pitchFamily="34" charset="0"/>
              </a:defRPr>
            </a:lvl1pPr>
            <a:lvl2pPr marL="448193"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2pPr>
            <a:lvl3pPr marL="672290"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3pPr>
            <a:lvl4pPr marL="896386"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4pPr>
            <a:lvl5pPr marL="1120483"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5pPr>
          </a:lstStyle>
          <a:p>
            <a:pPr lvl="0"/>
            <a:r>
              <a:rPr lang="en-US"/>
              <a:t>Question text goes here</a:t>
            </a:r>
          </a:p>
        </p:txBody>
      </p:sp>
      <p:sp>
        <p:nvSpPr>
          <p:cNvPr id="8" name="Text Placeholder 2">
            <a:extLst>
              <a:ext uri="{FF2B5EF4-FFF2-40B4-BE49-F238E27FC236}">
                <a16:creationId xmlns:a16="http://schemas.microsoft.com/office/drawing/2014/main" id="{781D44AD-6B87-4521-AE6A-61D11347790D}"/>
              </a:ext>
            </a:extLst>
          </p:cNvPr>
          <p:cNvSpPr>
            <a:spLocks noGrp="1"/>
          </p:cNvSpPr>
          <p:nvPr>
            <p:ph type="body" sz="quarter" idx="11" hasCustomPrompt="1"/>
          </p:nvPr>
        </p:nvSpPr>
        <p:spPr>
          <a:xfrm>
            <a:off x="1686560" y="2296160"/>
            <a:ext cx="6126480" cy="365760"/>
          </a:xfrm>
          <a:prstGeom prst="rect">
            <a:avLst/>
          </a:prstGeom>
        </p:spPr>
        <p:txBody>
          <a:bodyPr lIns="0" tIns="0" rIns="0" bIns="0"/>
          <a:lstStyle>
            <a:lvl1pPr marL="0" indent="0">
              <a:buFont typeface="Arial" panose="020B0604020202020204" pitchFamily="34" charset="0"/>
              <a:buNone/>
              <a:defRPr sz="1600" i="1">
                <a:solidFill>
                  <a:schemeClr val="bg2"/>
                </a:solidFill>
                <a:latin typeface="Neue Haas Grotesk Text Pro" panose="020B0504020202020204" pitchFamily="34" charset="0"/>
                <a:cs typeface="Segoe UI" panose="020B0502040204020203" pitchFamily="34" charset="0"/>
              </a:defRPr>
            </a:lvl1pPr>
            <a:lvl2pPr marL="448193"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2pPr>
            <a:lvl3pPr marL="672290"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3pPr>
            <a:lvl4pPr marL="896386"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4pPr>
            <a:lvl5pPr marL="1120483"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5pPr>
          </a:lstStyle>
          <a:p>
            <a:pPr lvl="0"/>
            <a:r>
              <a:rPr lang="en-US"/>
              <a:t>Instruction text goes here</a:t>
            </a:r>
          </a:p>
        </p:txBody>
      </p:sp>
      <p:sp>
        <p:nvSpPr>
          <p:cNvPr id="10" name="Text Placeholder 2">
            <a:extLst>
              <a:ext uri="{FF2B5EF4-FFF2-40B4-BE49-F238E27FC236}">
                <a16:creationId xmlns:a16="http://schemas.microsoft.com/office/drawing/2014/main" id="{D5397296-2B3F-498D-8321-B537DBF8E127}"/>
              </a:ext>
            </a:extLst>
          </p:cNvPr>
          <p:cNvSpPr>
            <a:spLocks noGrp="1"/>
          </p:cNvSpPr>
          <p:nvPr>
            <p:ph type="body" sz="quarter" idx="12" hasCustomPrompt="1"/>
          </p:nvPr>
        </p:nvSpPr>
        <p:spPr>
          <a:xfrm>
            <a:off x="254000" y="2933490"/>
            <a:ext cx="7498080" cy="276999"/>
          </a:xfrm>
          <a:prstGeom prst="rect">
            <a:avLst/>
          </a:prstGeom>
        </p:spPr>
        <p:txBody>
          <a:bodyPr lIns="0" tIns="0" rIns="0" bIns="0">
            <a:spAutoFit/>
          </a:bodyPr>
          <a:lstStyle>
            <a:lvl1pPr marL="457200" indent="-457200">
              <a:buFont typeface="+mj-lt"/>
              <a:buAutoNum type="alphaUcPeriod"/>
              <a:defRPr sz="2000">
                <a:solidFill>
                  <a:schemeClr val="tx1"/>
                </a:solidFill>
                <a:latin typeface="Neue Haas Grotesk Text Pro" panose="020B0504020202020204" pitchFamily="34" charset="0"/>
                <a:cs typeface="Segoe UI" panose="020B0502040204020203" pitchFamily="34" charset="0"/>
              </a:defRPr>
            </a:lvl1pPr>
            <a:lvl2pPr marL="448193"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2pPr>
            <a:lvl3pPr marL="672290"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3pPr>
            <a:lvl4pPr marL="896386"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4pPr>
            <a:lvl5pPr marL="1120483"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5pPr>
          </a:lstStyle>
          <a:p>
            <a:pPr lvl="0"/>
            <a:r>
              <a:rPr lang="en-US"/>
              <a:t>Options text goes here</a:t>
            </a:r>
          </a:p>
        </p:txBody>
      </p:sp>
      <p:sp>
        <p:nvSpPr>
          <p:cNvPr id="14" name="Title 5">
            <a:extLst>
              <a:ext uri="{FF2B5EF4-FFF2-40B4-BE49-F238E27FC236}">
                <a16:creationId xmlns:a16="http://schemas.microsoft.com/office/drawing/2014/main" id="{84617783-2591-42A2-B927-B81D12658AC8}"/>
              </a:ext>
            </a:extLst>
          </p:cNvPr>
          <p:cNvSpPr>
            <a:spLocks noGrp="1"/>
          </p:cNvSpPr>
          <p:nvPr>
            <p:ph type="title"/>
          </p:nvPr>
        </p:nvSpPr>
        <p:spPr>
          <a:xfrm>
            <a:off x="384048" y="137160"/>
            <a:ext cx="10009632" cy="576072"/>
          </a:xfrm>
          <a:prstGeom prst="rect">
            <a:avLst/>
          </a:prstGeom>
        </p:spPr>
        <p:txBody>
          <a:bodyPr lIns="0" tIns="0" rIns="0" bIns="0" anchor="ctr" anchorCtr="0">
            <a:normAutofit/>
          </a:bodyPr>
          <a:lstStyle>
            <a:lvl1pPr>
              <a:defRPr sz="2800">
                <a:solidFill>
                  <a:schemeClr val="bg2"/>
                </a:solidFill>
                <a:latin typeface="Neue Haas Grotesk Text Pro" panose="020B0504020202020204" pitchFamily="34" charset="0"/>
                <a:cs typeface="Segoe UI Semibold" panose="020B0702040204020203" pitchFamily="34" charset="0"/>
              </a:defRPr>
            </a:lvl1pPr>
          </a:lstStyle>
          <a:p>
            <a:r>
              <a:rPr lang="en-US"/>
              <a:t>Click to edit Master title style</a:t>
            </a:r>
          </a:p>
        </p:txBody>
      </p:sp>
      <p:sp>
        <p:nvSpPr>
          <p:cNvPr id="16" name="Rectangle 15">
            <a:extLst>
              <a:ext uri="{FF2B5EF4-FFF2-40B4-BE49-F238E27FC236}">
                <a16:creationId xmlns:a16="http://schemas.microsoft.com/office/drawing/2014/main" id="{1C31B344-9358-422A-8D4C-CD4AE48E736D}"/>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5" name="Picture 24" descr="A picture containing clock, drawing, meter&#10;&#10;Description automatically generated">
            <a:extLst>
              <a:ext uri="{FF2B5EF4-FFF2-40B4-BE49-F238E27FC236}">
                <a16:creationId xmlns:a16="http://schemas.microsoft.com/office/drawing/2014/main" id="{39A5BB0E-CC7D-48C3-8D95-35B9546F2F7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Tree>
    <p:extLst>
      <p:ext uri="{BB962C8B-B14F-4D97-AF65-F5344CB8AC3E}">
        <p14:creationId xmlns:p14="http://schemas.microsoft.com/office/powerpoint/2010/main" val="183822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urse Summary">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F816D950-FCCC-4886-9D48-894952DC8D48}"/>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16" name="Picture 15" descr="A person sitting at a table using a computer&#10;&#10;Description automatically generated">
            <a:extLst>
              <a:ext uri="{FF2B5EF4-FFF2-40B4-BE49-F238E27FC236}">
                <a16:creationId xmlns:a16="http://schemas.microsoft.com/office/drawing/2014/main" id="{AC057FDE-C1E9-480D-B71B-01AFDE117BA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14116"/>
          <a:stretch/>
        </p:blipFill>
        <p:spPr>
          <a:xfrm>
            <a:off x="5368556" y="877824"/>
            <a:ext cx="6823444" cy="5980176"/>
          </a:xfrm>
          <a:prstGeom prst="rect">
            <a:avLst/>
          </a:prstGeom>
        </p:spPr>
      </p:pic>
      <p:sp>
        <p:nvSpPr>
          <p:cNvPr id="3" name="Text Placeholder 2"/>
          <p:cNvSpPr>
            <a:spLocks noGrp="1"/>
          </p:cNvSpPr>
          <p:nvPr>
            <p:ph type="body" sz="quarter" idx="10" hasCustomPrompt="1"/>
          </p:nvPr>
        </p:nvSpPr>
        <p:spPr>
          <a:xfrm>
            <a:off x="384048" y="1187644"/>
            <a:ext cx="5811479" cy="5533196"/>
          </a:xfrm>
          <a:prstGeom prst="rect">
            <a:avLst/>
          </a:prstGeom>
        </p:spPr>
        <p:txBody>
          <a:bodyPr lIns="0" tIns="0" rIns="0" bIns="0"/>
          <a:lstStyle>
            <a:lvl1pPr marL="224097"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1pPr>
            <a:lvl2pPr marL="448193"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2pPr>
            <a:lvl3pPr marL="672290"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3pPr>
            <a:lvl4pPr marL="896386"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4pPr>
            <a:lvl5pPr marL="1120483"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5">
            <a:extLst>
              <a:ext uri="{FF2B5EF4-FFF2-40B4-BE49-F238E27FC236}">
                <a16:creationId xmlns:a16="http://schemas.microsoft.com/office/drawing/2014/main" id="{FB571BCE-E50B-402F-AE57-7385CFCCB448}"/>
              </a:ext>
            </a:extLst>
          </p:cNvPr>
          <p:cNvSpPr>
            <a:spLocks noGrp="1"/>
          </p:cNvSpPr>
          <p:nvPr>
            <p:ph type="title"/>
          </p:nvPr>
        </p:nvSpPr>
        <p:spPr>
          <a:xfrm>
            <a:off x="384048" y="137160"/>
            <a:ext cx="10009632" cy="576072"/>
          </a:xfrm>
          <a:prstGeom prst="rect">
            <a:avLst/>
          </a:prstGeom>
        </p:spPr>
        <p:txBody>
          <a:bodyPr lIns="0" tIns="0" rIns="0" bIns="0" anchor="ctr" anchorCtr="0">
            <a:normAutofit/>
          </a:bodyPr>
          <a:lstStyle>
            <a:lvl1pPr>
              <a:defRPr sz="2800">
                <a:solidFill>
                  <a:schemeClr val="bg2"/>
                </a:solidFill>
                <a:latin typeface="Neue Haas Grotesk Text Pro" panose="020B0504020202020204" pitchFamily="34" charset="0"/>
                <a:cs typeface="Segoe UI Semibold" panose="020B0702040204020203" pitchFamily="34" charset="0"/>
              </a:defRPr>
            </a:lvl1pPr>
          </a:lstStyle>
          <a:p>
            <a:r>
              <a:rPr lang="en-US"/>
              <a:t>Click to edit Master title style</a:t>
            </a:r>
          </a:p>
        </p:txBody>
      </p:sp>
      <p:sp>
        <p:nvSpPr>
          <p:cNvPr id="13" name="Rectangle 12">
            <a:extLst>
              <a:ext uri="{FF2B5EF4-FFF2-40B4-BE49-F238E27FC236}">
                <a16:creationId xmlns:a16="http://schemas.microsoft.com/office/drawing/2014/main" id="{D82910AD-9F4B-410B-A018-61AB15896262}"/>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9" name="Picture 18" descr="A picture containing clock, drawing, meter&#10;&#10;Description automatically generated">
            <a:extLst>
              <a:ext uri="{FF2B5EF4-FFF2-40B4-BE49-F238E27FC236}">
                <a16:creationId xmlns:a16="http://schemas.microsoft.com/office/drawing/2014/main" id="{417CEF8F-82A9-465C-9DA8-1D0E7D6D89A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Tree>
    <p:extLst>
      <p:ext uri="{BB962C8B-B14F-4D97-AF65-F5344CB8AC3E}">
        <p14:creationId xmlns:p14="http://schemas.microsoft.com/office/powerpoint/2010/main" val="30403464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Assessment Introduction">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4312BF16-5A2B-4FB4-B794-52205C0BB0D0}"/>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19" name="Picture 18" descr="A person sitting at a table looking at a computer&#10;&#10;Description automatically generated">
            <a:extLst>
              <a:ext uri="{FF2B5EF4-FFF2-40B4-BE49-F238E27FC236}">
                <a16:creationId xmlns:a16="http://schemas.microsoft.com/office/drawing/2014/main" id="{1606943D-DC6B-49D6-A7E7-A3C36394CF1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797696" y="877824"/>
            <a:ext cx="5394304" cy="5980176"/>
          </a:xfrm>
          <a:prstGeom prst="rect">
            <a:avLst/>
          </a:prstGeom>
        </p:spPr>
      </p:pic>
      <p:sp>
        <p:nvSpPr>
          <p:cNvPr id="3" name="Text Placeholder 2"/>
          <p:cNvSpPr>
            <a:spLocks noGrp="1"/>
          </p:cNvSpPr>
          <p:nvPr>
            <p:ph type="body" sz="quarter" idx="10" hasCustomPrompt="1"/>
          </p:nvPr>
        </p:nvSpPr>
        <p:spPr>
          <a:xfrm>
            <a:off x="384048" y="1187644"/>
            <a:ext cx="6155648" cy="5533196"/>
          </a:xfrm>
          <a:prstGeom prst="rect">
            <a:avLst/>
          </a:prstGeom>
        </p:spPr>
        <p:txBody>
          <a:bodyPr lIns="0" tIns="0" rIns="0" bIns="0"/>
          <a:lstStyle>
            <a:lvl1pPr marL="0" indent="0">
              <a:buFont typeface="Arial" panose="020B0604020202020204" pitchFamily="34" charset="0"/>
              <a:buNone/>
              <a:defRPr sz="2000">
                <a:solidFill>
                  <a:schemeClr val="tx1"/>
                </a:solidFill>
                <a:latin typeface="Neue Haas Grotesk Text Pro" panose="020B0504020202020204" pitchFamily="34" charset="0"/>
                <a:cs typeface="Segoe UI" panose="020B0502040204020203" pitchFamily="34" charset="0"/>
              </a:defRPr>
            </a:lvl1pPr>
            <a:lvl2pPr marL="224096" indent="0">
              <a:buFont typeface="Arial" panose="020B0604020202020204" pitchFamily="34" charset="0"/>
              <a:buNone/>
              <a:defRPr sz="2000">
                <a:solidFill>
                  <a:schemeClr val="tx1"/>
                </a:solidFill>
                <a:latin typeface="Segoe UI" panose="020B0502040204020203" pitchFamily="34" charset="0"/>
                <a:cs typeface="Segoe UI" panose="020B0502040204020203" pitchFamily="34" charset="0"/>
              </a:defRPr>
            </a:lvl2pPr>
            <a:lvl3pPr marL="448193" indent="0">
              <a:buFont typeface="Arial" panose="020B0604020202020204" pitchFamily="34" charset="0"/>
              <a:buNone/>
              <a:defRPr sz="2000">
                <a:solidFill>
                  <a:schemeClr val="tx1"/>
                </a:solidFill>
                <a:latin typeface="Segoe UI" panose="020B0502040204020203" pitchFamily="34" charset="0"/>
                <a:cs typeface="Segoe UI" panose="020B0502040204020203" pitchFamily="34" charset="0"/>
              </a:defRPr>
            </a:lvl3pPr>
            <a:lvl4pPr marL="672289" indent="0">
              <a:buFont typeface="Arial" panose="020B0604020202020204" pitchFamily="34" charset="0"/>
              <a:buNone/>
              <a:defRPr sz="2000">
                <a:solidFill>
                  <a:schemeClr val="tx1"/>
                </a:solidFill>
                <a:latin typeface="Segoe UI" panose="020B0502040204020203" pitchFamily="34" charset="0"/>
                <a:cs typeface="Segoe UI" panose="020B0502040204020203" pitchFamily="34" charset="0"/>
              </a:defRPr>
            </a:lvl4pPr>
            <a:lvl5pPr marL="896386" indent="0">
              <a:buFont typeface="Arial" panose="020B0604020202020204" pitchFamily="34" charset="0"/>
              <a:buNone/>
              <a:defRPr sz="2000">
                <a:solidFill>
                  <a:schemeClr val="tx1"/>
                </a:solidFill>
                <a:latin typeface="Segoe UI" panose="020B0502040204020203" pitchFamily="34" charset="0"/>
                <a:cs typeface="Segoe UI" panose="020B0502040204020203" pitchFamily="34" charset="0"/>
              </a:defRPr>
            </a:lvl5pPr>
          </a:lstStyle>
          <a:p>
            <a:pPr lvl="0"/>
            <a:r>
              <a:rPr lang="en-US"/>
              <a:t>Edit Master text styles</a:t>
            </a:r>
          </a:p>
        </p:txBody>
      </p:sp>
      <p:sp>
        <p:nvSpPr>
          <p:cNvPr id="11" name="Title 5">
            <a:extLst>
              <a:ext uri="{FF2B5EF4-FFF2-40B4-BE49-F238E27FC236}">
                <a16:creationId xmlns:a16="http://schemas.microsoft.com/office/drawing/2014/main" id="{F1AAA710-A7B5-4753-9B2A-5D6081D03F52}"/>
              </a:ext>
            </a:extLst>
          </p:cNvPr>
          <p:cNvSpPr>
            <a:spLocks noGrp="1"/>
          </p:cNvSpPr>
          <p:nvPr>
            <p:ph type="title"/>
          </p:nvPr>
        </p:nvSpPr>
        <p:spPr>
          <a:xfrm>
            <a:off x="384048" y="137160"/>
            <a:ext cx="10009632" cy="576072"/>
          </a:xfrm>
          <a:prstGeom prst="rect">
            <a:avLst/>
          </a:prstGeom>
        </p:spPr>
        <p:txBody>
          <a:bodyPr lIns="0" tIns="0" rIns="0" bIns="0" anchor="ctr" anchorCtr="0">
            <a:normAutofit/>
          </a:bodyPr>
          <a:lstStyle>
            <a:lvl1pPr>
              <a:defRPr sz="2800">
                <a:solidFill>
                  <a:schemeClr val="bg2"/>
                </a:solidFill>
                <a:latin typeface="Neue Haas Grotesk Text Pro" panose="020B0504020202020204" pitchFamily="34" charset="0"/>
                <a:cs typeface="Segoe UI Semibold" panose="020B0702040204020203" pitchFamily="34" charset="0"/>
              </a:defRPr>
            </a:lvl1pPr>
          </a:lstStyle>
          <a:p>
            <a:r>
              <a:rPr lang="en-US"/>
              <a:t>Click to edit Master title style</a:t>
            </a:r>
          </a:p>
        </p:txBody>
      </p:sp>
      <p:sp>
        <p:nvSpPr>
          <p:cNvPr id="13" name="Rectangle 12">
            <a:extLst>
              <a:ext uri="{FF2B5EF4-FFF2-40B4-BE49-F238E27FC236}">
                <a16:creationId xmlns:a16="http://schemas.microsoft.com/office/drawing/2014/main" id="{F5F1E28F-75A6-4D2E-8640-6E8E5C8321E3}"/>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3" name="Picture 22" descr="A picture containing clock, drawing, meter&#10;&#10;Description automatically generated">
            <a:extLst>
              <a:ext uri="{FF2B5EF4-FFF2-40B4-BE49-F238E27FC236}">
                <a16:creationId xmlns:a16="http://schemas.microsoft.com/office/drawing/2014/main" id="{5AA97642-AF9B-41B4-A210-079A8A2BCFA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Tree>
    <p:extLst>
      <p:ext uri="{BB962C8B-B14F-4D97-AF65-F5344CB8AC3E}">
        <p14:creationId xmlns:p14="http://schemas.microsoft.com/office/powerpoint/2010/main" val="3054710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Assessment Questions">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58229A97-A982-49DC-A34F-9B129FD5B00D}"/>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9" name="Picture 8" descr="A picture containing person, person, holding, looking&#10;&#10;Description automatically generated">
            <a:extLst>
              <a:ext uri="{FF2B5EF4-FFF2-40B4-BE49-F238E27FC236}">
                <a16:creationId xmlns:a16="http://schemas.microsoft.com/office/drawing/2014/main" id="{7EFEC8B0-E14E-4232-9F1C-7DAD44CF432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2047" r="18756"/>
          <a:stretch/>
        </p:blipFill>
        <p:spPr>
          <a:xfrm>
            <a:off x="7362548" y="2227579"/>
            <a:ext cx="4829452" cy="4630627"/>
          </a:xfrm>
          <a:prstGeom prst="rect">
            <a:avLst/>
          </a:prstGeom>
        </p:spPr>
      </p:pic>
      <p:sp>
        <p:nvSpPr>
          <p:cNvPr id="18" name="Rectangle 17">
            <a:extLst>
              <a:ext uri="{FF2B5EF4-FFF2-40B4-BE49-F238E27FC236}">
                <a16:creationId xmlns:a16="http://schemas.microsoft.com/office/drawing/2014/main" id="{7F204B0F-5690-47F8-AEE7-8A468B303B6A}"/>
              </a:ext>
            </a:extLst>
          </p:cNvPr>
          <p:cNvSpPr/>
          <p:nvPr userDrawn="1"/>
        </p:nvSpPr>
        <p:spPr bwMode="auto">
          <a:xfrm>
            <a:off x="0" y="1145540"/>
            <a:ext cx="12192000" cy="1082041"/>
          </a:xfrm>
          <a:prstGeom prst="rect">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19" name="Oval 18">
            <a:extLst>
              <a:ext uri="{FF2B5EF4-FFF2-40B4-BE49-F238E27FC236}">
                <a16:creationId xmlns:a16="http://schemas.microsoft.com/office/drawing/2014/main" id="{D7786165-3E57-45C7-980E-6EFB25D957F0}"/>
              </a:ext>
            </a:extLst>
          </p:cNvPr>
          <p:cNvSpPr/>
          <p:nvPr userDrawn="1"/>
        </p:nvSpPr>
        <p:spPr bwMode="auto">
          <a:xfrm>
            <a:off x="104685" y="994844"/>
            <a:ext cx="1371600" cy="1371600"/>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endParaRPr lang="en-US" sz="6000" dirty="0">
              <a:gradFill>
                <a:gsLst>
                  <a:gs pos="0">
                    <a:srgbClr val="FFFFFF"/>
                  </a:gs>
                  <a:gs pos="100000">
                    <a:srgbClr val="FFFFFF"/>
                  </a:gs>
                </a:gsLst>
                <a:lin ang="5400000" scaled="0"/>
              </a:gradFill>
              <a:ea typeface="Segoe UI" pitchFamily="34" charset="0"/>
              <a:cs typeface="Segoe UI" pitchFamily="34" charset="0"/>
            </a:endParaRPr>
          </a:p>
        </p:txBody>
      </p:sp>
      <p:sp>
        <p:nvSpPr>
          <p:cNvPr id="20" name="Rectangle 19">
            <a:extLst>
              <a:ext uri="{FF2B5EF4-FFF2-40B4-BE49-F238E27FC236}">
                <a16:creationId xmlns:a16="http://schemas.microsoft.com/office/drawing/2014/main" id="{85600C12-DDE2-490E-819B-0E2565EEE14D}"/>
              </a:ext>
            </a:extLst>
          </p:cNvPr>
          <p:cNvSpPr/>
          <p:nvPr userDrawn="1"/>
        </p:nvSpPr>
        <p:spPr bwMode="auto">
          <a:xfrm>
            <a:off x="0" y="1040564"/>
            <a:ext cx="937549" cy="1343821"/>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21" name="Oval 20">
            <a:extLst>
              <a:ext uri="{FF2B5EF4-FFF2-40B4-BE49-F238E27FC236}">
                <a16:creationId xmlns:a16="http://schemas.microsoft.com/office/drawing/2014/main" id="{BE45A741-72C8-42C3-AA1E-1322A51E854F}"/>
              </a:ext>
            </a:extLst>
          </p:cNvPr>
          <p:cNvSpPr/>
          <p:nvPr userDrawn="1"/>
        </p:nvSpPr>
        <p:spPr bwMode="auto">
          <a:xfrm>
            <a:off x="115102" y="1040564"/>
            <a:ext cx="1280160" cy="128016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6000" dirty="0">
                <a:solidFill>
                  <a:schemeClr val="tx1"/>
                </a:solidFill>
                <a:ea typeface="Segoe UI" pitchFamily="34" charset="0"/>
                <a:cs typeface="Segoe UI" pitchFamily="34" charset="0"/>
              </a:rPr>
              <a:t>Q</a:t>
            </a:r>
          </a:p>
        </p:txBody>
      </p:sp>
      <p:sp>
        <p:nvSpPr>
          <p:cNvPr id="3" name="Text Placeholder 2"/>
          <p:cNvSpPr>
            <a:spLocks noGrp="1"/>
          </p:cNvSpPr>
          <p:nvPr>
            <p:ph type="body" sz="quarter" idx="10" hasCustomPrompt="1"/>
          </p:nvPr>
        </p:nvSpPr>
        <p:spPr>
          <a:xfrm>
            <a:off x="1686560" y="1254221"/>
            <a:ext cx="10393680" cy="864678"/>
          </a:xfrm>
          <a:prstGeom prst="rect">
            <a:avLst/>
          </a:prstGeom>
        </p:spPr>
        <p:txBody>
          <a:bodyPr lIns="0" tIns="0" rIns="0" bIns="0"/>
          <a:lstStyle>
            <a:lvl1pPr marL="0" indent="0">
              <a:buFont typeface="Arial" panose="020B0604020202020204" pitchFamily="34" charset="0"/>
              <a:buNone/>
              <a:defRPr sz="2000">
                <a:solidFill>
                  <a:schemeClr val="tx1"/>
                </a:solidFill>
                <a:latin typeface="Neue Haas Grotesk Text Pro" panose="020B0504020202020204" pitchFamily="34" charset="0"/>
                <a:cs typeface="Segoe UI" panose="020B0502040204020203" pitchFamily="34" charset="0"/>
              </a:defRPr>
            </a:lvl1pPr>
            <a:lvl2pPr marL="448193"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2pPr>
            <a:lvl3pPr marL="672290"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3pPr>
            <a:lvl4pPr marL="896386"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4pPr>
            <a:lvl5pPr marL="1120483"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5pPr>
          </a:lstStyle>
          <a:p>
            <a:pPr lvl="0"/>
            <a:r>
              <a:rPr lang="en-US"/>
              <a:t>Question text goes here</a:t>
            </a:r>
          </a:p>
        </p:txBody>
      </p:sp>
      <p:sp>
        <p:nvSpPr>
          <p:cNvPr id="8" name="Text Placeholder 2">
            <a:extLst>
              <a:ext uri="{FF2B5EF4-FFF2-40B4-BE49-F238E27FC236}">
                <a16:creationId xmlns:a16="http://schemas.microsoft.com/office/drawing/2014/main" id="{781D44AD-6B87-4521-AE6A-61D11347790D}"/>
              </a:ext>
            </a:extLst>
          </p:cNvPr>
          <p:cNvSpPr>
            <a:spLocks noGrp="1"/>
          </p:cNvSpPr>
          <p:nvPr>
            <p:ph type="body" sz="quarter" idx="11" hasCustomPrompt="1"/>
          </p:nvPr>
        </p:nvSpPr>
        <p:spPr>
          <a:xfrm>
            <a:off x="1686560" y="2296160"/>
            <a:ext cx="5577840" cy="365760"/>
          </a:xfrm>
          <a:prstGeom prst="rect">
            <a:avLst/>
          </a:prstGeom>
        </p:spPr>
        <p:txBody>
          <a:bodyPr lIns="0" tIns="0" rIns="0" bIns="0"/>
          <a:lstStyle>
            <a:lvl1pPr marL="0" indent="0">
              <a:buFont typeface="Arial" panose="020B0604020202020204" pitchFamily="34" charset="0"/>
              <a:buNone/>
              <a:defRPr sz="1600" i="1">
                <a:solidFill>
                  <a:schemeClr val="bg2"/>
                </a:solidFill>
                <a:latin typeface="Neue Haas Grotesk Text Pro" panose="020B0504020202020204" pitchFamily="34" charset="0"/>
                <a:cs typeface="Segoe UI" panose="020B0502040204020203" pitchFamily="34" charset="0"/>
              </a:defRPr>
            </a:lvl1pPr>
            <a:lvl2pPr marL="448193"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2pPr>
            <a:lvl3pPr marL="672290"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3pPr>
            <a:lvl4pPr marL="896386"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4pPr>
            <a:lvl5pPr marL="1120483"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5pPr>
          </a:lstStyle>
          <a:p>
            <a:pPr lvl="0"/>
            <a:r>
              <a:rPr lang="en-US"/>
              <a:t>Instruction text goes here</a:t>
            </a:r>
          </a:p>
        </p:txBody>
      </p:sp>
      <p:sp>
        <p:nvSpPr>
          <p:cNvPr id="10" name="Text Placeholder 2">
            <a:extLst>
              <a:ext uri="{FF2B5EF4-FFF2-40B4-BE49-F238E27FC236}">
                <a16:creationId xmlns:a16="http://schemas.microsoft.com/office/drawing/2014/main" id="{D5397296-2B3F-498D-8321-B537DBF8E127}"/>
              </a:ext>
            </a:extLst>
          </p:cNvPr>
          <p:cNvSpPr>
            <a:spLocks noGrp="1"/>
          </p:cNvSpPr>
          <p:nvPr>
            <p:ph type="body" sz="quarter" idx="12" hasCustomPrompt="1"/>
          </p:nvPr>
        </p:nvSpPr>
        <p:spPr>
          <a:xfrm>
            <a:off x="254000" y="2933490"/>
            <a:ext cx="6949440" cy="276999"/>
          </a:xfrm>
          <a:prstGeom prst="rect">
            <a:avLst/>
          </a:prstGeom>
        </p:spPr>
        <p:txBody>
          <a:bodyPr lIns="0" tIns="0" rIns="0" bIns="0">
            <a:spAutoFit/>
          </a:bodyPr>
          <a:lstStyle>
            <a:lvl1pPr marL="457200" indent="-457200">
              <a:buFont typeface="+mj-lt"/>
              <a:buAutoNum type="alphaUcPeriod"/>
              <a:defRPr sz="2000">
                <a:solidFill>
                  <a:schemeClr val="tx1"/>
                </a:solidFill>
                <a:latin typeface="Neue Haas Grotesk Text Pro" panose="020B0504020202020204" pitchFamily="34" charset="0"/>
                <a:cs typeface="Segoe UI" panose="020B0502040204020203" pitchFamily="34" charset="0"/>
              </a:defRPr>
            </a:lvl1pPr>
            <a:lvl2pPr marL="448193"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2pPr>
            <a:lvl3pPr marL="672290"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3pPr>
            <a:lvl4pPr marL="896386"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4pPr>
            <a:lvl5pPr marL="1120483"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5pPr>
          </a:lstStyle>
          <a:p>
            <a:pPr lvl="0"/>
            <a:r>
              <a:rPr lang="en-US"/>
              <a:t>Options text goes here</a:t>
            </a:r>
          </a:p>
        </p:txBody>
      </p:sp>
      <p:sp>
        <p:nvSpPr>
          <p:cNvPr id="15" name="Title 5">
            <a:extLst>
              <a:ext uri="{FF2B5EF4-FFF2-40B4-BE49-F238E27FC236}">
                <a16:creationId xmlns:a16="http://schemas.microsoft.com/office/drawing/2014/main" id="{4BA3696F-8B32-4EB4-897D-22A0A412A087}"/>
              </a:ext>
            </a:extLst>
          </p:cNvPr>
          <p:cNvSpPr>
            <a:spLocks noGrp="1"/>
          </p:cNvSpPr>
          <p:nvPr>
            <p:ph type="title"/>
          </p:nvPr>
        </p:nvSpPr>
        <p:spPr>
          <a:xfrm>
            <a:off x="384048" y="137160"/>
            <a:ext cx="10009632" cy="576072"/>
          </a:xfrm>
          <a:prstGeom prst="rect">
            <a:avLst/>
          </a:prstGeom>
        </p:spPr>
        <p:txBody>
          <a:bodyPr lIns="0" tIns="0" rIns="0" bIns="0" anchor="ctr" anchorCtr="0">
            <a:normAutofit/>
          </a:bodyPr>
          <a:lstStyle>
            <a:lvl1pPr>
              <a:defRPr sz="2800">
                <a:solidFill>
                  <a:schemeClr val="bg2"/>
                </a:solidFill>
                <a:latin typeface="Neue Haas Grotesk Text Pro" panose="020B0504020202020204" pitchFamily="34" charset="0"/>
                <a:cs typeface="Segoe UI Semibold" panose="020B0702040204020203" pitchFamily="34" charset="0"/>
              </a:defRPr>
            </a:lvl1pPr>
          </a:lstStyle>
          <a:p>
            <a:r>
              <a:rPr lang="en-US"/>
              <a:t>Click to edit Master title style</a:t>
            </a:r>
          </a:p>
        </p:txBody>
      </p:sp>
      <p:sp>
        <p:nvSpPr>
          <p:cNvPr id="17" name="Rectangle 16">
            <a:extLst>
              <a:ext uri="{FF2B5EF4-FFF2-40B4-BE49-F238E27FC236}">
                <a16:creationId xmlns:a16="http://schemas.microsoft.com/office/drawing/2014/main" id="{0AD6740E-366F-4962-B564-0720D7845AB5}"/>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4" name="Picture 23" descr="A picture containing clock, drawing, meter&#10;&#10;Description automatically generated">
            <a:extLst>
              <a:ext uri="{FF2B5EF4-FFF2-40B4-BE49-F238E27FC236}">
                <a16:creationId xmlns:a16="http://schemas.microsoft.com/office/drawing/2014/main" id="{82C711D1-E117-426D-85B3-2AE7E2DB89B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Tree>
    <p:extLst>
      <p:ext uri="{BB962C8B-B14F-4D97-AF65-F5344CB8AC3E}">
        <p14:creationId xmlns:p14="http://schemas.microsoft.com/office/powerpoint/2010/main" val="13687502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Short Headline and 1 Column">
    <p:spTree>
      <p:nvGrpSpPr>
        <p:cNvPr id="1" name=""/>
        <p:cNvGrpSpPr/>
        <p:nvPr/>
      </p:nvGrpSpPr>
      <p:grpSpPr>
        <a:xfrm>
          <a:off x="0" y="0"/>
          <a:ext cx="0" cy="0"/>
          <a:chOff x="0" y="0"/>
          <a:chExt cx="0" cy="0"/>
        </a:xfrm>
      </p:grpSpPr>
      <p:sp>
        <p:nvSpPr>
          <p:cNvPr id="6" name="Content Placeholder 5"/>
          <p:cNvSpPr>
            <a:spLocks noGrp="1"/>
          </p:cNvSpPr>
          <p:nvPr>
            <p:ph sz="quarter" idx="18"/>
          </p:nvPr>
        </p:nvSpPr>
        <p:spPr>
          <a:xfrm>
            <a:off x="381001" y="1828802"/>
            <a:ext cx="8572500" cy="4689475"/>
          </a:xfrm>
        </p:spPr>
        <p:txBody>
          <a:bodyPr/>
          <a:lstStyle>
            <a:lvl3pPr marL="514338" indent="-230182">
              <a:buFont typeface="Graphik" panose="020B0503030202060203" pitchFamily="34" charset="0"/>
              <a:buChar char="–"/>
              <a:defRPr/>
            </a:lvl3pPr>
            <a:lvl5pPr marL="857229" indent="-177796">
              <a:buFont typeface="Graphik" panose="020B0503030202060203" pitchFamily="34" charset="0"/>
              <a:buChar char="–"/>
              <a:defRPr/>
            </a:lvl5pPr>
          </a:lstStyle>
          <a:p>
            <a:pPr lvl="0"/>
            <a:r>
              <a:rPr lang="en-US"/>
              <a:t>Edit Master text styles</a:t>
            </a:r>
          </a:p>
          <a:p>
            <a:pPr lvl="1"/>
            <a:r>
              <a:rPr lang="en-US"/>
              <a:t>Second level</a:t>
            </a:r>
          </a:p>
          <a:p>
            <a:pPr lvl="2"/>
            <a:r>
              <a:rPr lang="en-US"/>
              <a:t>Third level</a:t>
            </a:r>
          </a:p>
        </p:txBody>
      </p:sp>
      <p:sp>
        <p:nvSpPr>
          <p:cNvPr id="11" name="Title 10"/>
          <p:cNvSpPr>
            <a:spLocks noGrp="1"/>
          </p:cNvSpPr>
          <p:nvPr>
            <p:ph type="title"/>
          </p:nvPr>
        </p:nvSpPr>
        <p:spPr>
          <a:xfrm>
            <a:off x="381000" y="380999"/>
            <a:ext cx="5715000" cy="990601"/>
          </a:xfrm>
        </p:spPr>
        <p:txBody>
          <a:bodyPr/>
          <a:lstStyle/>
          <a:p>
            <a:r>
              <a:rPr lang="en-US"/>
              <a:t>Click to edit Master title style</a:t>
            </a:r>
          </a:p>
        </p:txBody>
      </p:sp>
    </p:spTree>
    <p:extLst>
      <p:ext uri="{BB962C8B-B14F-4D97-AF65-F5344CB8AC3E}">
        <p14:creationId xmlns:p14="http://schemas.microsoft.com/office/powerpoint/2010/main" val="39069491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Simulation">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DE8C5A7B-2E72-4768-9C5C-A2BE325321F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986" t="28357" r="5626" b="8516"/>
          <a:stretch/>
        </p:blipFill>
        <p:spPr>
          <a:xfrm>
            <a:off x="6961909" y="2048335"/>
            <a:ext cx="4551218" cy="4226560"/>
          </a:xfrm>
          <a:prstGeom prst="rect">
            <a:avLst/>
          </a:prstGeom>
        </p:spPr>
      </p:pic>
      <p:sp>
        <p:nvSpPr>
          <p:cNvPr id="19" name="Rectangle 18">
            <a:extLst>
              <a:ext uri="{FF2B5EF4-FFF2-40B4-BE49-F238E27FC236}">
                <a16:creationId xmlns:a16="http://schemas.microsoft.com/office/drawing/2014/main" id="{63779F53-7C66-47AB-B265-0B04DB29A00B}"/>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sp>
        <p:nvSpPr>
          <p:cNvPr id="5" name="Rectangle 4">
            <a:extLst>
              <a:ext uri="{FF2B5EF4-FFF2-40B4-BE49-F238E27FC236}">
                <a16:creationId xmlns:a16="http://schemas.microsoft.com/office/drawing/2014/main" id="{D5E0D2A3-77D2-4E3A-B6BF-609FF142EEC9}"/>
              </a:ext>
            </a:extLst>
          </p:cNvPr>
          <p:cNvSpPr/>
          <p:nvPr userDrawn="1"/>
        </p:nvSpPr>
        <p:spPr bwMode="auto">
          <a:xfrm>
            <a:off x="995680" y="1351280"/>
            <a:ext cx="10520680" cy="701040"/>
          </a:xfrm>
          <a:prstGeom prst="rect">
            <a:avLst/>
          </a:prstGeom>
          <a:solidFill>
            <a:schemeClr val="tx2"/>
          </a:solidFill>
          <a:ln>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sp>
        <p:nvSpPr>
          <p:cNvPr id="2" name="Oval 1">
            <a:extLst>
              <a:ext uri="{FF2B5EF4-FFF2-40B4-BE49-F238E27FC236}">
                <a16:creationId xmlns:a16="http://schemas.microsoft.com/office/drawing/2014/main" id="{FF527B1C-8890-4298-87BB-6A45D4E3D31A}"/>
              </a:ext>
            </a:extLst>
          </p:cNvPr>
          <p:cNvSpPr/>
          <p:nvPr userDrawn="1"/>
        </p:nvSpPr>
        <p:spPr bwMode="auto">
          <a:xfrm>
            <a:off x="614680" y="1351280"/>
            <a:ext cx="713232" cy="713232"/>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sp>
        <p:nvSpPr>
          <p:cNvPr id="3" name="Text Placeholder 2"/>
          <p:cNvSpPr>
            <a:spLocks noGrp="1"/>
          </p:cNvSpPr>
          <p:nvPr>
            <p:ph type="body" sz="quarter" idx="10" hasCustomPrompt="1"/>
          </p:nvPr>
        </p:nvSpPr>
        <p:spPr>
          <a:xfrm>
            <a:off x="1440180" y="1577151"/>
            <a:ext cx="9966960" cy="249299"/>
          </a:xfrm>
          <a:prstGeom prst="rect">
            <a:avLst/>
          </a:prstGeom>
        </p:spPr>
        <p:txBody>
          <a:bodyPr lIns="0" tIns="0" rIns="0" bIns="0" anchor="ctr" anchorCtr="0">
            <a:spAutoFit/>
          </a:bodyPr>
          <a:lstStyle>
            <a:lvl1pPr marL="0" indent="0" algn="l">
              <a:buFont typeface="Arial" panose="020B0604020202020204" pitchFamily="34" charset="0"/>
              <a:buNone/>
              <a:defRPr sz="1800" b="1">
                <a:solidFill>
                  <a:schemeClr val="tx1"/>
                </a:solidFill>
                <a:latin typeface="Neue Haas Grotesk Text Pro" panose="020B0504020202020204" pitchFamily="34" charset="0"/>
                <a:cs typeface="Arial" panose="020B0604020202020204" pitchFamily="34" charset="0"/>
              </a:defRPr>
            </a:lvl1pPr>
            <a:lvl2pPr marL="448193"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2pPr>
            <a:lvl3pPr marL="672290"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3pPr>
            <a:lvl4pPr marL="896386"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4pPr>
            <a:lvl5pPr marL="1120483"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5pPr>
          </a:lstStyle>
          <a:p>
            <a:pPr lvl="0"/>
            <a:r>
              <a:rPr lang="en-US" dirty="0"/>
              <a:t>Exercise name goes here</a:t>
            </a:r>
          </a:p>
        </p:txBody>
      </p:sp>
      <p:sp>
        <p:nvSpPr>
          <p:cNvPr id="10" name="Rectangle 9">
            <a:extLst>
              <a:ext uri="{FF2B5EF4-FFF2-40B4-BE49-F238E27FC236}">
                <a16:creationId xmlns:a16="http://schemas.microsoft.com/office/drawing/2014/main" id="{1EB455DE-95D3-4E71-86C4-63499EAA7738}"/>
              </a:ext>
            </a:extLst>
          </p:cNvPr>
          <p:cNvSpPr/>
          <p:nvPr userDrawn="1"/>
        </p:nvSpPr>
        <p:spPr bwMode="auto">
          <a:xfrm>
            <a:off x="995680" y="2052320"/>
            <a:ext cx="10520680" cy="4226560"/>
          </a:xfrm>
          <a:prstGeom prst="rect">
            <a:avLst/>
          </a:prstGeom>
          <a:solidFill>
            <a:schemeClr val="bg1">
              <a:alpha val="0"/>
            </a:schemeClr>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sp>
        <p:nvSpPr>
          <p:cNvPr id="12" name="Text Placeholder 2">
            <a:extLst>
              <a:ext uri="{FF2B5EF4-FFF2-40B4-BE49-F238E27FC236}">
                <a16:creationId xmlns:a16="http://schemas.microsoft.com/office/drawing/2014/main" id="{59F8A6E5-CADD-44E6-B535-70314ACFE3E1}"/>
              </a:ext>
            </a:extLst>
          </p:cNvPr>
          <p:cNvSpPr>
            <a:spLocks noGrp="1"/>
          </p:cNvSpPr>
          <p:nvPr>
            <p:ph type="body" sz="quarter" idx="11" hasCustomPrompt="1"/>
          </p:nvPr>
        </p:nvSpPr>
        <p:spPr>
          <a:xfrm>
            <a:off x="1258058" y="2338514"/>
            <a:ext cx="5486400" cy="249299"/>
          </a:xfrm>
          <a:prstGeom prst="rect">
            <a:avLst/>
          </a:prstGeom>
        </p:spPr>
        <p:txBody>
          <a:bodyPr lIns="0" tIns="0" rIns="0" bIns="0" anchor="t" anchorCtr="0">
            <a:spAutoFit/>
          </a:bodyPr>
          <a:lstStyle>
            <a:lvl1pPr marL="0" indent="0" algn="l">
              <a:buFont typeface="Arial" panose="020B0604020202020204" pitchFamily="34" charset="0"/>
              <a:buNone/>
              <a:defRPr sz="1800">
                <a:solidFill>
                  <a:schemeClr val="tx1"/>
                </a:solidFill>
                <a:latin typeface="Neue Haas Grotesk Text Pro" panose="020B0504020202020204" pitchFamily="34" charset="0"/>
                <a:cs typeface="Arial" panose="020B0604020202020204" pitchFamily="34" charset="0"/>
              </a:defRPr>
            </a:lvl1pPr>
            <a:lvl2pPr marL="448193"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2pPr>
            <a:lvl3pPr marL="672290"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3pPr>
            <a:lvl4pPr marL="896386"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4pPr>
            <a:lvl5pPr marL="1120483"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5pPr>
          </a:lstStyle>
          <a:p>
            <a:pPr lvl="0"/>
            <a:r>
              <a:rPr lang="en-US" dirty="0"/>
              <a:t>Exercise description text goes here</a:t>
            </a:r>
          </a:p>
        </p:txBody>
      </p:sp>
      <p:sp>
        <p:nvSpPr>
          <p:cNvPr id="18" name="Rectangle 17">
            <a:extLst>
              <a:ext uri="{FF2B5EF4-FFF2-40B4-BE49-F238E27FC236}">
                <a16:creationId xmlns:a16="http://schemas.microsoft.com/office/drawing/2014/main" id="{D8B5C49D-2BB6-4D3E-B985-1B47246B5431}"/>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eue Haas Grotesk Text Pro" panose="020B0504020202020204" pitchFamily="34" charset="0"/>
            </a:endParaRPr>
          </a:p>
        </p:txBody>
      </p:sp>
      <p:pic>
        <p:nvPicPr>
          <p:cNvPr id="21" name="Picture 20" descr="A picture containing clock, drawing, meter&#10;&#10;Description automatically generated">
            <a:extLst>
              <a:ext uri="{FF2B5EF4-FFF2-40B4-BE49-F238E27FC236}">
                <a16:creationId xmlns:a16="http://schemas.microsoft.com/office/drawing/2014/main" id="{08E63656-40DD-4EAD-A76A-A81E31C5981C}"/>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
        <p:nvSpPr>
          <p:cNvPr id="20" name="Title 5">
            <a:extLst>
              <a:ext uri="{FF2B5EF4-FFF2-40B4-BE49-F238E27FC236}">
                <a16:creationId xmlns:a16="http://schemas.microsoft.com/office/drawing/2014/main" id="{438DB09B-3B4D-451C-BFB6-545BB0428C94}"/>
              </a:ext>
            </a:extLst>
          </p:cNvPr>
          <p:cNvSpPr>
            <a:spLocks noGrp="1"/>
          </p:cNvSpPr>
          <p:nvPr>
            <p:ph type="title"/>
          </p:nvPr>
        </p:nvSpPr>
        <p:spPr>
          <a:xfrm>
            <a:off x="384048" y="146888"/>
            <a:ext cx="10009632" cy="576072"/>
          </a:xfrm>
          <a:prstGeom prst="rect">
            <a:avLst/>
          </a:prstGeom>
        </p:spPr>
        <p:txBody>
          <a:bodyPr lIns="0" tIns="0" rIns="0" bIns="0" anchor="ctr" anchorCtr="0">
            <a:normAutofit/>
          </a:bodyPr>
          <a:lstStyle>
            <a:lvl1pPr>
              <a:defRPr sz="2600" b="0">
                <a:solidFill>
                  <a:schemeClr val="bg2"/>
                </a:solidFill>
                <a:latin typeface="Neue Haas Grotesk Text Pro" panose="020B0504020202020204" pitchFamily="34" charset="0"/>
                <a:cs typeface="Arial" panose="020B0604020202020204" pitchFamily="34" charset="0"/>
              </a:defRPr>
            </a:lvl1pPr>
          </a:lstStyle>
          <a:p>
            <a:r>
              <a:rPr lang="en-US" dirty="0"/>
              <a:t>Click to edit Master title style</a:t>
            </a:r>
          </a:p>
        </p:txBody>
      </p:sp>
      <p:pic>
        <p:nvPicPr>
          <p:cNvPr id="22" name="Picture 21">
            <a:extLst>
              <a:ext uri="{FF2B5EF4-FFF2-40B4-BE49-F238E27FC236}">
                <a16:creationId xmlns:a16="http://schemas.microsoft.com/office/drawing/2014/main" id="{54CBCFD7-349F-449D-BEBD-5920E60726DE}"/>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614680" y="1351280"/>
            <a:ext cx="713232" cy="713232"/>
          </a:xfrm>
          <a:prstGeom prst="rect">
            <a:avLst/>
          </a:prstGeom>
        </p:spPr>
      </p:pic>
    </p:spTree>
    <p:extLst>
      <p:ext uri="{BB962C8B-B14F-4D97-AF65-F5344CB8AC3E}">
        <p14:creationId xmlns:p14="http://schemas.microsoft.com/office/powerpoint/2010/main" val="12765520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_Title and Image - 4">
    <p:spTree>
      <p:nvGrpSpPr>
        <p:cNvPr id="1" name=""/>
        <p:cNvGrpSpPr/>
        <p:nvPr/>
      </p:nvGrpSpPr>
      <p:grpSpPr>
        <a:xfrm>
          <a:off x="0" y="0"/>
          <a:ext cx="0" cy="0"/>
          <a:chOff x="0" y="0"/>
          <a:chExt cx="0" cy="0"/>
        </a:xfrm>
      </p:grpSpPr>
      <p:pic>
        <p:nvPicPr>
          <p:cNvPr id="31" name="Picture 2" descr="https://hookagency.com/wp-content/uploads/2017/10/financial-services-keywords.jpg">
            <a:extLst>
              <a:ext uri="{FF2B5EF4-FFF2-40B4-BE49-F238E27FC236}">
                <a16:creationId xmlns:a16="http://schemas.microsoft.com/office/drawing/2014/main" id="{CEC0518F-2DD7-4135-A1CF-BC3D7A61AF39}"/>
              </a:ext>
            </a:extLst>
          </p:cNvPr>
          <p:cNvPicPr preferRelativeResize="0">
            <a:picLocks noChangeArrowheads="1"/>
          </p:cNvPicPr>
          <p:nvPr userDrawn="1"/>
        </p:nvPicPr>
        <p:blipFill rotWithShape="1">
          <a:blip r:embed="rId2">
            <a:extLst>
              <a:ext uri="{28A0092B-C50C-407E-A947-70E740481C1C}">
                <a14:useLocalDpi xmlns:a14="http://schemas.microsoft.com/office/drawing/2010/main" val="0"/>
              </a:ext>
            </a:extLst>
          </a:blip>
          <a:srcRect l="13559" r="19596"/>
          <a:stretch/>
        </p:blipFill>
        <p:spPr bwMode="auto">
          <a:xfrm>
            <a:off x="6146800" y="875638"/>
            <a:ext cx="6045200" cy="5990733"/>
          </a:xfrm>
          <a:prstGeom prst="parallelogram">
            <a:avLst>
              <a:gd name="adj" fmla="val 19135"/>
            </a:avLst>
          </a:prstGeom>
          <a:noFill/>
          <a:extLst>
            <a:ext uri="{909E8E84-426E-40DD-AFC4-6F175D3DCCD1}">
              <a14:hiddenFill xmlns:a14="http://schemas.microsoft.com/office/drawing/2010/main">
                <a:solidFill>
                  <a:srgbClr val="FFFFFF"/>
                </a:solidFill>
              </a14:hiddenFill>
            </a:ext>
          </a:extLst>
        </p:spPr>
      </p:pic>
      <p:sp>
        <p:nvSpPr>
          <p:cNvPr id="13" name="Rectangle 12">
            <a:extLst>
              <a:ext uri="{FF2B5EF4-FFF2-40B4-BE49-F238E27FC236}">
                <a16:creationId xmlns:a16="http://schemas.microsoft.com/office/drawing/2014/main" id="{6E6122DD-7792-45EF-9B42-1C4C4E7BEAA2}"/>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sp>
        <p:nvSpPr>
          <p:cNvPr id="12" name="Rectangle 11">
            <a:extLst>
              <a:ext uri="{FF2B5EF4-FFF2-40B4-BE49-F238E27FC236}">
                <a16:creationId xmlns:a16="http://schemas.microsoft.com/office/drawing/2014/main" id="{D193AD5B-9461-4853-80E8-6B8264A665F7}"/>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eue Haas Grotesk Text Pro" panose="020B0504020202020204" pitchFamily="34" charset="0"/>
            </a:endParaRPr>
          </a:p>
        </p:txBody>
      </p:sp>
      <p:pic>
        <p:nvPicPr>
          <p:cNvPr id="15" name="Picture 14" descr="A picture containing clock, drawing, meter&#10;&#10;Description automatically generated">
            <a:extLst>
              <a:ext uri="{FF2B5EF4-FFF2-40B4-BE49-F238E27FC236}">
                <a16:creationId xmlns:a16="http://schemas.microsoft.com/office/drawing/2014/main" id="{5A65C973-368A-474F-8E72-A459991036B9}"/>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
        <p:nvSpPr>
          <p:cNvPr id="9" name="Title 5">
            <a:extLst>
              <a:ext uri="{FF2B5EF4-FFF2-40B4-BE49-F238E27FC236}">
                <a16:creationId xmlns:a16="http://schemas.microsoft.com/office/drawing/2014/main" id="{5D5D0DF9-6440-4B1D-AF9F-4348B522FC8A}"/>
              </a:ext>
            </a:extLst>
          </p:cNvPr>
          <p:cNvSpPr>
            <a:spLocks noGrp="1"/>
          </p:cNvSpPr>
          <p:nvPr>
            <p:ph type="title"/>
          </p:nvPr>
        </p:nvSpPr>
        <p:spPr>
          <a:xfrm>
            <a:off x="384048" y="146888"/>
            <a:ext cx="10009632" cy="576072"/>
          </a:xfrm>
          <a:prstGeom prst="rect">
            <a:avLst/>
          </a:prstGeom>
        </p:spPr>
        <p:txBody>
          <a:bodyPr lIns="0" tIns="0" rIns="0" bIns="0" anchor="ctr" anchorCtr="0">
            <a:normAutofit/>
          </a:bodyPr>
          <a:lstStyle>
            <a:lvl1pPr>
              <a:defRPr sz="2600" b="0">
                <a:solidFill>
                  <a:schemeClr val="bg2"/>
                </a:solidFill>
                <a:latin typeface="Neue Haas Grotesk Text Pro" panose="020B0504020202020204" pitchFamily="34" charset="0"/>
                <a:cs typeface="Arial" panose="020B0604020202020204" pitchFamily="34" charset="0"/>
              </a:defRPr>
            </a:lvl1pPr>
          </a:lstStyle>
          <a:p>
            <a:r>
              <a:rPr lang="en-US"/>
              <a:t>Click to edit Master title style</a:t>
            </a:r>
          </a:p>
        </p:txBody>
      </p:sp>
      <p:sp>
        <p:nvSpPr>
          <p:cNvPr id="11" name="Parallelogram 10">
            <a:extLst>
              <a:ext uri="{FF2B5EF4-FFF2-40B4-BE49-F238E27FC236}">
                <a16:creationId xmlns:a16="http://schemas.microsoft.com/office/drawing/2014/main" id="{3CD4548F-B299-4258-8047-1CD76368E555}"/>
              </a:ext>
            </a:extLst>
          </p:cNvPr>
          <p:cNvSpPr/>
          <p:nvPr userDrawn="1"/>
        </p:nvSpPr>
        <p:spPr bwMode="auto">
          <a:xfrm>
            <a:off x="10758793" y="3674135"/>
            <a:ext cx="1070042" cy="3192237"/>
          </a:xfrm>
          <a:prstGeom prst="parallelogram">
            <a:avLst>
              <a:gd name="adj" fmla="val 55889"/>
            </a:avLst>
          </a:prstGeom>
          <a:solidFill>
            <a:srgbClr val="FFB81C">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b="0" i="0" u="none" strike="noStrike" kern="0" cap="none" spc="0" normalizeH="0" baseline="0" dirty="0">
              <a:ln>
                <a:noFill/>
              </a:ln>
              <a:solidFill>
                <a:sysClr val="windowText" lastClr="000000"/>
              </a:solidFill>
              <a:effectLst/>
              <a:uLnTx/>
              <a:uFillTx/>
              <a:latin typeface="Neue Haas Grotesk Text Pro" panose="020B0504020202020204" pitchFamily="34" charset="0"/>
            </a:endParaRPr>
          </a:p>
        </p:txBody>
      </p:sp>
      <p:sp>
        <p:nvSpPr>
          <p:cNvPr id="46" name="Parallelogram 45">
            <a:extLst>
              <a:ext uri="{FF2B5EF4-FFF2-40B4-BE49-F238E27FC236}">
                <a16:creationId xmlns:a16="http://schemas.microsoft.com/office/drawing/2014/main" id="{6B380A50-A8EC-4C33-8147-148425518C77}"/>
              </a:ext>
            </a:extLst>
          </p:cNvPr>
          <p:cNvSpPr/>
          <p:nvPr userDrawn="1"/>
        </p:nvSpPr>
        <p:spPr bwMode="auto">
          <a:xfrm>
            <a:off x="6283295" y="2170444"/>
            <a:ext cx="1363169" cy="4685955"/>
          </a:xfrm>
          <a:prstGeom prst="parallelogram">
            <a:avLst>
              <a:gd name="adj" fmla="val 67023"/>
            </a:avLst>
          </a:prstGeom>
          <a:solidFill>
            <a:schemeClr val="bg1">
              <a:alpha val="4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b="0" i="0" u="none" strike="noStrike" kern="0" cap="none" spc="0" normalizeH="0" baseline="0" dirty="0">
              <a:ln>
                <a:noFill/>
              </a:ln>
              <a:solidFill>
                <a:sysClr val="windowText" lastClr="000000"/>
              </a:solidFill>
              <a:effectLst/>
              <a:uLnTx/>
              <a:uFillTx/>
              <a:latin typeface="Neue Haas Grotesk Text Pro" panose="020B0504020202020204" pitchFamily="34" charset="0"/>
            </a:endParaRPr>
          </a:p>
        </p:txBody>
      </p:sp>
      <p:sp>
        <p:nvSpPr>
          <p:cNvPr id="2" name="Parallelogram 1">
            <a:extLst>
              <a:ext uri="{FF2B5EF4-FFF2-40B4-BE49-F238E27FC236}">
                <a16:creationId xmlns:a16="http://schemas.microsoft.com/office/drawing/2014/main" id="{1C274E36-A7CD-44A6-95DC-25B50DD862BD}"/>
              </a:ext>
            </a:extLst>
          </p:cNvPr>
          <p:cNvSpPr/>
          <p:nvPr userDrawn="1"/>
        </p:nvSpPr>
        <p:spPr bwMode="auto">
          <a:xfrm>
            <a:off x="6138156" y="885686"/>
            <a:ext cx="1488329" cy="5993816"/>
          </a:xfrm>
          <a:prstGeom prst="parallelogram">
            <a:avLst>
              <a:gd name="adj" fmla="val 77862"/>
            </a:avLst>
          </a:prstGeom>
          <a:solidFill>
            <a:srgbClr val="D0D0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b="0" i="0" u="none" strike="noStrike" kern="0" cap="none" spc="0" normalizeH="0" baseline="0" dirty="0">
              <a:ln>
                <a:noFill/>
              </a:ln>
              <a:solidFill>
                <a:sysClr val="windowText" lastClr="000000"/>
              </a:solidFill>
              <a:effectLst/>
              <a:uLnTx/>
              <a:uFillTx/>
              <a:latin typeface="Neue Haas Grotesk Text Pro" panose="020B0504020202020204" pitchFamily="34" charset="0"/>
            </a:endParaRPr>
          </a:p>
        </p:txBody>
      </p:sp>
      <p:sp>
        <p:nvSpPr>
          <p:cNvPr id="14" name="Parallelogram 13">
            <a:extLst>
              <a:ext uri="{FF2B5EF4-FFF2-40B4-BE49-F238E27FC236}">
                <a16:creationId xmlns:a16="http://schemas.microsoft.com/office/drawing/2014/main" id="{DD33504F-1C7B-489A-90C9-1C3CFEB6790B}"/>
              </a:ext>
            </a:extLst>
          </p:cNvPr>
          <p:cNvSpPr/>
          <p:nvPr userDrawn="1"/>
        </p:nvSpPr>
        <p:spPr bwMode="auto">
          <a:xfrm>
            <a:off x="6350326" y="862507"/>
            <a:ext cx="1284803" cy="4030506"/>
          </a:xfrm>
          <a:prstGeom prst="parallelogram">
            <a:avLst>
              <a:gd name="adj" fmla="val 62338"/>
            </a:avLst>
          </a:prstGeom>
          <a:solidFill>
            <a:srgbClr val="FFB81C">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b="0" i="0" u="none" strike="noStrike" kern="0" cap="none" spc="0" normalizeH="0" baseline="0" dirty="0">
              <a:ln>
                <a:noFill/>
              </a:ln>
              <a:solidFill>
                <a:sysClr val="windowText" lastClr="000000"/>
              </a:solidFill>
              <a:effectLst/>
              <a:uLnTx/>
              <a:uFillTx/>
              <a:latin typeface="Neue Haas Grotesk Text Pro" panose="020B0504020202020204" pitchFamily="34" charset="0"/>
            </a:endParaRPr>
          </a:p>
        </p:txBody>
      </p:sp>
      <p:sp>
        <p:nvSpPr>
          <p:cNvPr id="47" name="Parallelogram 46">
            <a:extLst>
              <a:ext uri="{FF2B5EF4-FFF2-40B4-BE49-F238E27FC236}">
                <a16:creationId xmlns:a16="http://schemas.microsoft.com/office/drawing/2014/main" id="{AA9D1B1B-F156-4B5C-A1E7-01E62E081E3A}"/>
              </a:ext>
            </a:extLst>
          </p:cNvPr>
          <p:cNvSpPr/>
          <p:nvPr userDrawn="1"/>
        </p:nvSpPr>
        <p:spPr bwMode="auto">
          <a:xfrm>
            <a:off x="11404559" y="872235"/>
            <a:ext cx="842122" cy="2754261"/>
          </a:xfrm>
          <a:prstGeom prst="parallelogram">
            <a:avLst>
              <a:gd name="adj" fmla="val 65317"/>
            </a:avLst>
          </a:prstGeom>
          <a:solidFill>
            <a:schemeClr val="bg1">
              <a:alpha val="4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b="0" i="0" u="none" strike="noStrike" kern="0" cap="none" spc="0" normalizeH="0" baseline="0" dirty="0">
              <a:ln>
                <a:noFill/>
              </a:ln>
              <a:solidFill>
                <a:sysClr val="windowText" lastClr="000000"/>
              </a:solidFill>
              <a:effectLst/>
              <a:uLnTx/>
              <a:uFillTx/>
              <a:latin typeface="Neue Haas Grotesk Text Pro" panose="020B0504020202020204" pitchFamily="34" charset="0"/>
            </a:endParaRPr>
          </a:p>
        </p:txBody>
      </p:sp>
      <p:sp>
        <p:nvSpPr>
          <p:cNvPr id="48" name="Text Placeholder 2">
            <a:extLst>
              <a:ext uri="{FF2B5EF4-FFF2-40B4-BE49-F238E27FC236}">
                <a16:creationId xmlns:a16="http://schemas.microsoft.com/office/drawing/2014/main" id="{C8B2C423-8643-4C72-9CC4-AC62DB91CA27}"/>
              </a:ext>
            </a:extLst>
          </p:cNvPr>
          <p:cNvSpPr>
            <a:spLocks noGrp="1"/>
          </p:cNvSpPr>
          <p:nvPr>
            <p:ph type="body" sz="quarter" idx="10" hasCustomPrompt="1"/>
          </p:nvPr>
        </p:nvSpPr>
        <p:spPr>
          <a:xfrm>
            <a:off x="384048" y="1158460"/>
            <a:ext cx="4828600" cy="276999"/>
          </a:xfrm>
          <a:prstGeom prst="rect">
            <a:avLst/>
          </a:prstGeom>
        </p:spPr>
        <p:txBody>
          <a:bodyPr wrap="square" lIns="0" tIns="0" rIns="0" bIns="0">
            <a:spAutoFit/>
          </a:bodyPr>
          <a:lstStyle>
            <a:lvl1pPr marL="0" indent="0">
              <a:lnSpc>
                <a:spcPct val="100000"/>
              </a:lnSpc>
              <a:spcBef>
                <a:spcPts val="0"/>
              </a:spcBef>
              <a:buFont typeface="Arial" panose="020B0604020202020204" pitchFamily="34" charset="0"/>
              <a:buNone/>
              <a:defRPr sz="1800">
                <a:solidFill>
                  <a:schemeClr val="tx1"/>
                </a:solidFill>
                <a:latin typeface="Neue Haas Grotesk Text Pro" panose="020B0504020202020204" pitchFamily="34" charset="0"/>
                <a:cs typeface="Arial" panose="020B0604020202020204" pitchFamily="34" charset="0"/>
              </a:defRPr>
            </a:lvl1pPr>
            <a:lvl2pPr marL="448193" indent="-224097">
              <a:buFont typeface="Arial" panose="020B0604020202020204" pitchFamily="34" charset="0"/>
              <a:buChar char="•"/>
              <a:defRPr sz="2000">
                <a:latin typeface="Segoe UI" panose="020B0502040204020203" pitchFamily="34" charset="0"/>
                <a:cs typeface="Segoe UI" panose="020B0502040204020203" pitchFamily="34" charset="0"/>
              </a:defRPr>
            </a:lvl2pPr>
            <a:lvl3pPr marL="672290" indent="-224097">
              <a:buFont typeface="Arial" panose="020B0604020202020204" pitchFamily="34" charset="0"/>
              <a:buChar char="•"/>
              <a:defRPr sz="2000">
                <a:latin typeface="Segoe UI" panose="020B0502040204020203" pitchFamily="34" charset="0"/>
                <a:cs typeface="Segoe UI" panose="020B0502040204020203" pitchFamily="34" charset="0"/>
              </a:defRPr>
            </a:lvl3pPr>
            <a:lvl4pPr marL="896386" indent="-224097">
              <a:buFont typeface="Arial" panose="020B0604020202020204" pitchFamily="34" charset="0"/>
              <a:buChar char="•"/>
              <a:defRPr sz="2000">
                <a:latin typeface="Segoe UI" panose="020B0502040204020203" pitchFamily="34" charset="0"/>
                <a:cs typeface="Segoe UI" panose="020B0502040204020203" pitchFamily="34" charset="0"/>
              </a:defRPr>
            </a:lvl4pPr>
            <a:lvl5pPr marL="1120483" indent="-224097">
              <a:buFont typeface="Arial" panose="020B0604020202020204" pitchFamily="34" charset="0"/>
              <a:buChar char="•"/>
              <a:defRPr sz="2000">
                <a:latin typeface="Segoe UI" panose="020B0502040204020203" pitchFamily="34" charset="0"/>
                <a:cs typeface="Segoe UI" panose="020B0502040204020203" pitchFamily="34" charset="0"/>
              </a:defRPr>
            </a:lvl5pPr>
          </a:lstStyle>
          <a:p>
            <a:pPr lvl="0"/>
            <a:r>
              <a:rPr lang="en-US"/>
              <a:t>Edit Master text styles</a:t>
            </a:r>
          </a:p>
        </p:txBody>
      </p:sp>
    </p:spTree>
    <p:extLst>
      <p:ext uri="{BB962C8B-B14F-4D97-AF65-F5344CB8AC3E}">
        <p14:creationId xmlns:p14="http://schemas.microsoft.com/office/powerpoint/2010/main" val="24509328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urse Title">
    <p:bg>
      <p:bgPr>
        <a:solidFill>
          <a:schemeClr val="tx1"/>
        </a:solidFill>
        <a:effectLst/>
      </p:bgPr>
    </p:bg>
    <p:spTree>
      <p:nvGrpSpPr>
        <p:cNvPr id="1" name=""/>
        <p:cNvGrpSpPr/>
        <p:nvPr/>
      </p:nvGrpSpPr>
      <p:grpSpPr>
        <a:xfrm>
          <a:off x="0" y="0"/>
          <a:ext cx="0" cy="0"/>
          <a:chOff x="0" y="0"/>
          <a:chExt cx="0" cy="0"/>
        </a:xfrm>
      </p:grpSpPr>
      <p:pic>
        <p:nvPicPr>
          <p:cNvPr id="1026" name="Picture 2" descr="Group of diverse people having a business meeting Free Photo">
            <a:extLst>
              <a:ext uri="{FF2B5EF4-FFF2-40B4-BE49-F238E27FC236}">
                <a16:creationId xmlns:a16="http://schemas.microsoft.com/office/drawing/2014/main" id="{9408313E-3B22-4D5E-81B6-BC8FF72D0566}"/>
              </a:ext>
            </a:extLst>
          </p:cNvPr>
          <p:cNvPicPr preferRelativeResize="0">
            <a:picLocks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88952"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Parallelogram 2">
            <a:extLst>
              <a:ext uri="{FF2B5EF4-FFF2-40B4-BE49-F238E27FC236}">
                <a16:creationId xmlns:a16="http://schemas.microsoft.com/office/drawing/2014/main" id="{F298E506-1B5C-4C78-B2BD-BF9668D49515}"/>
              </a:ext>
            </a:extLst>
          </p:cNvPr>
          <p:cNvSpPr/>
          <p:nvPr userDrawn="1"/>
        </p:nvSpPr>
        <p:spPr bwMode="auto">
          <a:xfrm>
            <a:off x="0" y="0"/>
            <a:ext cx="12188952" cy="6858000"/>
          </a:xfrm>
          <a:prstGeom prst="parallelogram">
            <a:avLst>
              <a:gd name="adj" fmla="val 0"/>
            </a:avLst>
          </a:prstGeom>
          <a:solidFill>
            <a:schemeClr val="tx2">
              <a:alpha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15" name="Rectangle 14">
            <a:extLst>
              <a:ext uri="{FF2B5EF4-FFF2-40B4-BE49-F238E27FC236}">
                <a16:creationId xmlns:a16="http://schemas.microsoft.com/office/drawing/2014/main" id="{4F038713-141C-4538-AC0C-CF912C076D97}"/>
              </a:ext>
            </a:extLst>
          </p:cNvPr>
          <p:cNvSpPr/>
          <p:nvPr userDrawn="1"/>
        </p:nvSpPr>
        <p:spPr bwMode="auto">
          <a:xfrm>
            <a:off x="0" y="2357322"/>
            <a:ext cx="12188952" cy="2143356"/>
          </a:xfrm>
          <a:prstGeom prst="rect">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4" name="Isosceles Triangle 3">
            <a:extLst>
              <a:ext uri="{FF2B5EF4-FFF2-40B4-BE49-F238E27FC236}">
                <a16:creationId xmlns:a16="http://schemas.microsoft.com/office/drawing/2014/main" id="{51A9DFB7-E228-40B7-9937-AEE5A9DB850E}"/>
              </a:ext>
            </a:extLst>
          </p:cNvPr>
          <p:cNvSpPr/>
          <p:nvPr userDrawn="1"/>
        </p:nvSpPr>
        <p:spPr bwMode="auto">
          <a:xfrm rot="5400000">
            <a:off x="-431598" y="2788920"/>
            <a:ext cx="2143356" cy="1280160"/>
          </a:xfrm>
          <a:prstGeom prst="triangl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18" name="Isosceles Triangle 17">
            <a:extLst>
              <a:ext uri="{FF2B5EF4-FFF2-40B4-BE49-F238E27FC236}">
                <a16:creationId xmlns:a16="http://schemas.microsoft.com/office/drawing/2014/main" id="{B13AF14E-AD18-4C83-8E73-F953E1FD6E2F}"/>
              </a:ext>
            </a:extLst>
          </p:cNvPr>
          <p:cNvSpPr/>
          <p:nvPr userDrawn="1"/>
        </p:nvSpPr>
        <p:spPr bwMode="auto">
          <a:xfrm rot="16200000" flipH="1">
            <a:off x="10480242" y="2788920"/>
            <a:ext cx="2143356" cy="1280160"/>
          </a:xfrm>
          <a:prstGeom prst="triangl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6" name="Title 1">
            <a:extLst>
              <a:ext uri="{FF2B5EF4-FFF2-40B4-BE49-F238E27FC236}">
                <a16:creationId xmlns:a16="http://schemas.microsoft.com/office/drawing/2014/main" id="{CE63B271-A58B-4A22-9939-C48CE3A3301A}"/>
              </a:ext>
            </a:extLst>
          </p:cNvPr>
          <p:cNvSpPr>
            <a:spLocks noGrp="1"/>
          </p:cNvSpPr>
          <p:nvPr userDrawn="1">
            <p:ph type="title" hasCustomPrompt="1"/>
          </p:nvPr>
        </p:nvSpPr>
        <p:spPr bwMode="ltGray">
          <a:xfrm>
            <a:off x="1488895" y="2426656"/>
            <a:ext cx="9211163" cy="2004688"/>
          </a:xfrm>
          <a:prstGeom prst="rect">
            <a:avLst/>
          </a:prstGeom>
          <a:noFill/>
        </p:spPr>
        <p:txBody>
          <a:bodyPr lIns="91440" tIns="91440" rIns="91440" bIns="91440" anchor="ctr" anchorCtr="0">
            <a:noAutofit/>
          </a:bodyPr>
          <a:lstStyle>
            <a:lvl1pPr algn="ctr">
              <a:defRPr sz="4800" spc="-98" baseline="0">
                <a:solidFill>
                  <a:schemeClr val="bg1"/>
                </a:solidFill>
                <a:latin typeface="Neue Haas Grotesk Text Pro" panose="020B0504020202020204" pitchFamily="34" charset="0"/>
                <a:cs typeface="Segoe UI" panose="020B0502040204020203" pitchFamily="34" charset="0"/>
              </a:defRPr>
            </a:lvl1pPr>
          </a:lstStyle>
          <a:p>
            <a:r>
              <a:rPr lang="en-US"/>
              <a:t>Course Name</a:t>
            </a:r>
          </a:p>
        </p:txBody>
      </p:sp>
      <p:sp>
        <p:nvSpPr>
          <p:cNvPr id="20" name="Isosceles Triangle 19">
            <a:extLst>
              <a:ext uri="{FF2B5EF4-FFF2-40B4-BE49-F238E27FC236}">
                <a16:creationId xmlns:a16="http://schemas.microsoft.com/office/drawing/2014/main" id="{A97C88E9-1674-4EAA-9753-0950BF63CF44}"/>
              </a:ext>
            </a:extLst>
          </p:cNvPr>
          <p:cNvSpPr/>
          <p:nvPr userDrawn="1"/>
        </p:nvSpPr>
        <p:spPr bwMode="auto">
          <a:xfrm rot="5400000">
            <a:off x="774072" y="3268252"/>
            <a:ext cx="538278" cy="321497"/>
          </a:xfrm>
          <a:prstGeom prst="triangl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23" name="Isosceles Triangle 22">
            <a:extLst>
              <a:ext uri="{FF2B5EF4-FFF2-40B4-BE49-F238E27FC236}">
                <a16:creationId xmlns:a16="http://schemas.microsoft.com/office/drawing/2014/main" id="{33C23EAB-927A-4CFC-B82D-00A51C05C0B1}"/>
              </a:ext>
            </a:extLst>
          </p:cNvPr>
          <p:cNvSpPr/>
          <p:nvPr userDrawn="1"/>
        </p:nvSpPr>
        <p:spPr bwMode="auto">
          <a:xfrm rot="16200000" flipH="1">
            <a:off x="10879650" y="3268252"/>
            <a:ext cx="538278" cy="321497"/>
          </a:xfrm>
          <a:prstGeom prst="triangl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26" name="Picture 25" descr="A picture containing drawing&#10;&#10;Description automatically generated">
            <a:extLst>
              <a:ext uri="{FF2B5EF4-FFF2-40B4-BE49-F238E27FC236}">
                <a16:creationId xmlns:a16="http://schemas.microsoft.com/office/drawing/2014/main" id="{AE2E4E43-00C8-4264-8A46-C7C6CA8A6554}"/>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b="22729"/>
          <a:stretch/>
        </p:blipFill>
        <p:spPr>
          <a:xfrm>
            <a:off x="4818356" y="1602047"/>
            <a:ext cx="2555289" cy="581862"/>
          </a:xfrm>
          <a:prstGeom prst="rect">
            <a:avLst/>
          </a:prstGeom>
        </p:spPr>
      </p:pic>
    </p:spTree>
    <p:extLst>
      <p:ext uri="{BB962C8B-B14F-4D97-AF65-F5344CB8AC3E}">
        <p14:creationId xmlns:p14="http://schemas.microsoft.com/office/powerpoint/2010/main" val="267523365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pic>
        <p:nvPicPr>
          <p:cNvPr id="42" name="Picture 41" descr="A group of clouds in the sky at sunset&#10;&#10;Description automatically generated">
            <a:extLst>
              <a:ext uri="{FF2B5EF4-FFF2-40B4-BE49-F238E27FC236}">
                <a16:creationId xmlns:a16="http://schemas.microsoft.com/office/drawing/2014/main" id="{98D825B7-F422-4513-866B-D235AE9FF639}"/>
              </a:ext>
            </a:extLst>
          </p:cNvPr>
          <p:cNvPicPr preferRelativeResize="0">
            <a:picLocks/>
          </p:cNvPicPr>
          <p:nvPr userDrawn="1"/>
        </p:nvPicPr>
        <p:blipFill rotWithShape="1">
          <a:blip r:embed="rId2">
            <a:extLst>
              <a:ext uri="{28A0092B-C50C-407E-A947-70E740481C1C}">
                <a14:useLocalDpi xmlns:a14="http://schemas.microsoft.com/office/drawing/2010/main" val="0"/>
              </a:ext>
            </a:extLst>
          </a:blip>
          <a:srcRect t="15157" b="12207"/>
          <a:stretch/>
        </p:blipFill>
        <p:spPr>
          <a:xfrm>
            <a:off x="1524" y="877824"/>
            <a:ext cx="12188952" cy="5980176"/>
          </a:xfrm>
          <a:prstGeom prst="rect">
            <a:avLst/>
          </a:prstGeom>
        </p:spPr>
      </p:pic>
      <p:sp>
        <p:nvSpPr>
          <p:cNvPr id="14" name="Parallelogram 13">
            <a:extLst>
              <a:ext uri="{FF2B5EF4-FFF2-40B4-BE49-F238E27FC236}">
                <a16:creationId xmlns:a16="http://schemas.microsoft.com/office/drawing/2014/main" id="{1A6130F7-3C79-4D0A-B82C-4BB4DED31720}"/>
              </a:ext>
            </a:extLst>
          </p:cNvPr>
          <p:cNvSpPr/>
          <p:nvPr userDrawn="1"/>
        </p:nvSpPr>
        <p:spPr bwMode="auto">
          <a:xfrm>
            <a:off x="0" y="875392"/>
            <a:ext cx="12188952" cy="5982607"/>
          </a:xfrm>
          <a:prstGeom prst="parallelogram">
            <a:avLst>
              <a:gd name="adj" fmla="val 0"/>
            </a:avLst>
          </a:prstGeom>
          <a:solidFill>
            <a:schemeClr val="bg2">
              <a:alpha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9" name="Rectangle 8">
            <a:extLst>
              <a:ext uri="{FF2B5EF4-FFF2-40B4-BE49-F238E27FC236}">
                <a16:creationId xmlns:a16="http://schemas.microsoft.com/office/drawing/2014/main" id="{A1262DB9-DA84-4E51-88AF-26B6AE176E59}"/>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6" name="Title 5"/>
          <p:cNvSpPr>
            <a:spLocks noGrp="1"/>
          </p:cNvSpPr>
          <p:nvPr>
            <p:ph type="title"/>
          </p:nvPr>
        </p:nvSpPr>
        <p:spPr>
          <a:xfrm>
            <a:off x="384048" y="137160"/>
            <a:ext cx="10009632" cy="576072"/>
          </a:xfrm>
          <a:prstGeom prst="rect">
            <a:avLst/>
          </a:prstGeom>
        </p:spPr>
        <p:txBody>
          <a:bodyPr lIns="0" tIns="0" rIns="0" bIns="0" anchor="ctr" anchorCtr="0">
            <a:normAutofit/>
          </a:bodyPr>
          <a:lstStyle>
            <a:lvl1pPr>
              <a:defRPr sz="2800">
                <a:solidFill>
                  <a:schemeClr val="bg2"/>
                </a:solidFill>
                <a:latin typeface="Neue Haas Grotesk Text Pro" panose="020B0504020202020204" pitchFamily="34" charset="0"/>
                <a:cs typeface="Segoe UI Semibold" panose="020B0702040204020203" pitchFamily="34" charset="0"/>
              </a:defRPr>
            </a:lvl1pPr>
          </a:lstStyle>
          <a:p>
            <a:r>
              <a:rPr lang="en-US"/>
              <a:t>Click to edit Master title style</a:t>
            </a:r>
          </a:p>
        </p:txBody>
      </p:sp>
      <p:sp>
        <p:nvSpPr>
          <p:cNvPr id="13" name="Rectangle 12">
            <a:extLst>
              <a:ext uri="{FF2B5EF4-FFF2-40B4-BE49-F238E27FC236}">
                <a16:creationId xmlns:a16="http://schemas.microsoft.com/office/drawing/2014/main" id="{6C2780E0-EB76-45EB-BBE8-3B68BBA07509}"/>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ight Triangle 14">
            <a:extLst>
              <a:ext uri="{FF2B5EF4-FFF2-40B4-BE49-F238E27FC236}">
                <a16:creationId xmlns:a16="http://schemas.microsoft.com/office/drawing/2014/main" id="{904757D4-488D-4F9E-BCD8-743916D67605}"/>
              </a:ext>
            </a:extLst>
          </p:cNvPr>
          <p:cNvSpPr/>
          <p:nvPr userDrawn="1"/>
        </p:nvSpPr>
        <p:spPr bwMode="auto">
          <a:xfrm flipV="1">
            <a:off x="0" y="875392"/>
            <a:ext cx="1966539" cy="1966539"/>
          </a:xfrm>
          <a:prstGeom prst="rtTriangl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16" name="Rectangle 15">
            <a:extLst>
              <a:ext uri="{FF2B5EF4-FFF2-40B4-BE49-F238E27FC236}">
                <a16:creationId xmlns:a16="http://schemas.microsoft.com/office/drawing/2014/main" id="{A6341799-B642-43B9-80FB-F7F5B39DDDB9}"/>
              </a:ext>
            </a:extLst>
          </p:cNvPr>
          <p:cNvSpPr/>
          <p:nvPr userDrawn="1"/>
        </p:nvSpPr>
        <p:spPr bwMode="auto">
          <a:xfrm>
            <a:off x="2720340" y="937549"/>
            <a:ext cx="6751320" cy="5833641"/>
          </a:xfrm>
          <a:prstGeom prst="rect">
            <a:avLst/>
          </a:prstGeom>
          <a:solidFill>
            <a:schemeClr val="tx1">
              <a:alpha val="6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40" name="Right Triangle 39">
            <a:extLst>
              <a:ext uri="{FF2B5EF4-FFF2-40B4-BE49-F238E27FC236}">
                <a16:creationId xmlns:a16="http://schemas.microsoft.com/office/drawing/2014/main" id="{CA355A64-3F45-4112-ADC1-D3A919D060BE}"/>
              </a:ext>
            </a:extLst>
          </p:cNvPr>
          <p:cNvSpPr/>
          <p:nvPr userDrawn="1"/>
        </p:nvSpPr>
        <p:spPr bwMode="auto">
          <a:xfrm flipH="1">
            <a:off x="10225461" y="4891461"/>
            <a:ext cx="1966539" cy="1966539"/>
          </a:xfrm>
          <a:prstGeom prst="rtTriangl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49" name="Picture 48" descr="A picture containing clock, drawing, meter&#10;&#10;Description automatically generated">
            <a:extLst>
              <a:ext uri="{FF2B5EF4-FFF2-40B4-BE49-F238E27FC236}">
                <a16:creationId xmlns:a16="http://schemas.microsoft.com/office/drawing/2014/main" id="{08359939-7147-4454-A088-FC31F65D6FA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Tree>
    <p:extLst>
      <p:ext uri="{BB962C8B-B14F-4D97-AF65-F5344CB8AC3E}">
        <p14:creationId xmlns:p14="http://schemas.microsoft.com/office/powerpoint/2010/main" val="4062151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Objectives">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3874A217-532C-4C55-A769-E41DB0AB8D75}"/>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5" name="Rectangle 4">
            <a:extLst>
              <a:ext uri="{FF2B5EF4-FFF2-40B4-BE49-F238E27FC236}">
                <a16:creationId xmlns:a16="http://schemas.microsoft.com/office/drawing/2014/main" id="{9307DF50-7F29-4DEA-BA78-97B45D60E27F}"/>
              </a:ext>
            </a:extLst>
          </p:cNvPr>
          <p:cNvSpPr/>
          <p:nvPr userDrawn="1"/>
        </p:nvSpPr>
        <p:spPr bwMode="auto">
          <a:xfrm>
            <a:off x="4629051" y="868680"/>
            <a:ext cx="138896" cy="598932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2" name="Rectangle 1">
            <a:extLst>
              <a:ext uri="{FF2B5EF4-FFF2-40B4-BE49-F238E27FC236}">
                <a16:creationId xmlns:a16="http://schemas.microsoft.com/office/drawing/2014/main" id="{BB8FDEF3-823D-41E2-8BD8-CBC964FB65D0}"/>
              </a:ext>
            </a:extLst>
          </p:cNvPr>
          <p:cNvSpPr/>
          <p:nvPr userDrawn="1"/>
        </p:nvSpPr>
        <p:spPr bwMode="auto">
          <a:xfrm>
            <a:off x="4560425" y="1099595"/>
            <a:ext cx="7208456" cy="524007"/>
          </a:xfrm>
          <a:prstGeom prst="rect">
            <a:avLst/>
          </a:prstGeom>
          <a:gradFill flip="none" rotWithShape="1">
            <a:gsLst>
              <a:gs pos="0">
                <a:schemeClr val="tx2"/>
              </a:gs>
              <a:gs pos="100000">
                <a:schemeClr val="tx2">
                  <a:alpha val="0"/>
                </a:schemeClr>
              </a:gs>
            </a:gsLst>
            <a:lin ang="0" scaled="0"/>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17" name="Picture 16" descr="A picture containing dart, missile, pinwheel, bicycle&#10;&#10;Description automatically generated">
            <a:extLst>
              <a:ext uri="{FF2B5EF4-FFF2-40B4-BE49-F238E27FC236}">
                <a16:creationId xmlns:a16="http://schemas.microsoft.com/office/drawing/2014/main" id="{920B56BC-1499-48D8-91A9-27B06BAC98B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868680"/>
            <a:ext cx="4650114" cy="5989320"/>
          </a:xfrm>
          <a:prstGeom prst="rect">
            <a:avLst/>
          </a:prstGeom>
        </p:spPr>
      </p:pic>
      <p:sp>
        <p:nvSpPr>
          <p:cNvPr id="3" name="Text Placeholder 2"/>
          <p:cNvSpPr>
            <a:spLocks noGrp="1"/>
          </p:cNvSpPr>
          <p:nvPr>
            <p:ph type="body" sz="quarter" idx="10" hasCustomPrompt="1"/>
          </p:nvPr>
        </p:nvSpPr>
        <p:spPr>
          <a:xfrm>
            <a:off x="5094946" y="1222369"/>
            <a:ext cx="6317694" cy="5533196"/>
          </a:xfrm>
          <a:prstGeom prst="rect">
            <a:avLst/>
          </a:prstGeom>
        </p:spPr>
        <p:txBody>
          <a:bodyPr lIns="0" tIns="0" rIns="0" bIns="0"/>
          <a:lstStyle>
            <a:lvl1pPr marL="0" indent="0">
              <a:buFont typeface="Arial" panose="020B0604020202020204" pitchFamily="34" charset="0"/>
              <a:buNone/>
              <a:defRPr sz="2000">
                <a:solidFill>
                  <a:schemeClr val="tx1"/>
                </a:solidFill>
                <a:latin typeface="Neue Haas Grotesk Text Pro" panose="020B0504020202020204" pitchFamily="34" charset="0"/>
                <a:cs typeface="Segoe UI" panose="020B0502040204020203" pitchFamily="34" charset="0"/>
              </a:defRPr>
            </a:lvl1pPr>
            <a:lvl2pPr marL="448193" indent="-224097">
              <a:buFont typeface="Arial" panose="020B0604020202020204" pitchFamily="34" charset="0"/>
              <a:buChar char="•"/>
              <a:defRPr sz="2000">
                <a:latin typeface="Segoe UI" panose="020B0502040204020203" pitchFamily="34" charset="0"/>
                <a:cs typeface="Segoe UI" panose="020B0502040204020203" pitchFamily="34" charset="0"/>
              </a:defRPr>
            </a:lvl2pPr>
            <a:lvl3pPr marL="672290" indent="-224097">
              <a:buFont typeface="Arial" panose="020B0604020202020204" pitchFamily="34" charset="0"/>
              <a:buChar char="•"/>
              <a:defRPr sz="2000">
                <a:latin typeface="Segoe UI" panose="020B0502040204020203" pitchFamily="34" charset="0"/>
                <a:cs typeface="Segoe UI" panose="020B0502040204020203" pitchFamily="34" charset="0"/>
              </a:defRPr>
            </a:lvl3pPr>
            <a:lvl4pPr marL="896386" indent="-224097">
              <a:buFont typeface="Arial" panose="020B0604020202020204" pitchFamily="34" charset="0"/>
              <a:buChar char="•"/>
              <a:defRPr sz="2000">
                <a:latin typeface="Segoe UI" panose="020B0502040204020203" pitchFamily="34" charset="0"/>
                <a:cs typeface="Segoe UI" panose="020B0502040204020203" pitchFamily="34" charset="0"/>
              </a:defRPr>
            </a:lvl4pPr>
            <a:lvl5pPr marL="1120483" indent="-224097">
              <a:buFont typeface="Arial" panose="020B0604020202020204" pitchFamily="34" charset="0"/>
              <a:buChar char="•"/>
              <a:defRPr sz="2000">
                <a:latin typeface="Segoe UI" panose="020B0502040204020203" pitchFamily="34" charset="0"/>
                <a:cs typeface="Segoe UI" panose="020B0502040204020203" pitchFamily="34" charset="0"/>
              </a:defRPr>
            </a:lvl5pPr>
          </a:lstStyle>
          <a:p>
            <a:pPr lvl="0"/>
            <a:r>
              <a:rPr lang="en-US"/>
              <a:t>Edit Master text styles</a:t>
            </a:r>
          </a:p>
        </p:txBody>
      </p:sp>
      <p:sp>
        <p:nvSpPr>
          <p:cNvPr id="14" name="Title 5">
            <a:extLst>
              <a:ext uri="{FF2B5EF4-FFF2-40B4-BE49-F238E27FC236}">
                <a16:creationId xmlns:a16="http://schemas.microsoft.com/office/drawing/2014/main" id="{71085026-B193-4387-8D94-315FD7F1AB5F}"/>
              </a:ext>
            </a:extLst>
          </p:cNvPr>
          <p:cNvSpPr>
            <a:spLocks noGrp="1"/>
          </p:cNvSpPr>
          <p:nvPr>
            <p:ph type="title"/>
          </p:nvPr>
        </p:nvSpPr>
        <p:spPr>
          <a:xfrm>
            <a:off x="384048" y="137160"/>
            <a:ext cx="10009632" cy="576072"/>
          </a:xfrm>
          <a:prstGeom prst="rect">
            <a:avLst/>
          </a:prstGeom>
        </p:spPr>
        <p:txBody>
          <a:bodyPr lIns="0" tIns="0" rIns="0" bIns="0" anchor="ctr" anchorCtr="0">
            <a:normAutofit/>
          </a:bodyPr>
          <a:lstStyle>
            <a:lvl1pPr>
              <a:defRPr sz="2800">
                <a:solidFill>
                  <a:schemeClr val="bg2"/>
                </a:solidFill>
                <a:latin typeface="Neue Haas Grotesk Text Pro" panose="020B0504020202020204" pitchFamily="34" charset="0"/>
                <a:cs typeface="Segoe UI Semibold" panose="020B0702040204020203" pitchFamily="34" charset="0"/>
              </a:defRPr>
            </a:lvl1pPr>
          </a:lstStyle>
          <a:p>
            <a:r>
              <a:rPr lang="en-US"/>
              <a:t>Click to edit Master title style</a:t>
            </a:r>
          </a:p>
        </p:txBody>
      </p:sp>
      <p:sp>
        <p:nvSpPr>
          <p:cNvPr id="16" name="Rectangle 15">
            <a:extLst>
              <a:ext uri="{FF2B5EF4-FFF2-40B4-BE49-F238E27FC236}">
                <a16:creationId xmlns:a16="http://schemas.microsoft.com/office/drawing/2014/main" id="{3F46A147-82DD-4D69-928A-EFB2CC1F07DA}"/>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 name="Picture 19" descr="A picture containing clock, drawing, meter&#10;&#10;Description automatically generated">
            <a:extLst>
              <a:ext uri="{FF2B5EF4-FFF2-40B4-BE49-F238E27FC236}">
                <a16:creationId xmlns:a16="http://schemas.microsoft.com/office/drawing/2014/main" id="{ECDD234F-F29C-4928-8581-993E4989BFE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Tree>
    <p:extLst>
      <p:ext uri="{BB962C8B-B14F-4D97-AF65-F5344CB8AC3E}">
        <p14:creationId xmlns:p14="http://schemas.microsoft.com/office/powerpoint/2010/main" val="3679710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Module Title">
    <p:spTree>
      <p:nvGrpSpPr>
        <p:cNvPr id="1" name=""/>
        <p:cNvGrpSpPr/>
        <p:nvPr/>
      </p:nvGrpSpPr>
      <p:grpSpPr>
        <a:xfrm>
          <a:off x="0" y="0"/>
          <a:ext cx="0" cy="0"/>
          <a:chOff x="0" y="0"/>
          <a:chExt cx="0" cy="0"/>
        </a:xfrm>
      </p:grpSpPr>
      <p:pic>
        <p:nvPicPr>
          <p:cNvPr id="6" name="Picture 5" descr="A sunset in the background&#10;&#10;Description automatically generated">
            <a:extLst>
              <a:ext uri="{FF2B5EF4-FFF2-40B4-BE49-F238E27FC236}">
                <a16:creationId xmlns:a16="http://schemas.microsoft.com/office/drawing/2014/main" id="{2D155F1C-A707-4226-9726-41A19988E37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40B9738C-7DF9-4011-BE7A-A97F5F748C48}"/>
              </a:ext>
            </a:extLst>
          </p:cNvPr>
          <p:cNvSpPr/>
          <p:nvPr userDrawn="1"/>
        </p:nvSpPr>
        <p:spPr bwMode="auto">
          <a:xfrm>
            <a:off x="1524" y="0"/>
            <a:ext cx="12188952" cy="6858000"/>
          </a:xfrm>
          <a:prstGeom prst="rect">
            <a:avLst/>
          </a:prstGeom>
          <a:solidFill>
            <a:schemeClr val="tx1">
              <a:alpha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4" name="Rectangle 3">
            <a:extLst>
              <a:ext uri="{FF2B5EF4-FFF2-40B4-BE49-F238E27FC236}">
                <a16:creationId xmlns:a16="http://schemas.microsoft.com/office/drawing/2014/main" id="{D234C962-EFA1-4E0A-9C08-6AD8A09DAEAB}"/>
              </a:ext>
            </a:extLst>
          </p:cNvPr>
          <p:cNvSpPr/>
          <p:nvPr userDrawn="1"/>
        </p:nvSpPr>
        <p:spPr bwMode="auto">
          <a:xfrm>
            <a:off x="2515565" y="1343821"/>
            <a:ext cx="7160870" cy="4170358"/>
          </a:xfrm>
          <a:prstGeom prst="rect">
            <a:avLst/>
          </a:prstGeom>
          <a:noFill/>
          <a:ln w="28575">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9" name="Rectangle 8">
            <a:extLst>
              <a:ext uri="{FF2B5EF4-FFF2-40B4-BE49-F238E27FC236}">
                <a16:creationId xmlns:a16="http://schemas.microsoft.com/office/drawing/2014/main" id="{91DC5FE5-832E-4C9F-82AC-DE2D7FBAE198}"/>
              </a:ext>
            </a:extLst>
          </p:cNvPr>
          <p:cNvSpPr/>
          <p:nvPr userDrawn="1"/>
        </p:nvSpPr>
        <p:spPr bwMode="auto">
          <a:xfrm>
            <a:off x="2689187" y="1528920"/>
            <a:ext cx="6813628" cy="3800161"/>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11" name="Title 1"/>
          <p:cNvSpPr>
            <a:spLocks noGrp="1"/>
          </p:cNvSpPr>
          <p:nvPr>
            <p:ph type="title" hasCustomPrompt="1"/>
          </p:nvPr>
        </p:nvSpPr>
        <p:spPr bwMode="ltGray">
          <a:xfrm>
            <a:off x="2828082" y="3152646"/>
            <a:ext cx="6535838" cy="1180572"/>
          </a:xfrm>
          <a:prstGeom prst="rect">
            <a:avLst/>
          </a:prstGeom>
          <a:noFill/>
        </p:spPr>
        <p:txBody>
          <a:bodyPr lIns="91440" tIns="91440" rIns="91440" bIns="91440" anchor="ctr" anchorCtr="0"/>
          <a:lstStyle>
            <a:lvl1pPr algn="ctr">
              <a:defRPr sz="2800" spc="-98" baseline="0">
                <a:gradFill>
                  <a:gsLst>
                    <a:gs pos="5833">
                      <a:srgbClr val="FFFFFF"/>
                    </a:gs>
                    <a:gs pos="18000">
                      <a:srgbClr val="FFFFFF"/>
                    </a:gs>
                  </a:gsLst>
                  <a:lin ang="5400000" scaled="0"/>
                </a:gradFill>
                <a:latin typeface="Neue Haas Grotesk Text Pro" panose="020B0504020202020204" pitchFamily="34" charset="0"/>
                <a:cs typeface="Segoe UI" panose="020B0502040204020203" pitchFamily="34" charset="0"/>
              </a:defRPr>
            </a:lvl1pPr>
          </a:lstStyle>
          <a:p>
            <a:r>
              <a:rPr lang="en-US"/>
              <a:t>Module Name</a:t>
            </a:r>
          </a:p>
        </p:txBody>
      </p:sp>
      <p:sp>
        <p:nvSpPr>
          <p:cNvPr id="8" name="Text Placeholder 7">
            <a:extLst>
              <a:ext uri="{FF2B5EF4-FFF2-40B4-BE49-F238E27FC236}">
                <a16:creationId xmlns:a16="http://schemas.microsoft.com/office/drawing/2014/main" id="{1636453E-2261-4F74-92ED-FD3938725B95}"/>
              </a:ext>
            </a:extLst>
          </p:cNvPr>
          <p:cNvSpPr>
            <a:spLocks noGrp="1"/>
          </p:cNvSpPr>
          <p:nvPr>
            <p:ph type="body" sz="quarter" idx="10" hasCustomPrompt="1"/>
          </p:nvPr>
        </p:nvSpPr>
        <p:spPr>
          <a:xfrm>
            <a:off x="5225249" y="2513207"/>
            <a:ext cx="1741502" cy="627864"/>
          </a:xfrm>
          <a:prstGeom prst="rect">
            <a:avLst/>
          </a:prstGeom>
          <a:noFill/>
        </p:spPr>
        <p:txBody>
          <a:bodyPr wrap="none" lIns="182880" tIns="146304" rIns="182880" bIns="146304" rtlCol="0">
            <a:spAutoFit/>
          </a:bodyPr>
          <a:lstStyle>
            <a:lvl1pPr marL="0" indent="0">
              <a:buNone/>
              <a:defRPr lang="en-US" sz="2400" b="1" dirty="0">
                <a:solidFill>
                  <a:schemeClr val="tx1"/>
                </a:solidFill>
                <a:latin typeface="Neue Haas Grotesk Text Pro" panose="020B0504020202020204" pitchFamily="34" charset="0"/>
              </a:defRPr>
            </a:lvl1pPr>
          </a:lstStyle>
          <a:p>
            <a:pPr marL="0" lvl="0" algn="ctr" defTabSz="914400">
              <a:spcAft>
                <a:spcPts val="600"/>
              </a:spcAft>
            </a:pPr>
            <a:r>
              <a:rPr lang="en-US"/>
              <a:t>Module #</a:t>
            </a:r>
          </a:p>
        </p:txBody>
      </p:sp>
    </p:spTree>
    <p:extLst>
      <p:ext uri="{BB962C8B-B14F-4D97-AF65-F5344CB8AC3E}">
        <p14:creationId xmlns:p14="http://schemas.microsoft.com/office/powerpoint/2010/main" val="200485529"/>
      </p:ext>
    </p:extLst>
  </p:cSld>
  <p:clrMapOvr>
    <a:masterClrMapping/>
  </p:clrMapOvr>
  <mc:AlternateContent xmlns:mc="http://schemas.openxmlformats.org/markup-compatibility/2006" xmlns:p14="http://schemas.microsoft.com/office/powerpoint/2010/main">
    <mc:Choice Requires="p14">
      <p:transition spd="slow" p14:dur="2500">
        <p14:reveal/>
      </p:transition>
    </mc:Choice>
    <mc:Fallback xmlns="">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636137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12039EF-9987-49F4-B017-D3861BCA9D5B}"/>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9" name="Title 5">
            <a:extLst>
              <a:ext uri="{FF2B5EF4-FFF2-40B4-BE49-F238E27FC236}">
                <a16:creationId xmlns:a16="http://schemas.microsoft.com/office/drawing/2014/main" id="{2C8A3548-824B-4D68-88AD-C1C919DEE967}"/>
              </a:ext>
            </a:extLst>
          </p:cNvPr>
          <p:cNvSpPr>
            <a:spLocks noGrp="1"/>
          </p:cNvSpPr>
          <p:nvPr>
            <p:ph type="title"/>
          </p:nvPr>
        </p:nvSpPr>
        <p:spPr>
          <a:xfrm>
            <a:off x="384048" y="137160"/>
            <a:ext cx="10009632" cy="576072"/>
          </a:xfrm>
          <a:prstGeom prst="rect">
            <a:avLst/>
          </a:prstGeom>
        </p:spPr>
        <p:txBody>
          <a:bodyPr lIns="0" tIns="0" rIns="0" bIns="0" anchor="ctr" anchorCtr="0">
            <a:normAutofit/>
          </a:bodyPr>
          <a:lstStyle>
            <a:lvl1pPr>
              <a:defRPr sz="2800">
                <a:solidFill>
                  <a:schemeClr val="bg2"/>
                </a:solidFill>
                <a:latin typeface="Neue Haas Grotesk Text Pro" panose="020B0504020202020204" pitchFamily="34" charset="0"/>
                <a:cs typeface="Segoe UI Semibold" panose="020B0702040204020203" pitchFamily="34" charset="0"/>
              </a:defRPr>
            </a:lvl1pPr>
          </a:lstStyle>
          <a:p>
            <a:r>
              <a:rPr lang="en-US"/>
              <a:t>Click to edit Master title style</a:t>
            </a:r>
          </a:p>
        </p:txBody>
      </p:sp>
      <p:sp>
        <p:nvSpPr>
          <p:cNvPr id="11" name="Rectangle 10">
            <a:extLst>
              <a:ext uri="{FF2B5EF4-FFF2-40B4-BE49-F238E27FC236}">
                <a16:creationId xmlns:a16="http://schemas.microsoft.com/office/drawing/2014/main" id="{A70FAA89-0C0F-4D48-AEB4-4CCBEB468F0B}"/>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Picture 13" descr="A picture containing clock, drawing, meter&#10;&#10;Description automatically generated">
            <a:extLst>
              <a:ext uri="{FF2B5EF4-FFF2-40B4-BE49-F238E27FC236}">
                <a16:creationId xmlns:a16="http://schemas.microsoft.com/office/drawing/2014/main" id="{8C5EDBC5-05BB-49B8-B23C-E16915CEF62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Tree>
    <p:extLst>
      <p:ext uri="{BB962C8B-B14F-4D97-AF65-F5344CB8AC3E}">
        <p14:creationId xmlns:p14="http://schemas.microsoft.com/office/powerpoint/2010/main" val="899186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nd Content - 1">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FDB8AE6-16AB-4407-ABC2-9194AEBF3139}"/>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ext Placeholder 2"/>
          <p:cNvSpPr>
            <a:spLocks noGrp="1"/>
          </p:cNvSpPr>
          <p:nvPr>
            <p:ph type="body" sz="quarter" idx="10" hasCustomPrompt="1"/>
          </p:nvPr>
        </p:nvSpPr>
        <p:spPr>
          <a:xfrm>
            <a:off x="384048" y="1187644"/>
            <a:ext cx="11430000" cy="5533196"/>
          </a:xfrm>
          <a:prstGeom prst="rect">
            <a:avLst/>
          </a:prstGeom>
        </p:spPr>
        <p:txBody>
          <a:bodyPr lIns="0" tIns="0" rIns="0" bIns="0"/>
          <a:lstStyle>
            <a:lvl1pPr marL="0" indent="0">
              <a:buFont typeface="Arial" panose="020B0604020202020204" pitchFamily="34" charset="0"/>
              <a:buNone/>
              <a:defRPr sz="2000">
                <a:solidFill>
                  <a:schemeClr val="tx1"/>
                </a:solidFill>
                <a:latin typeface="Neue Haas Grotesk Text Pro" panose="020B0504020202020204" pitchFamily="34" charset="0"/>
                <a:cs typeface="Segoe UI" panose="020B0502040204020203" pitchFamily="34" charset="0"/>
              </a:defRPr>
            </a:lvl1pPr>
            <a:lvl2pPr marL="448193" indent="-224097">
              <a:buFont typeface="Arial" panose="020B0604020202020204" pitchFamily="34" charset="0"/>
              <a:buChar char="•"/>
              <a:defRPr sz="2000">
                <a:latin typeface="Segoe UI" panose="020B0502040204020203" pitchFamily="34" charset="0"/>
                <a:cs typeface="Segoe UI" panose="020B0502040204020203" pitchFamily="34" charset="0"/>
              </a:defRPr>
            </a:lvl2pPr>
            <a:lvl3pPr marL="672290" indent="-224097">
              <a:buFont typeface="Arial" panose="020B0604020202020204" pitchFamily="34" charset="0"/>
              <a:buChar char="•"/>
              <a:defRPr sz="2000">
                <a:latin typeface="Segoe UI" panose="020B0502040204020203" pitchFamily="34" charset="0"/>
                <a:cs typeface="Segoe UI" panose="020B0502040204020203" pitchFamily="34" charset="0"/>
              </a:defRPr>
            </a:lvl3pPr>
            <a:lvl4pPr marL="896386" indent="-224097">
              <a:buFont typeface="Arial" panose="020B0604020202020204" pitchFamily="34" charset="0"/>
              <a:buChar char="•"/>
              <a:defRPr sz="2000">
                <a:latin typeface="Segoe UI" panose="020B0502040204020203" pitchFamily="34" charset="0"/>
                <a:cs typeface="Segoe UI" panose="020B0502040204020203" pitchFamily="34" charset="0"/>
              </a:defRPr>
            </a:lvl4pPr>
            <a:lvl5pPr marL="1120483" indent="-224097">
              <a:buFont typeface="Arial" panose="020B0604020202020204" pitchFamily="34" charset="0"/>
              <a:buChar char="•"/>
              <a:defRPr sz="2000">
                <a:latin typeface="Segoe UI" panose="020B0502040204020203" pitchFamily="34" charset="0"/>
                <a:cs typeface="Segoe UI" panose="020B0502040204020203" pitchFamily="34" charset="0"/>
              </a:defRPr>
            </a:lvl5pPr>
          </a:lstStyle>
          <a:p>
            <a:pPr lvl="0"/>
            <a:r>
              <a:rPr lang="en-US"/>
              <a:t>Edit Master text styles</a:t>
            </a:r>
          </a:p>
        </p:txBody>
      </p:sp>
      <p:sp>
        <p:nvSpPr>
          <p:cNvPr id="9" name="Title 5">
            <a:extLst>
              <a:ext uri="{FF2B5EF4-FFF2-40B4-BE49-F238E27FC236}">
                <a16:creationId xmlns:a16="http://schemas.microsoft.com/office/drawing/2014/main" id="{E1B9AD57-5B83-44BC-BCD2-181992203154}"/>
              </a:ext>
            </a:extLst>
          </p:cNvPr>
          <p:cNvSpPr>
            <a:spLocks noGrp="1"/>
          </p:cNvSpPr>
          <p:nvPr>
            <p:ph type="title"/>
          </p:nvPr>
        </p:nvSpPr>
        <p:spPr>
          <a:xfrm>
            <a:off x="384048" y="137160"/>
            <a:ext cx="10009632" cy="576072"/>
          </a:xfrm>
          <a:prstGeom prst="rect">
            <a:avLst/>
          </a:prstGeom>
        </p:spPr>
        <p:txBody>
          <a:bodyPr lIns="0" tIns="0" rIns="0" bIns="0" anchor="ctr" anchorCtr="0">
            <a:normAutofit/>
          </a:bodyPr>
          <a:lstStyle>
            <a:lvl1pPr>
              <a:defRPr sz="2800">
                <a:solidFill>
                  <a:schemeClr val="bg2"/>
                </a:solidFill>
                <a:latin typeface="Neue Haas Grotesk Text Pro" panose="020B0504020202020204" pitchFamily="34" charset="0"/>
                <a:cs typeface="Segoe UI Semibold" panose="020B0702040204020203" pitchFamily="34" charset="0"/>
              </a:defRPr>
            </a:lvl1pPr>
          </a:lstStyle>
          <a:p>
            <a:r>
              <a:rPr lang="en-US"/>
              <a:t>Click to edit Master title style</a:t>
            </a:r>
          </a:p>
        </p:txBody>
      </p:sp>
      <p:sp>
        <p:nvSpPr>
          <p:cNvPr id="11" name="Rectangle 10">
            <a:extLst>
              <a:ext uri="{FF2B5EF4-FFF2-40B4-BE49-F238E27FC236}">
                <a16:creationId xmlns:a16="http://schemas.microsoft.com/office/drawing/2014/main" id="{31BD9E8D-F04B-4D3D-A088-96BFE0B5C4DA}"/>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Picture 13" descr="A picture containing clock, drawing, meter&#10;&#10;Description automatically generated">
            <a:extLst>
              <a:ext uri="{FF2B5EF4-FFF2-40B4-BE49-F238E27FC236}">
                <a16:creationId xmlns:a16="http://schemas.microsoft.com/office/drawing/2014/main" id="{05C5E2B1-9F9E-4741-85B8-9A22E617F91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Tree>
    <p:extLst>
      <p:ext uri="{BB962C8B-B14F-4D97-AF65-F5344CB8AC3E}">
        <p14:creationId xmlns:p14="http://schemas.microsoft.com/office/powerpoint/2010/main" val="2805879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Content - 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D57A1A25-E6A2-4FD8-920E-C9ED7D2C43FE}"/>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ext Placeholder 2"/>
          <p:cNvSpPr>
            <a:spLocks noGrp="1"/>
          </p:cNvSpPr>
          <p:nvPr>
            <p:ph type="body" sz="quarter" idx="10" hasCustomPrompt="1"/>
          </p:nvPr>
        </p:nvSpPr>
        <p:spPr>
          <a:xfrm>
            <a:off x="384048" y="1187644"/>
            <a:ext cx="11430000" cy="5533196"/>
          </a:xfrm>
          <a:prstGeom prst="rect">
            <a:avLst/>
          </a:prstGeom>
        </p:spPr>
        <p:txBody>
          <a:bodyPr lIns="0" tIns="0" rIns="0" bIns="0"/>
          <a:lstStyle>
            <a:lvl1pPr marL="224097"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1pPr>
            <a:lvl2pPr marL="448193"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2pPr>
            <a:lvl3pPr marL="672290"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3pPr>
            <a:lvl4pPr marL="896386"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4pPr>
            <a:lvl5pPr marL="1120483"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5">
            <a:extLst>
              <a:ext uri="{FF2B5EF4-FFF2-40B4-BE49-F238E27FC236}">
                <a16:creationId xmlns:a16="http://schemas.microsoft.com/office/drawing/2014/main" id="{334C1D39-952B-4D35-8F09-B705792CBA54}"/>
              </a:ext>
            </a:extLst>
          </p:cNvPr>
          <p:cNvSpPr>
            <a:spLocks noGrp="1"/>
          </p:cNvSpPr>
          <p:nvPr>
            <p:ph type="title"/>
          </p:nvPr>
        </p:nvSpPr>
        <p:spPr>
          <a:xfrm>
            <a:off x="384048" y="137160"/>
            <a:ext cx="10009632" cy="576072"/>
          </a:xfrm>
          <a:prstGeom prst="rect">
            <a:avLst/>
          </a:prstGeom>
        </p:spPr>
        <p:txBody>
          <a:bodyPr lIns="0" tIns="0" rIns="0" bIns="0" anchor="ctr" anchorCtr="0">
            <a:normAutofit/>
          </a:bodyPr>
          <a:lstStyle>
            <a:lvl1pPr>
              <a:defRPr sz="2800">
                <a:solidFill>
                  <a:schemeClr val="bg2"/>
                </a:solidFill>
                <a:latin typeface="Neue Haas Grotesk Text Pro" panose="020B0504020202020204" pitchFamily="34" charset="0"/>
                <a:cs typeface="Segoe UI Semibold" panose="020B0702040204020203" pitchFamily="34" charset="0"/>
              </a:defRPr>
            </a:lvl1pPr>
          </a:lstStyle>
          <a:p>
            <a:r>
              <a:rPr lang="en-US"/>
              <a:t>Click to edit Master title style</a:t>
            </a:r>
          </a:p>
        </p:txBody>
      </p:sp>
      <p:sp>
        <p:nvSpPr>
          <p:cNvPr id="11" name="Rectangle 10">
            <a:extLst>
              <a:ext uri="{FF2B5EF4-FFF2-40B4-BE49-F238E27FC236}">
                <a16:creationId xmlns:a16="http://schemas.microsoft.com/office/drawing/2014/main" id="{C00A85FE-5FA6-4852-8746-5180FF06CA22}"/>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Picture 13" descr="A picture containing clock, drawing, meter&#10;&#10;Description automatically generated">
            <a:extLst>
              <a:ext uri="{FF2B5EF4-FFF2-40B4-BE49-F238E27FC236}">
                <a16:creationId xmlns:a16="http://schemas.microsoft.com/office/drawing/2014/main" id="{29BF0E8A-BC2A-4070-ABD8-BCC26F40D25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Tree>
    <p:extLst>
      <p:ext uri="{BB962C8B-B14F-4D97-AF65-F5344CB8AC3E}">
        <p14:creationId xmlns:p14="http://schemas.microsoft.com/office/powerpoint/2010/main" val="1368383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and Image - 1">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95F09D0-A99E-477F-AB8E-5658C71E6FB0}"/>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ext Placeholder 2"/>
          <p:cNvSpPr>
            <a:spLocks noGrp="1"/>
          </p:cNvSpPr>
          <p:nvPr>
            <p:ph type="body" sz="quarter" idx="10" hasCustomPrompt="1"/>
          </p:nvPr>
        </p:nvSpPr>
        <p:spPr>
          <a:xfrm>
            <a:off x="384048" y="1187644"/>
            <a:ext cx="6240272" cy="5294436"/>
          </a:xfrm>
          <a:prstGeom prst="rect">
            <a:avLst/>
          </a:prstGeom>
        </p:spPr>
        <p:txBody>
          <a:bodyPr lIns="0" tIns="0" rIns="0" bIns="0"/>
          <a:lstStyle>
            <a:lvl1pPr marL="224097"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1pPr>
            <a:lvl2pPr marL="448193"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2pPr>
            <a:lvl3pPr marL="672290"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3pPr>
            <a:lvl4pPr marL="896386"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4pPr>
            <a:lvl5pPr marL="1120483"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itle 5">
            <a:extLst>
              <a:ext uri="{FF2B5EF4-FFF2-40B4-BE49-F238E27FC236}">
                <a16:creationId xmlns:a16="http://schemas.microsoft.com/office/drawing/2014/main" id="{D6C41031-6DE8-47CC-93B3-346651AAA1EE}"/>
              </a:ext>
            </a:extLst>
          </p:cNvPr>
          <p:cNvSpPr>
            <a:spLocks noGrp="1"/>
          </p:cNvSpPr>
          <p:nvPr>
            <p:ph type="title"/>
          </p:nvPr>
        </p:nvSpPr>
        <p:spPr>
          <a:xfrm>
            <a:off x="384048" y="137160"/>
            <a:ext cx="10009632" cy="576072"/>
          </a:xfrm>
          <a:prstGeom prst="rect">
            <a:avLst/>
          </a:prstGeom>
        </p:spPr>
        <p:txBody>
          <a:bodyPr lIns="0" tIns="0" rIns="0" bIns="0" anchor="ctr" anchorCtr="0">
            <a:normAutofit/>
          </a:bodyPr>
          <a:lstStyle>
            <a:lvl1pPr>
              <a:defRPr sz="2800">
                <a:solidFill>
                  <a:schemeClr val="bg2"/>
                </a:solidFill>
                <a:latin typeface="Neue Haas Grotesk Text Pro" panose="020B0504020202020204" pitchFamily="34" charset="0"/>
                <a:cs typeface="Segoe UI Semibold" panose="020B0702040204020203" pitchFamily="34" charset="0"/>
              </a:defRPr>
            </a:lvl1pPr>
          </a:lstStyle>
          <a:p>
            <a:r>
              <a:rPr lang="en-US"/>
              <a:t>Click to edit Master title style</a:t>
            </a:r>
          </a:p>
        </p:txBody>
      </p:sp>
      <p:sp>
        <p:nvSpPr>
          <p:cNvPr id="14" name="Rectangle 13">
            <a:extLst>
              <a:ext uri="{FF2B5EF4-FFF2-40B4-BE49-F238E27FC236}">
                <a16:creationId xmlns:a16="http://schemas.microsoft.com/office/drawing/2014/main" id="{14E201B6-DFC7-4949-9C7C-7B4343D884E0}"/>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5" name="Group 14">
            <a:extLst>
              <a:ext uri="{FF2B5EF4-FFF2-40B4-BE49-F238E27FC236}">
                <a16:creationId xmlns:a16="http://schemas.microsoft.com/office/drawing/2014/main" id="{8DE39EAE-9ED1-40FC-986D-446FB70D2119}"/>
              </a:ext>
            </a:extLst>
          </p:cNvPr>
          <p:cNvGrpSpPr/>
          <p:nvPr userDrawn="1"/>
        </p:nvGrpSpPr>
        <p:grpSpPr>
          <a:xfrm>
            <a:off x="6378666" y="1168712"/>
            <a:ext cx="5334674" cy="5324500"/>
            <a:chOff x="5706599" y="365100"/>
            <a:chExt cx="6039478" cy="6027960"/>
          </a:xfrm>
        </p:grpSpPr>
        <p:sp>
          <p:nvSpPr>
            <p:cNvPr id="16" name="Rectangle 15">
              <a:extLst>
                <a:ext uri="{FF2B5EF4-FFF2-40B4-BE49-F238E27FC236}">
                  <a16:creationId xmlns:a16="http://schemas.microsoft.com/office/drawing/2014/main" id="{5B1A9DDE-C336-47D2-9295-392EAEE88F3C}"/>
                </a:ext>
              </a:extLst>
            </p:cNvPr>
            <p:cNvSpPr/>
            <p:nvPr/>
          </p:nvSpPr>
          <p:spPr>
            <a:xfrm rot="17512666">
              <a:off x="6203404" y="745838"/>
              <a:ext cx="4906248" cy="5366800"/>
            </a:xfrm>
            <a:prstGeom prst="rect">
              <a:avLst/>
            </a:prstGeom>
            <a:solidFill>
              <a:schemeClr val="bg1"/>
            </a:solidFill>
            <a:ln w="254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solidFill>
                  <a:schemeClr val="tx1"/>
                </a:solidFill>
              </a:endParaRPr>
            </a:p>
          </p:txBody>
        </p:sp>
        <p:sp>
          <p:nvSpPr>
            <p:cNvPr id="17" name="Parallelogram 16">
              <a:extLst>
                <a:ext uri="{FF2B5EF4-FFF2-40B4-BE49-F238E27FC236}">
                  <a16:creationId xmlns:a16="http://schemas.microsoft.com/office/drawing/2014/main" id="{EE01285C-8D32-4A61-B3D5-9F36F41BD6D4}"/>
                </a:ext>
              </a:extLst>
            </p:cNvPr>
            <p:cNvSpPr/>
            <p:nvPr/>
          </p:nvSpPr>
          <p:spPr>
            <a:xfrm rot="1054851">
              <a:off x="6307791" y="365100"/>
              <a:ext cx="419623" cy="2412839"/>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Parallelogram 17">
              <a:extLst>
                <a:ext uri="{FF2B5EF4-FFF2-40B4-BE49-F238E27FC236}">
                  <a16:creationId xmlns:a16="http://schemas.microsoft.com/office/drawing/2014/main" id="{285C5726-A9D3-466F-9B0A-989B26AE3E6B}"/>
                </a:ext>
              </a:extLst>
            </p:cNvPr>
            <p:cNvSpPr/>
            <p:nvPr/>
          </p:nvSpPr>
          <p:spPr>
            <a:xfrm rot="17384689">
              <a:off x="9919115" y="-205855"/>
              <a:ext cx="419623" cy="3234301"/>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arallelogram 18">
              <a:extLst>
                <a:ext uri="{FF2B5EF4-FFF2-40B4-BE49-F238E27FC236}">
                  <a16:creationId xmlns:a16="http://schemas.microsoft.com/office/drawing/2014/main" id="{46BFD04D-210B-4129-8E70-BDB1E9593607}"/>
                </a:ext>
              </a:extLst>
            </p:cNvPr>
            <p:cNvSpPr/>
            <p:nvPr/>
          </p:nvSpPr>
          <p:spPr>
            <a:xfrm rot="17428880">
              <a:off x="7190638" y="3912714"/>
              <a:ext cx="419623" cy="3387701"/>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Parallelogram 19">
              <a:extLst>
                <a:ext uri="{FF2B5EF4-FFF2-40B4-BE49-F238E27FC236}">
                  <a16:creationId xmlns:a16="http://schemas.microsoft.com/office/drawing/2014/main" id="{DDE0B14C-5D03-4CCF-8C5B-6657F2F25CB7}"/>
                </a:ext>
              </a:extLst>
            </p:cNvPr>
            <p:cNvSpPr/>
            <p:nvPr/>
          </p:nvSpPr>
          <p:spPr>
            <a:xfrm rot="1054851">
              <a:off x="10741557" y="3526550"/>
              <a:ext cx="419623" cy="2866510"/>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1" name="Picture 2" descr="https://hookagency.com/wp-content/uploads/2017/10/financial-services-keywords.jpg">
              <a:extLst>
                <a:ext uri="{FF2B5EF4-FFF2-40B4-BE49-F238E27FC236}">
                  <a16:creationId xmlns:a16="http://schemas.microsoft.com/office/drawing/2014/main" id="{AA84CCB0-9CE5-4CFC-809E-BC893C50FCEB}"/>
                </a:ext>
              </a:extLst>
            </p:cNvPr>
            <p:cNvPicPr preferRelativeResize="0">
              <a:picLocks noChangeArrowheads="1"/>
            </p:cNvPicPr>
            <p:nvPr/>
          </p:nvPicPr>
          <p:blipFill rotWithShape="1">
            <a:blip r:embed="rId2">
              <a:extLst>
                <a:ext uri="{28A0092B-C50C-407E-A947-70E740481C1C}">
                  <a14:useLocalDpi xmlns:a14="http://schemas.microsoft.com/office/drawing/2010/main" val="0"/>
                </a:ext>
              </a:extLst>
            </a:blip>
            <a:srcRect l="13559" r="19596"/>
            <a:stretch/>
          </p:blipFill>
          <p:spPr bwMode="auto">
            <a:xfrm>
              <a:off x="6241144" y="976084"/>
              <a:ext cx="5080000" cy="5080000"/>
            </a:xfrm>
            <a:prstGeom prst="rect">
              <a:avLst/>
            </a:prstGeom>
            <a:noFill/>
            <a:extLst>
              <a:ext uri="{909E8E84-426E-40DD-AFC4-6F175D3DCCD1}">
                <a14:hiddenFill xmlns:a14="http://schemas.microsoft.com/office/drawing/2010/main">
                  <a:solidFill>
                    <a:srgbClr val="FFFFFF"/>
                  </a:solidFill>
                </a14:hiddenFill>
              </a:ext>
            </a:extLst>
          </p:spPr>
        </p:pic>
      </p:grpSp>
      <p:pic>
        <p:nvPicPr>
          <p:cNvPr id="24" name="Picture 23" descr="A picture containing clock, drawing, meter&#10;&#10;Description automatically generated">
            <a:extLst>
              <a:ext uri="{FF2B5EF4-FFF2-40B4-BE49-F238E27FC236}">
                <a16:creationId xmlns:a16="http://schemas.microsoft.com/office/drawing/2014/main" id="{9DF05919-77A3-4896-A903-CC88CAC3F1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Tree>
    <p:extLst>
      <p:ext uri="{BB962C8B-B14F-4D97-AF65-F5344CB8AC3E}">
        <p14:creationId xmlns:p14="http://schemas.microsoft.com/office/powerpoint/2010/main" val="7889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and Image - 2">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C502CD4D-97B2-45AE-8AA9-8D7F63214C86}"/>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18" name="Picture 17" descr="A picture containing outdoor, light, building, street&#10;&#10;Description automatically generated">
            <a:extLst>
              <a:ext uri="{FF2B5EF4-FFF2-40B4-BE49-F238E27FC236}">
                <a16:creationId xmlns:a16="http://schemas.microsoft.com/office/drawing/2014/main" id="{4D33CEA2-DF75-4312-B745-1C2A15496AC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559408" y="877824"/>
            <a:ext cx="7632592" cy="5980176"/>
          </a:xfrm>
          <a:prstGeom prst="rect">
            <a:avLst/>
          </a:prstGeom>
        </p:spPr>
      </p:pic>
      <p:sp>
        <p:nvSpPr>
          <p:cNvPr id="3" name="Text Placeholder 2"/>
          <p:cNvSpPr>
            <a:spLocks noGrp="1"/>
          </p:cNvSpPr>
          <p:nvPr>
            <p:ph type="body" sz="quarter" idx="10" hasCustomPrompt="1"/>
          </p:nvPr>
        </p:nvSpPr>
        <p:spPr>
          <a:xfrm>
            <a:off x="384048" y="1187644"/>
            <a:ext cx="5565339" cy="5294436"/>
          </a:xfrm>
          <a:prstGeom prst="rect">
            <a:avLst/>
          </a:prstGeom>
        </p:spPr>
        <p:txBody>
          <a:bodyPr lIns="0" tIns="0" rIns="0" bIns="0"/>
          <a:lstStyle>
            <a:lvl1pPr marL="224097"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1pPr>
            <a:lvl2pPr marL="448193"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2pPr>
            <a:lvl3pPr marL="672290"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3pPr>
            <a:lvl4pPr marL="896386"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4pPr>
            <a:lvl5pPr marL="1120483"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5">
            <a:extLst>
              <a:ext uri="{FF2B5EF4-FFF2-40B4-BE49-F238E27FC236}">
                <a16:creationId xmlns:a16="http://schemas.microsoft.com/office/drawing/2014/main" id="{8C4ABF09-61BB-41BF-A04F-444D5E5EDDC6}"/>
              </a:ext>
            </a:extLst>
          </p:cNvPr>
          <p:cNvSpPr>
            <a:spLocks noGrp="1"/>
          </p:cNvSpPr>
          <p:nvPr>
            <p:ph type="title"/>
          </p:nvPr>
        </p:nvSpPr>
        <p:spPr>
          <a:xfrm>
            <a:off x="384048" y="137160"/>
            <a:ext cx="10009632" cy="576072"/>
          </a:xfrm>
          <a:prstGeom prst="rect">
            <a:avLst/>
          </a:prstGeom>
        </p:spPr>
        <p:txBody>
          <a:bodyPr lIns="0" tIns="0" rIns="0" bIns="0" anchor="ctr" anchorCtr="0">
            <a:normAutofit/>
          </a:bodyPr>
          <a:lstStyle>
            <a:lvl1pPr>
              <a:defRPr sz="2800">
                <a:solidFill>
                  <a:schemeClr val="bg2"/>
                </a:solidFill>
                <a:latin typeface="Neue Haas Grotesk Text Pro" panose="020B0504020202020204" pitchFamily="34" charset="0"/>
                <a:cs typeface="Segoe UI Semibold" panose="020B0702040204020203" pitchFamily="34" charset="0"/>
              </a:defRPr>
            </a:lvl1pPr>
          </a:lstStyle>
          <a:p>
            <a:r>
              <a:rPr lang="en-US"/>
              <a:t>Click to edit Master title style</a:t>
            </a:r>
          </a:p>
        </p:txBody>
      </p:sp>
      <p:sp>
        <p:nvSpPr>
          <p:cNvPr id="15" name="Rectangle 14">
            <a:extLst>
              <a:ext uri="{FF2B5EF4-FFF2-40B4-BE49-F238E27FC236}">
                <a16:creationId xmlns:a16="http://schemas.microsoft.com/office/drawing/2014/main" id="{52915C34-5CFB-4DC7-8FDC-A5CBB0D25E96}"/>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1" name="Picture 20" descr="A picture containing clock, drawing, meter&#10;&#10;Description automatically generated">
            <a:extLst>
              <a:ext uri="{FF2B5EF4-FFF2-40B4-BE49-F238E27FC236}">
                <a16:creationId xmlns:a16="http://schemas.microsoft.com/office/drawing/2014/main" id="{1E471E15-BAC7-4390-8E5C-C0A118BBAED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Tree>
    <p:extLst>
      <p:ext uri="{BB962C8B-B14F-4D97-AF65-F5344CB8AC3E}">
        <p14:creationId xmlns:p14="http://schemas.microsoft.com/office/powerpoint/2010/main" val="3167476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Title and Image - 2">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22C55EF4-01CF-457D-B639-B82FFCC2E718}"/>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5" name="Picture 4" descr="A person standing in a room&#10;&#10;Description automatically generated">
            <a:extLst>
              <a:ext uri="{FF2B5EF4-FFF2-40B4-BE49-F238E27FC236}">
                <a16:creationId xmlns:a16="http://schemas.microsoft.com/office/drawing/2014/main" id="{E5F41123-31E7-41E0-8EA1-6ADF64295736}"/>
              </a:ext>
            </a:extLst>
          </p:cNvPr>
          <p:cNvPicPr preferRelativeResize="0">
            <a:picLocks/>
          </p:cNvPicPr>
          <p:nvPr userDrawn="1"/>
        </p:nvPicPr>
        <p:blipFill rotWithShape="1">
          <a:blip r:embed="rId2">
            <a:extLst>
              <a:ext uri="{28A0092B-C50C-407E-A947-70E740481C1C}">
                <a14:useLocalDpi xmlns:a14="http://schemas.microsoft.com/office/drawing/2010/main" val="0"/>
              </a:ext>
            </a:extLst>
          </a:blip>
          <a:srcRect b="14264"/>
          <a:stretch/>
        </p:blipFill>
        <p:spPr>
          <a:xfrm>
            <a:off x="0" y="885365"/>
            <a:ext cx="12192000" cy="5980176"/>
          </a:xfrm>
          <a:prstGeom prst="rect">
            <a:avLst/>
          </a:prstGeom>
        </p:spPr>
      </p:pic>
      <p:sp>
        <p:nvSpPr>
          <p:cNvPr id="10" name="Rectangle 9">
            <a:extLst>
              <a:ext uri="{FF2B5EF4-FFF2-40B4-BE49-F238E27FC236}">
                <a16:creationId xmlns:a16="http://schemas.microsoft.com/office/drawing/2014/main" id="{6C7B82B4-C2D7-4CDC-82E6-5AD689EF5945}"/>
              </a:ext>
            </a:extLst>
          </p:cNvPr>
          <p:cNvSpPr/>
          <p:nvPr userDrawn="1"/>
        </p:nvSpPr>
        <p:spPr bwMode="auto">
          <a:xfrm>
            <a:off x="193040" y="1026160"/>
            <a:ext cx="11833056" cy="5628640"/>
          </a:xfrm>
          <a:prstGeom prst="rect">
            <a:avLst/>
          </a:prstGeom>
          <a:solidFill>
            <a:schemeClr val="bg1">
              <a:alpha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ext Placeholder 2"/>
          <p:cNvSpPr>
            <a:spLocks noGrp="1"/>
          </p:cNvSpPr>
          <p:nvPr>
            <p:ph type="body" sz="quarter" idx="10" hasCustomPrompt="1"/>
          </p:nvPr>
        </p:nvSpPr>
        <p:spPr>
          <a:xfrm>
            <a:off x="384047" y="1187644"/>
            <a:ext cx="11480003" cy="5294436"/>
          </a:xfrm>
          <a:prstGeom prst="rect">
            <a:avLst/>
          </a:prstGeom>
        </p:spPr>
        <p:txBody>
          <a:bodyPr lIns="0" tIns="0" rIns="0" bIns="0"/>
          <a:lstStyle>
            <a:lvl1pPr marL="224097"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1pPr>
            <a:lvl2pPr marL="448193"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2pPr>
            <a:lvl3pPr marL="672290"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3pPr>
            <a:lvl4pPr marL="896386"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4pPr>
            <a:lvl5pPr marL="1120483"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5">
            <a:extLst>
              <a:ext uri="{FF2B5EF4-FFF2-40B4-BE49-F238E27FC236}">
                <a16:creationId xmlns:a16="http://schemas.microsoft.com/office/drawing/2014/main" id="{77FCA14F-2AC9-4ECA-99B9-E8CCB07686AC}"/>
              </a:ext>
            </a:extLst>
          </p:cNvPr>
          <p:cNvSpPr>
            <a:spLocks noGrp="1"/>
          </p:cNvSpPr>
          <p:nvPr>
            <p:ph type="title"/>
          </p:nvPr>
        </p:nvSpPr>
        <p:spPr>
          <a:xfrm>
            <a:off x="384048" y="137160"/>
            <a:ext cx="10009632" cy="576072"/>
          </a:xfrm>
          <a:prstGeom prst="rect">
            <a:avLst/>
          </a:prstGeom>
        </p:spPr>
        <p:txBody>
          <a:bodyPr lIns="0" tIns="0" rIns="0" bIns="0" anchor="ctr" anchorCtr="0">
            <a:normAutofit/>
          </a:bodyPr>
          <a:lstStyle>
            <a:lvl1pPr>
              <a:defRPr sz="2800">
                <a:solidFill>
                  <a:schemeClr val="bg2"/>
                </a:solidFill>
                <a:latin typeface="Neue Haas Grotesk Text Pro" panose="020B0504020202020204" pitchFamily="34" charset="0"/>
                <a:cs typeface="Segoe UI Semibold" panose="020B0702040204020203" pitchFamily="34" charset="0"/>
              </a:defRPr>
            </a:lvl1pPr>
          </a:lstStyle>
          <a:p>
            <a:r>
              <a:rPr lang="en-US"/>
              <a:t>Click to edit Master title style</a:t>
            </a:r>
          </a:p>
        </p:txBody>
      </p:sp>
      <p:sp>
        <p:nvSpPr>
          <p:cNvPr id="13" name="Rectangle 12">
            <a:extLst>
              <a:ext uri="{FF2B5EF4-FFF2-40B4-BE49-F238E27FC236}">
                <a16:creationId xmlns:a16="http://schemas.microsoft.com/office/drawing/2014/main" id="{47F4DDFF-2319-4B67-B921-E09629CBC54C}"/>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6" name="Picture 15" descr="A picture containing clock, drawing, meter&#10;&#10;Description automatically generated">
            <a:extLst>
              <a:ext uri="{FF2B5EF4-FFF2-40B4-BE49-F238E27FC236}">
                <a16:creationId xmlns:a16="http://schemas.microsoft.com/office/drawing/2014/main" id="{5ABE42DC-5660-4A5A-82FB-B225F8A5B9D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Tree>
    <p:extLst>
      <p:ext uri="{BB962C8B-B14F-4D97-AF65-F5344CB8AC3E}">
        <p14:creationId xmlns:p14="http://schemas.microsoft.com/office/powerpoint/2010/main" val="20240617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and Image - 3">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F467B81B-F3C5-4811-AC39-4CE6296E6D29}"/>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5" name="Picture 4" descr="A picture containing person, indoor, person, person&#10;&#10;Description automatically generated">
            <a:extLst>
              <a:ext uri="{FF2B5EF4-FFF2-40B4-BE49-F238E27FC236}">
                <a16:creationId xmlns:a16="http://schemas.microsoft.com/office/drawing/2014/main" id="{48F97FD7-F557-4BBC-9EE5-13B66DC50C8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9087" r="23419"/>
          <a:stretch/>
        </p:blipFill>
        <p:spPr>
          <a:xfrm>
            <a:off x="6146800" y="885367"/>
            <a:ext cx="6045200" cy="5971032"/>
          </a:xfrm>
          <a:prstGeom prst="rect">
            <a:avLst/>
          </a:prstGeom>
        </p:spPr>
      </p:pic>
      <p:sp>
        <p:nvSpPr>
          <p:cNvPr id="3" name="Text Placeholder 2"/>
          <p:cNvSpPr>
            <a:spLocks noGrp="1"/>
          </p:cNvSpPr>
          <p:nvPr>
            <p:ph type="body" sz="quarter" idx="10" hasCustomPrompt="1"/>
          </p:nvPr>
        </p:nvSpPr>
        <p:spPr>
          <a:xfrm>
            <a:off x="384048" y="1187644"/>
            <a:ext cx="5711952" cy="5294436"/>
          </a:xfrm>
          <a:prstGeom prst="rect">
            <a:avLst/>
          </a:prstGeom>
        </p:spPr>
        <p:txBody>
          <a:bodyPr lIns="0" tIns="0" rIns="0" bIns="0"/>
          <a:lstStyle>
            <a:lvl1pPr marL="224097"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1pPr>
            <a:lvl2pPr marL="448193"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2pPr>
            <a:lvl3pPr marL="672290"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3pPr>
            <a:lvl4pPr marL="896386"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4pPr>
            <a:lvl5pPr marL="1120483"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5">
            <a:extLst>
              <a:ext uri="{FF2B5EF4-FFF2-40B4-BE49-F238E27FC236}">
                <a16:creationId xmlns:a16="http://schemas.microsoft.com/office/drawing/2014/main" id="{FFCE332B-6F01-42C8-88C6-AA3DB2E97321}"/>
              </a:ext>
            </a:extLst>
          </p:cNvPr>
          <p:cNvSpPr>
            <a:spLocks noGrp="1"/>
          </p:cNvSpPr>
          <p:nvPr>
            <p:ph type="title"/>
          </p:nvPr>
        </p:nvSpPr>
        <p:spPr>
          <a:xfrm>
            <a:off x="384048" y="137160"/>
            <a:ext cx="10009632" cy="576072"/>
          </a:xfrm>
          <a:prstGeom prst="rect">
            <a:avLst/>
          </a:prstGeom>
        </p:spPr>
        <p:txBody>
          <a:bodyPr lIns="0" tIns="0" rIns="0" bIns="0" anchor="ctr" anchorCtr="0">
            <a:normAutofit/>
          </a:bodyPr>
          <a:lstStyle>
            <a:lvl1pPr>
              <a:defRPr sz="2800">
                <a:solidFill>
                  <a:schemeClr val="bg2"/>
                </a:solidFill>
                <a:latin typeface="Neue Haas Grotesk Text Pro" panose="020B0504020202020204" pitchFamily="34" charset="0"/>
                <a:cs typeface="Segoe UI Semibold" panose="020B0702040204020203" pitchFamily="34" charset="0"/>
              </a:defRPr>
            </a:lvl1pPr>
          </a:lstStyle>
          <a:p>
            <a:r>
              <a:rPr lang="en-US"/>
              <a:t>Click to edit Master title style</a:t>
            </a:r>
          </a:p>
        </p:txBody>
      </p:sp>
      <p:sp>
        <p:nvSpPr>
          <p:cNvPr id="12" name="Rectangle 11">
            <a:extLst>
              <a:ext uri="{FF2B5EF4-FFF2-40B4-BE49-F238E27FC236}">
                <a16:creationId xmlns:a16="http://schemas.microsoft.com/office/drawing/2014/main" id="{A4583DAE-A972-4A89-9637-7EA37F356C17}"/>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descr="A picture containing clock, drawing, meter&#10;&#10;Description automatically generated">
            <a:extLst>
              <a:ext uri="{FF2B5EF4-FFF2-40B4-BE49-F238E27FC236}">
                <a16:creationId xmlns:a16="http://schemas.microsoft.com/office/drawing/2014/main" id="{52FA6BD3-D324-4470-9F82-F306BBAE015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Tree>
    <p:extLst>
      <p:ext uri="{BB962C8B-B14F-4D97-AF65-F5344CB8AC3E}">
        <p14:creationId xmlns:p14="http://schemas.microsoft.com/office/powerpoint/2010/main" val="1139505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and Image - 4">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6E6122DD-7792-45EF-9B42-1C4C4E7BEAA2}"/>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5" name="Picture 4" descr="A picture containing person, indoor, person, person&#10;&#10;Description automatically generated">
            <a:extLst>
              <a:ext uri="{FF2B5EF4-FFF2-40B4-BE49-F238E27FC236}">
                <a16:creationId xmlns:a16="http://schemas.microsoft.com/office/drawing/2014/main" id="{48F97FD7-F557-4BBC-9EE5-13B66DC50C8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9087" r="23419"/>
          <a:stretch/>
        </p:blipFill>
        <p:spPr>
          <a:xfrm>
            <a:off x="6146800" y="885367"/>
            <a:ext cx="6045200" cy="5971032"/>
          </a:xfrm>
          <a:prstGeom prst="parallelogram">
            <a:avLst>
              <a:gd name="adj" fmla="val 16471"/>
            </a:avLst>
          </a:prstGeom>
        </p:spPr>
      </p:pic>
      <p:sp>
        <p:nvSpPr>
          <p:cNvPr id="2" name="Parallelogram 1">
            <a:extLst>
              <a:ext uri="{FF2B5EF4-FFF2-40B4-BE49-F238E27FC236}">
                <a16:creationId xmlns:a16="http://schemas.microsoft.com/office/drawing/2014/main" id="{1C274E36-A7CD-44A6-95DC-25B50DD862BD}"/>
              </a:ext>
            </a:extLst>
          </p:cNvPr>
          <p:cNvSpPr/>
          <p:nvPr userDrawn="1"/>
        </p:nvSpPr>
        <p:spPr bwMode="auto">
          <a:xfrm>
            <a:off x="6146800" y="883766"/>
            <a:ext cx="6053328" cy="5971032"/>
          </a:xfrm>
          <a:prstGeom prst="parallelogram">
            <a:avLst>
              <a:gd name="adj" fmla="val 16730"/>
            </a:avLst>
          </a:prstGeom>
          <a:gradFill>
            <a:gsLst>
              <a:gs pos="0">
                <a:schemeClr val="tx2">
                  <a:alpha val="30000"/>
                </a:schemeClr>
              </a:gs>
              <a:gs pos="100000">
                <a:schemeClr val="tx2">
                  <a:alpha val="6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b="0" i="0" u="none" strike="noStrike" kern="0" cap="none" spc="0" normalizeH="0" baseline="0" dirty="0">
              <a:ln>
                <a:noFill/>
              </a:ln>
              <a:solidFill>
                <a:sysClr val="windowText" lastClr="000000"/>
              </a:solidFill>
              <a:effectLst/>
              <a:uLnTx/>
              <a:uFillTx/>
            </a:endParaRPr>
          </a:p>
        </p:txBody>
      </p:sp>
      <p:sp>
        <p:nvSpPr>
          <p:cNvPr id="3" name="Text Placeholder 2"/>
          <p:cNvSpPr>
            <a:spLocks noGrp="1"/>
          </p:cNvSpPr>
          <p:nvPr>
            <p:ph type="body" sz="quarter" idx="10" hasCustomPrompt="1"/>
          </p:nvPr>
        </p:nvSpPr>
        <p:spPr>
          <a:xfrm>
            <a:off x="384048" y="1187644"/>
            <a:ext cx="5711952" cy="5294436"/>
          </a:xfrm>
          <a:prstGeom prst="rect">
            <a:avLst/>
          </a:prstGeom>
        </p:spPr>
        <p:txBody>
          <a:bodyPr lIns="0" tIns="0" rIns="0" bIns="0"/>
          <a:lstStyle>
            <a:lvl1pPr marL="224097"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1pPr>
            <a:lvl2pPr marL="448193"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2pPr>
            <a:lvl3pPr marL="672290"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3pPr>
            <a:lvl4pPr marL="896386"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4pPr>
            <a:lvl5pPr marL="1120483"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5">
            <a:extLst>
              <a:ext uri="{FF2B5EF4-FFF2-40B4-BE49-F238E27FC236}">
                <a16:creationId xmlns:a16="http://schemas.microsoft.com/office/drawing/2014/main" id="{CAA630D0-0EA9-4A18-9A43-D8E33EE1168A}"/>
              </a:ext>
            </a:extLst>
          </p:cNvPr>
          <p:cNvSpPr>
            <a:spLocks noGrp="1"/>
          </p:cNvSpPr>
          <p:nvPr>
            <p:ph type="title"/>
          </p:nvPr>
        </p:nvSpPr>
        <p:spPr>
          <a:xfrm>
            <a:off x="384048" y="137160"/>
            <a:ext cx="10009632" cy="576072"/>
          </a:xfrm>
          <a:prstGeom prst="rect">
            <a:avLst/>
          </a:prstGeom>
        </p:spPr>
        <p:txBody>
          <a:bodyPr lIns="0" tIns="0" rIns="0" bIns="0" anchor="ctr" anchorCtr="0">
            <a:normAutofit/>
          </a:bodyPr>
          <a:lstStyle>
            <a:lvl1pPr>
              <a:defRPr sz="2800">
                <a:solidFill>
                  <a:schemeClr val="bg2"/>
                </a:solidFill>
                <a:latin typeface="Neue Haas Grotesk Text Pro" panose="020B0504020202020204" pitchFamily="34" charset="0"/>
                <a:cs typeface="Segoe UI Semibold" panose="020B0702040204020203" pitchFamily="34" charset="0"/>
              </a:defRPr>
            </a:lvl1pPr>
          </a:lstStyle>
          <a:p>
            <a:r>
              <a:rPr lang="en-US"/>
              <a:t>Click to edit Master title style</a:t>
            </a:r>
          </a:p>
        </p:txBody>
      </p:sp>
      <p:sp>
        <p:nvSpPr>
          <p:cNvPr id="12" name="Rectangle 11">
            <a:extLst>
              <a:ext uri="{FF2B5EF4-FFF2-40B4-BE49-F238E27FC236}">
                <a16:creationId xmlns:a16="http://schemas.microsoft.com/office/drawing/2014/main" id="{D193AD5B-9461-4853-80E8-6B8264A665F7}"/>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descr="A picture containing clock, drawing, meter&#10;&#10;Description automatically generated">
            <a:extLst>
              <a:ext uri="{FF2B5EF4-FFF2-40B4-BE49-F238E27FC236}">
                <a16:creationId xmlns:a16="http://schemas.microsoft.com/office/drawing/2014/main" id="{5A65C973-368A-474F-8E72-A459991036B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Tree>
    <p:extLst>
      <p:ext uri="{BB962C8B-B14F-4D97-AF65-F5344CB8AC3E}">
        <p14:creationId xmlns:p14="http://schemas.microsoft.com/office/powerpoint/2010/main" val="1523132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urse Summary">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F816D950-FCCC-4886-9D48-894952DC8D48}"/>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16" name="Picture 15" descr="A person sitting at a table using a computer&#10;&#10;Description automatically generated">
            <a:extLst>
              <a:ext uri="{FF2B5EF4-FFF2-40B4-BE49-F238E27FC236}">
                <a16:creationId xmlns:a16="http://schemas.microsoft.com/office/drawing/2014/main" id="{AC057FDE-C1E9-480D-B71B-01AFDE117BA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14116"/>
          <a:stretch/>
        </p:blipFill>
        <p:spPr>
          <a:xfrm>
            <a:off x="5368556" y="877824"/>
            <a:ext cx="6823444" cy="5980176"/>
          </a:xfrm>
          <a:prstGeom prst="rect">
            <a:avLst/>
          </a:prstGeom>
        </p:spPr>
      </p:pic>
      <p:sp>
        <p:nvSpPr>
          <p:cNvPr id="3" name="Text Placeholder 2"/>
          <p:cNvSpPr>
            <a:spLocks noGrp="1"/>
          </p:cNvSpPr>
          <p:nvPr>
            <p:ph type="body" sz="quarter" idx="10" hasCustomPrompt="1"/>
          </p:nvPr>
        </p:nvSpPr>
        <p:spPr>
          <a:xfrm>
            <a:off x="384048" y="1187644"/>
            <a:ext cx="5811479" cy="5533196"/>
          </a:xfrm>
          <a:prstGeom prst="rect">
            <a:avLst/>
          </a:prstGeom>
        </p:spPr>
        <p:txBody>
          <a:bodyPr lIns="0" tIns="0" rIns="0" bIns="0"/>
          <a:lstStyle>
            <a:lvl1pPr marL="224097"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1pPr>
            <a:lvl2pPr marL="448193"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2pPr>
            <a:lvl3pPr marL="672290"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3pPr>
            <a:lvl4pPr marL="896386"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4pPr>
            <a:lvl5pPr marL="1120483"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5">
            <a:extLst>
              <a:ext uri="{FF2B5EF4-FFF2-40B4-BE49-F238E27FC236}">
                <a16:creationId xmlns:a16="http://schemas.microsoft.com/office/drawing/2014/main" id="{FB571BCE-E50B-402F-AE57-7385CFCCB448}"/>
              </a:ext>
            </a:extLst>
          </p:cNvPr>
          <p:cNvSpPr>
            <a:spLocks noGrp="1"/>
          </p:cNvSpPr>
          <p:nvPr>
            <p:ph type="title"/>
          </p:nvPr>
        </p:nvSpPr>
        <p:spPr>
          <a:xfrm>
            <a:off x="384048" y="137160"/>
            <a:ext cx="10009632" cy="576072"/>
          </a:xfrm>
          <a:prstGeom prst="rect">
            <a:avLst/>
          </a:prstGeom>
        </p:spPr>
        <p:txBody>
          <a:bodyPr lIns="0" tIns="0" rIns="0" bIns="0" anchor="ctr" anchorCtr="0">
            <a:normAutofit/>
          </a:bodyPr>
          <a:lstStyle>
            <a:lvl1pPr>
              <a:defRPr sz="2800">
                <a:solidFill>
                  <a:schemeClr val="bg2"/>
                </a:solidFill>
                <a:latin typeface="Neue Haas Grotesk Text Pro" panose="020B0504020202020204" pitchFamily="34" charset="0"/>
                <a:cs typeface="Segoe UI Semibold" panose="020B0702040204020203" pitchFamily="34" charset="0"/>
              </a:defRPr>
            </a:lvl1pPr>
          </a:lstStyle>
          <a:p>
            <a:r>
              <a:rPr lang="en-US"/>
              <a:t>Click to edit Master title style</a:t>
            </a:r>
          </a:p>
        </p:txBody>
      </p:sp>
      <p:sp>
        <p:nvSpPr>
          <p:cNvPr id="13" name="Rectangle 12">
            <a:extLst>
              <a:ext uri="{FF2B5EF4-FFF2-40B4-BE49-F238E27FC236}">
                <a16:creationId xmlns:a16="http://schemas.microsoft.com/office/drawing/2014/main" id="{D82910AD-9F4B-410B-A018-61AB15896262}"/>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9" name="Picture 18" descr="A picture containing clock, drawing, meter&#10;&#10;Description automatically generated">
            <a:extLst>
              <a:ext uri="{FF2B5EF4-FFF2-40B4-BE49-F238E27FC236}">
                <a16:creationId xmlns:a16="http://schemas.microsoft.com/office/drawing/2014/main" id="{417CEF8F-82A9-465C-9DA8-1D0E7D6D89A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Tree>
    <p:extLst>
      <p:ext uri="{BB962C8B-B14F-4D97-AF65-F5344CB8AC3E}">
        <p14:creationId xmlns:p14="http://schemas.microsoft.com/office/powerpoint/2010/main" val="4240051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Assessment Introduction">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4312BF16-5A2B-4FB4-B794-52205C0BB0D0}"/>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19" name="Picture 18" descr="A person sitting at a table looking at a computer&#10;&#10;Description automatically generated">
            <a:extLst>
              <a:ext uri="{FF2B5EF4-FFF2-40B4-BE49-F238E27FC236}">
                <a16:creationId xmlns:a16="http://schemas.microsoft.com/office/drawing/2014/main" id="{1606943D-DC6B-49D6-A7E7-A3C36394CF1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797696" y="877824"/>
            <a:ext cx="5394304" cy="5980176"/>
          </a:xfrm>
          <a:prstGeom prst="rect">
            <a:avLst/>
          </a:prstGeom>
        </p:spPr>
      </p:pic>
      <p:sp>
        <p:nvSpPr>
          <p:cNvPr id="3" name="Text Placeholder 2"/>
          <p:cNvSpPr>
            <a:spLocks noGrp="1"/>
          </p:cNvSpPr>
          <p:nvPr>
            <p:ph type="body" sz="quarter" idx="10" hasCustomPrompt="1"/>
          </p:nvPr>
        </p:nvSpPr>
        <p:spPr>
          <a:xfrm>
            <a:off x="384048" y="1187644"/>
            <a:ext cx="6155648" cy="5533196"/>
          </a:xfrm>
          <a:prstGeom prst="rect">
            <a:avLst/>
          </a:prstGeom>
        </p:spPr>
        <p:txBody>
          <a:bodyPr lIns="0" tIns="0" rIns="0" bIns="0"/>
          <a:lstStyle>
            <a:lvl1pPr marL="0" indent="0">
              <a:buFont typeface="Arial" panose="020B0604020202020204" pitchFamily="34" charset="0"/>
              <a:buNone/>
              <a:defRPr sz="2000">
                <a:solidFill>
                  <a:schemeClr val="tx1"/>
                </a:solidFill>
                <a:latin typeface="Neue Haas Grotesk Text Pro" panose="020B0504020202020204" pitchFamily="34" charset="0"/>
                <a:cs typeface="Segoe UI" panose="020B0502040204020203" pitchFamily="34" charset="0"/>
              </a:defRPr>
            </a:lvl1pPr>
            <a:lvl2pPr marL="224096" indent="0">
              <a:buFont typeface="Arial" panose="020B0604020202020204" pitchFamily="34" charset="0"/>
              <a:buNone/>
              <a:defRPr sz="2000">
                <a:solidFill>
                  <a:schemeClr val="tx1"/>
                </a:solidFill>
                <a:latin typeface="Segoe UI" panose="020B0502040204020203" pitchFamily="34" charset="0"/>
                <a:cs typeface="Segoe UI" panose="020B0502040204020203" pitchFamily="34" charset="0"/>
              </a:defRPr>
            </a:lvl2pPr>
            <a:lvl3pPr marL="448193" indent="0">
              <a:buFont typeface="Arial" panose="020B0604020202020204" pitchFamily="34" charset="0"/>
              <a:buNone/>
              <a:defRPr sz="2000">
                <a:solidFill>
                  <a:schemeClr val="tx1"/>
                </a:solidFill>
                <a:latin typeface="Segoe UI" panose="020B0502040204020203" pitchFamily="34" charset="0"/>
                <a:cs typeface="Segoe UI" panose="020B0502040204020203" pitchFamily="34" charset="0"/>
              </a:defRPr>
            </a:lvl3pPr>
            <a:lvl4pPr marL="672289" indent="0">
              <a:buFont typeface="Arial" panose="020B0604020202020204" pitchFamily="34" charset="0"/>
              <a:buNone/>
              <a:defRPr sz="2000">
                <a:solidFill>
                  <a:schemeClr val="tx1"/>
                </a:solidFill>
                <a:latin typeface="Segoe UI" panose="020B0502040204020203" pitchFamily="34" charset="0"/>
                <a:cs typeface="Segoe UI" panose="020B0502040204020203" pitchFamily="34" charset="0"/>
              </a:defRPr>
            </a:lvl4pPr>
            <a:lvl5pPr marL="896386" indent="0">
              <a:buFont typeface="Arial" panose="020B0604020202020204" pitchFamily="34" charset="0"/>
              <a:buNone/>
              <a:defRPr sz="2000">
                <a:solidFill>
                  <a:schemeClr val="tx1"/>
                </a:solidFill>
                <a:latin typeface="Segoe UI" panose="020B0502040204020203" pitchFamily="34" charset="0"/>
                <a:cs typeface="Segoe UI" panose="020B0502040204020203" pitchFamily="34" charset="0"/>
              </a:defRPr>
            </a:lvl5pPr>
          </a:lstStyle>
          <a:p>
            <a:pPr lvl="0"/>
            <a:r>
              <a:rPr lang="en-US"/>
              <a:t>Edit Master text styles</a:t>
            </a:r>
          </a:p>
        </p:txBody>
      </p:sp>
      <p:sp>
        <p:nvSpPr>
          <p:cNvPr id="11" name="Title 5">
            <a:extLst>
              <a:ext uri="{FF2B5EF4-FFF2-40B4-BE49-F238E27FC236}">
                <a16:creationId xmlns:a16="http://schemas.microsoft.com/office/drawing/2014/main" id="{F1AAA710-A7B5-4753-9B2A-5D6081D03F52}"/>
              </a:ext>
            </a:extLst>
          </p:cNvPr>
          <p:cNvSpPr>
            <a:spLocks noGrp="1"/>
          </p:cNvSpPr>
          <p:nvPr>
            <p:ph type="title"/>
          </p:nvPr>
        </p:nvSpPr>
        <p:spPr>
          <a:xfrm>
            <a:off x="384048" y="137160"/>
            <a:ext cx="10009632" cy="576072"/>
          </a:xfrm>
          <a:prstGeom prst="rect">
            <a:avLst/>
          </a:prstGeom>
        </p:spPr>
        <p:txBody>
          <a:bodyPr lIns="0" tIns="0" rIns="0" bIns="0" anchor="ctr" anchorCtr="0">
            <a:normAutofit/>
          </a:bodyPr>
          <a:lstStyle>
            <a:lvl1pPr>
              <a:defRPr sz="2800">
                <a:solidFill>
                  <a:schemeClr val="bg2"/>
                </a:solidFill>
                <a:latin typeface="Neue Haas Grotesk Text Pro" panose="020B0504020202020204" pitchFamily="34" charset="0"/>
                <a:cs typeface="Segoe UI Semibold" panose="020B0702040204020203" pitchFamily="34" charset="0"/>
              </a:defRPr>
            </a:lvl1pPr>
          </a:lstStyle>
          <a:p>
            <a:r>
              <a:rPr lang="en-US"/>
              <a:t>Click to edit Master title style</a:t>
            </a:r>
          </a:p>
        </p:txBody>
      </p:sp>
      <p:sp>
        <p:nvSpPr>
          <p:cNvPr id="13" name="Rectangle 12">
            <a:extLst>
              <a:ext uri="{FF2B5EF4-FFF2-40B4-BE49-F238E27FC236}">
                <a16:creationId xmlns:a16="http://schemas.microsoft.com/office/drawing/2014/main" id="{F5F1E28F-75A6-4D2E-8640-6E8E5C8321E3}"/>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3" name="Picture 22" descr="A picture containing clock, drawing, meter&#10;&#10;Description automatically generated">
            <a:extLst>
              <a:ext uri="{FF2B5EF4-FFF2-40B4-BE49-F238E27FC236}">
                <a16:creationId xmlns:a16="http://schemas.microsoft.com/office/drawing/2014/main" id="{5AA97642-AF9B-41B4-A210-079A8A2BCFA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Tree>
    <p:extLst>
      <p:ext uri="{BB962C8B-B14F-4D97-AF65-F5344CB8AC3E}">
        <p14:creationId xmlns:p14="http://schemas.microsoft.com/office/powerpoint/2010/main" val="9229615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Title and Subtitle only">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a:xfrm flipH="1">
            <a:off x="11121522" y="6514977"/>
            <a:ext cx="677794" cy="161888"/>
          </a:xfrm>
        </p:spPr>
        <p:txBody>
          <a:bodyPr/>
          <a:lstStyle/>
          <a:p>
            <a:pPr>
              <a:defRPr/>
            </a:pPr>
            <a:fld id="{90CBDC3A-D49F-4631-A8C7-55D59B33E5FA}" type="slidenum">
              <a:rPr lang="en-US" smtClean="0"/>
              <a:pPr>
                <a:defRPr/>
              </a:pPr>
              <a:t>‹#›</a:t>
            </a:fld>
            <a:endParaRPr lang="en-US" dirty="0"/>
          </a:p>
        </p:txBody>
      </p:sp>
      <p:sp>
        <p:nvSpPr>
          <p:cNvPr id="5" name="Title 4"/>
          <p:cNvSpPr>
            <a:spLocks noGrp="1"/>
          </p:cNvSpPr>
          <p:nvPr>
            <p:ph type="title"/>
          </p:nvPr>
        </p:nvSpPr>
        <p:spPr>
          <a:xfrm>
            <a:off x="381000" y="70722"/>
            <a:ext cx="11430000" cy="733044"/>
          </a:xfrm>
        </p:spPr>
        <p:txBody>
          <a:bodyPr/>
          <a:lstStyle/>
          <a:p>
            <a:r>
              <a:rPr lang="en-US"/>
              <a:t>Click to edit Master title style</a:t>
            </a:r>
            <a:endParaRPr lang="en-AU"/>
          </a:p>
        </p:txBody>
      </p:sp>
      <p:sp>
        <p:nvSpPr>
          <p:cNvPr id="6" name="Text Placeholder 16"/>
          <p:cNvSpPr>
            <a:spLocks noGrp="1"/>
          </p:cNvSpPr>
          <p:nvPr>
            <p:ph type="body" sz="quarter" idx="10"/>
          </p:nvPr>
        </p:nvSpPr>
        <p:spPr>
          <a:xfrm>
            <a:off x="381000" y="920663"/>
            <a:ext cx="11430000" cy="395908"/>
          </a:xfrm>
          <a:prstGeom prst="rect">
            <a:avLst/>
          </a:prstGeom>
        </p:spPr>
        <p:txBody>
          <a:bodyPr lIns="0">
            <a:noAutofit/>
          </a:bodyPr>
          <a:lstStyle>
            <a:lvl1pPr marL="0" indent="0">
              <a:spcBef>
                <a:spcPts val="0"/>
              </a:spcBef>
              <a:buNone/>
              <a:defRPr sz="2000">
                <a:solidFill>
                  <a:schemeClr val="accent1"/>
                </a:solidFill>
              </a:defRPr>
            </a:lvl1pPr>
            <a:lvl2pPr>
              <a:defRPr sz="3499"/>
            </a:lvl2pPr>
            <a:lvl3pPr>
              <a:defRPr sz="3199"/>
            </a:lvl3pPr>
            <a:lvl4pPr>
              <a:defRPr sz="2899"/>
            </a:lvl4pPr>
            <a:lvl5pPr>
              <a:defRPr sz="2699"/>
            </a:lvl5pPr>
          </a:lstStyle>
          <a:p>
            <a:pPr lvl="0"/>
            <a:r>
              <a:rPr lang="en-US"/>
              <a:t>Click to edit Master text styles</a:t>
            </a:r>
          </a:p>
        </p:txBody>
      </p:sp>
    </p:spTree>
    <p:extLst>
      <p:ext uri="{BB962C8B-B14F-4D97-AF65-F5344CB8AC3E}">
        <p14:creationId xmlns:p14="http://schemas.microsoft.com/office/powerpoint/2010/main" val="14687095"/>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3_Title Slide 1">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86808" tIns="43404" rIns="86808" bIns="43404" rtlCol="0" anchor="ctr"/>
          <a:lstStyle/>
          <a:p>
            <a:pPr algn="ctr"/>
            <a:endParaRPr lang="en-US" sz="1804" dirty="0">
              <a:solidFill>
                <a:srgbClr val="DDDDDD"/>
              </a:solidFill>
            </a:endParaRPr>
          </a:p>
        </p:txBody>
      </p:sp>
      <p:sp>
        <p:nvSpPr>
          <p:cNvPr id="9" name="Title 1"/>
          <p:cNvSpPr>
            <a:spLocks noGrp="1"/>
          </p:cNvSpPr>
          <p:nvPr>
            <p:ph type="ctrTitle"/>
          </p:nvPr>
        </p:nvSpPr>
        <p:spPr>
          <a:xfrm>
            <a:off x="623416" y="552452"/>
            <a:ext cx="10972800" cy="1860550"/>
          </a:xfrm>
          <a:prstGeom prst="rect">
            <a:avLst/>
          </a:prstGeom>
        </p:spPr>
        <p:txBody>
          <a:bodyPr lIns="0" tIns="0" rIns="0" bIns="0" anchor="ctr">
            <a:noAutofit/>
          </a:bodyPr>
          <a:lstStyle>
            <a:lvl1pPr algn="l">
              <a:lnSpc>
                <a:spcPts val="6397"/>
              </a:lnSpc>
              <a:defRPr sz="6646" b="0" spc="-150">
                <a:solidFill>
                  <a:schemeClr val="bg1"/>
                </a:solidFill>
                <a:latin typeface="Arial Black" panose="020B0A04020102020204" pitchFamily="34" charset="0"/>
              </a:defRPr>
            </a:lvl1pPr>
          </a:lstStyle>
          <a:p>
            <a:r>
              <a:rPr lang="en-US"/>
              <a:t>Click to edit Master title style</a:t>
            </a:r>
          </a:p>
        </p:txBody>
      </p:sp>
      <p:sp>
        <p:nvSpPr>
          <p:cNvPr id="10" name="Subtitle 2"/>
          <p:cNvSpPr>
            <a:spLocks noGrp="1"/>
          </p:cNvSpPr>
          <p:nvPr>
            <p:ph type="subTitle" idx="1"/>
          </p:nvPr>
        </p:nvSpPr>
        <p:spPr>
          <a:xfrm>
            <a:off x="623416" y="3099620"/>
            <a:ext cx="10972800" cy="341940"/>
          </a:xfrm>
          <a:prstGeom prst="rect">
            <a:avLst/>
          </a:prstGeom>
        </p:spPr>
        <p:txBody>
          <a:bodyPr lIns="91431" tIns="45716" rIns="91431" bIns="45716">
            <a:noAutofit/>
          </a:bodyPr>
          <a:lstStyle>
            <a:lvl1pPr marL="0" indent="0" algn="l">
              <a:buNone/>
              <a:defRPr sz="1994">
                <a:solidFill>
                  <a:schemeClr val="bg1"/>
                </a:solidFill>
              </a:defRPr>
            </a:lvl1pPr>
            <a:lvl2pPr marL="457074" indent="0" algn="ctr">
              <a:buNone/>
              <a:defRPr sz="1994"/>
            </a:lvl2pPr>
            <a:lvl3pPr marL="914148" indent="0" algn="ctr">
              <a:buNone/>
              <a:defRPr sz="1804"/>
            </a:lvl3pPr>
            <a:lvl4pPr marL="1371222" indent="0" algn="ctr">
              <a:buNone/>
              <a:defRPr sz="1614"/>
            </a:lvl4pPr>
            <a:lvl5pPr marL="1828296" indent="0" algn="ctr">
              <a:buNone/>
              <a:defRPr sz="1614"/>
            </a:lvl5pPr>
            <a:lvl6pPr marL="2285370" indent="0" algn="ctr">
              <a:buNone/>
              <a:defRPr sz="1614"/>
            </a:lvl6pPr>
            <a:lvl7pPr marL="2742443" indent="0" algn="ctr">
              <a:buNone/>
              <a:defRPr sz="1614"/>
            </a:lvl7pPr>
            <a:lvl8pPr marL="3199518" indent="0" algn="ctr">
              <a:buNone/>
              <a:defRPr sz="1614"/>
            </a:lvl8pPr>
            <a:lvl9pPr marL="3656589" indent="0" algn="ctr">
              <a:buNone/>
              <a:defRPr sz="1614"/>
            </a:lvl9pPr>
          </a:lstStyle>
          <a:p>
            <a:r>
              <a:rPr lang="en-US"/>
              <a:t>Click to edit Master subtitle style</a:t>
            </a:r>
          </a:p>
        </p:txBody>
      </p:sp>
      <p:sp>
        <p:nvSpPr>
          <p:cNvPr id="12" name="Text Placeholder 12"/>
          <p:cNvSpPr>
            <a:spLocks noGrp="1"/>
          </p:cNvSpPr>
          <p:nvPr>
            <p:ph type="body" sz="quarter" idx="10"/>
          </p:nvPr>
        </p:nvSpPr>
        <p:spPr>
          <a:xfrm>
            <a:off x="3458020" y="6322515"/>
            <a:ext cx="8605306" cy="285848"/>
          </a:xfrm>
          <a:prstGeom prst="rect">
            <a:avLst/>
          </a:prstGeom>
        </p:spPr>
        <p:txBody>
          <a:bodyPr lIns="91431" tIns="45716" rIns="91431" bIns="45716">
            <a:noAutofit/>
          </a:bodyPr>
          <a:lstStyle>
            <a:lvl1pPr marL="0" indent="0" algn="r">
              <a:buNone/>
              <a:defRPr sz="1614">
                <a:solidFill>
                  <a:schemeClr val="tx1"/>
                </a:solidFill>
              </a:defRPr>
            </a:lvl1pPr>
            <a:lvl2pPr marL="457074" indent="0">
              <a:buNone/>
              <a:defRPr sz="1614"/>
            </a:lvl2pPr>
            <a:lvl3pPr marL="914148" indent="0">
              <a:buNone/>
              <a:defRPr sz="1424"/>
            </a:lvl3pPr>
            <a:lvl4pPr marL="1371222" indent="0">
              <a:buNone/>
              <a:defRPr sz="1234"/>
            </a:lvl4pPr>
            <a:lvl5pPr marL="1828296" indent="0">
              <a:buNone/>
              <a:defRPr sz="1234"/>
            </a:lvl5pPr>
          </a:lstStyle>
          <a:p>
            <a:pPr lvl="0"/>
            <a:r>
              <a:rPr lang="en-US"/>
              <a:t>Edit Master text styles</a:t>
            </a:r>
          </a:p>
        </p:txBody>
      </p:sp>
      <p:sp>
        <p:nvSpPr>
          <p:cNvPr id="14" name="Text Placeholder 19"/>
          <p:cNvSpPr>
            <a:spLocks noGrp="1"/>
          </p:cNvSpPr>
          <p:nvPr>
            <p:ph type="body" sz="quarter" idx="13"/>
          </p:nvPr>
        </p:nvSpPr>
        <p:spPr>
          <a:xfrm>
            <a:off x="623416" y="2793380"/>
            <a:ext cx="10972800" cy="376169"/>
          </a:xfrm>
          <a:prstGeom prst="rect">
            <a:avLst/>
          </a:prstGeom>
        </p:spPr>
        <p:txBody>
          <a:bodyPr lIns="91431" tIns="45716" rIns="91431" bIns="45716">
            <a:noAutofit/>
          </a:bodyPr>
          <a:lstStyle>
            <a:lvl1pPr marL="0" indent="0">
              <a:buNone/>
              <a:defRPr lang="en-US" sz="1994" b="1" kern="1200" dirty="0" smtClean="0">
                <a:solidFill>
                  <a:schemeClr val="bg1"/>
                </a:solidFill>
                <a:latin typeface="+mn-lt"/>
                <a:ea typeface="+mn-ea"/>
                <a:cs typeface="+mn-cs"/>
              </a:defRPr>
            </a:lvl1pPr>
            <a:lvl2pPr>
              <a:defRPr>
                <a:solidFill>
                  <a:srgbClr val="FFFCF7"/>
                </a:solidFill>
              </a:defRPr>
            </a:lvl2pPr>
            <a:lvl3pPr>
              <a:defRPr>
                <a:solidFill>
                  <a:srgbClr val="FFFCF7"/>
                </a:solidFill>
              </a:defRPr>
            </a:lvl3pPr>
            <a:lvl4pPr>
              <a:defRPr>
                <a:solidFill>
                  <a:srgbClr val="FFFCF7"/>
                </a:solidFill>
              </a:defRPr>
            </a:lvl4pPr>
            <a:lvl5pPr>
              <a:defRPr>
                <a:solidFill>
                  <a:srgbClr val="FFFCF7"/>
                </a:solidFill>
              </a:defRPr>
            </a:lvl5pPr>
          </a:lstStyle>
          <a:p>
            <a:pPr lvl="0"/>
            <a:r>
              <a:rPr lang="en-US"/>
              <a:t>Edit Master text styles</a:t>
            </a:r>
          </a:p>
        </p:txBody>
      </p:sp>
      <p:pic>
        <p:nvPicPr>
          <p:cNvPr id="15" name="Picture 14"/>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7676" y="5800549"/>
            <a:ext cx="2968514" cy="966243"/>
          </a:xfrm>
          <a:prstGeom prst="rect">
            <a:avLst/>
          </a:prstGeom>
        </p:spPr>
      </p:pic>
      <p:sp>
        <p:nvSpPr>
          <p:cNvPr id="16" name="Text Placeholder 23"/>
          <p:cNvSpPr>
            <a:spLocks noGrp="1"/>
          </p:cNvSpPr>
          <p:nvPr>
            <p:ph type="body" sz="quarter" idx="14"/>
          </p:nvPr>
        </p:nvSpPr>
        <p:spPr>
          <a:xfrm>
            <a:off x="3442858" y="6108700"/>
            <a:ext cx="8622145" cy="304800"/>
          </a:xfrm>
          <a:prstGeom prst="rect">
            <a:avLst/>
          </a:prstGeom>
        </p:spPr>
        <p:txBody>
          <a:bodyPr lIns="91431" tIns="45716" rIns="91431" bIns="45716">
            <a:noAutofit/>
          </a:bodyPr>
          <a:lstStyle>
            <a:lvl1pPr marL="0" indent="0" algn="r">
              <a:buNone/>
              <a:defRPr lang="en-US" sz="1614" kern="1200" dirty="0" smtClean="0">
                <a:solidFill>
                  <a:schemeClr val="tx1"/>
                </a:solidFill>
                <a:latin typeface="Arial Black" panose="020B0A04020102020204" pitchFamily="34" charset="0"/>
                <a:ea typeface="+mn-ea"/>
                <a:cs typeface="+mn-cs"/>
              </a:defRPr>
            </a:lvl1pPr>
          </a:lstStyle>
          <a:p>
            <a:pPr lvl="0"/>
            <a:r>
              <a:rPr lang="en-US"/>
              <a:t>Edit Master text styles</a:t>
            </a:r>
          </a:p>
        </p:txBody>
      </p:sp>
    </p:spTree>
    <p:extLst>
      <p:ext uri="{BB962C8B-B14F-4D97-AF65-F5344CB8AC3E}">
        <p14:creationId xmlns:p14="http://schemas.microsoft.com/office/powerpoint/2010/main" val="2763121899"/>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_A_DIVIDER slide">
    <p:spTree>
      <p:nvGrpSpPr>
        <p:cNvPr id="1" name=""/>
        <p:cNvGrpSpPr/>
        <p:nvPr/>
      </p:nvGrpSpPr>
      <p:grpSpPr>
        <a:xfrm>
          <a:off x="0" y="0"/>
          <a:ext cx="0" cy="0"/>
          <a:chOff x="0" y="0"/>
          <a:chExt cx="0" cy="0"/>
        </a:xfrm>
      </p:grpSpPr>
      <p:sp>
        <p:nvSpPr>
          <p:cNvPr id="6" name="Rectangle 5"/>
          <p:cNvSpPr/>
          <p:nvPr userDrawn="1"/>
        </p:nvSpPr>
        <p:spPr>
          <a:xfrm>
            <a:off x="228600" y="228600"/>
            <a:ext cx="11734800" cy="64008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91418" tIns="45710" rIns="91418" bIns="45710" rtlCol="0" anchor="ctr"/>
          <a:lstStyle/>
          <a:p>
            <a:pPr algn="ctr" defTabSz="914064"/>
            <a:endParaRPr lang="en-US" sz="1804" dirty="0">
              <a:solidFill>
                <a:srgbClr val="FFFFFF"/>
              </a:solidFill>
            </a:endParaRPr>
          </a:p>
        </p:txBody>
      </p:sp>
      <p:pic>
        <p:nvPicPr>
          <p:cNvPr id="14" name="Picture 13"/>
          <p:cNvPicPr>
            <a:picLocks noChangeAspect="1"/>
          </p:cNvPicPr>
          <p:nvPr userDrawn="1"/>
        </p:nvPicPr>
        <p:blipFill>
          <a:blip r:embed="rId2"/>
          <a:stretch>
            <a:fillRect/>
          </a:stretch>
        </p:blipFill>
        <p:spPr>
          <a:xfrm>
            <a:off x="10508937" y="412437"/>
            <a:ext cx="1309687" cy="274997"/>
          </a:xfrm>
          <a:prstGeom prst="rect">
            <a:avLst/>
          </a:prstGeom>
        </p:spPr>
      </p:pic>
      <p:sp>
        <p:nvSpPr>
          <p:cNvPr id="5" name="Title 1"/>
          <p:cNvSpPr>
            <a:spLocks noGrp="1"/>
          </p:cNvSpPr>
          <p:nvPr>
            <p:ph type="ctrTitle"/>
          </p:nvPr>
        </p:nvSpPr>
        <p:spPr>
          <a:xfrm>
            <a:off x="704848" y="1423331"/>
            <a:ext cx="11068052" cy="1860550"/>
          </a:xfrm>
          <a:prstGeom prst="rect">
            <a:avLst/>
          </a:prstGeom>
        </p:spPr>
        <p:txBody>
          <a:bodyPr lIns="0" tIns="0" rIns="0" bIns="0" anchor="ctr">
            <a:noAutofit/>
          </a:bodyPr>
          <a:lstStyle>
            <a:lvl1pPr algn="l">
              <a:lnSpc>
                <a:spcPts val="6396"/>
              </a:lnSpc>
              <a:defRPr sz="5412" b="0" spc="-150">
                <a:solidFill>
                  <a:schemeClr val="bg1"/>
                </a:solidFill>
                <a:latin typeface="Arial Black" panose="020B0A04020102020204" pitchFamily="34" charset="0"/>
              </a:defRPr>
            </a:lvl1pPr>
          </a:lstStyle>
          <a:p>
            <a:r>
              <a:rPr lang="en-US"/>
              <a:t>Click to edit Master title style</a:t>
            </a:r>
          </a:p>
        </p:txBody>
      </p:sp>
      <p:sp>
        <p:nvSpPr>
          <p:cNvPr id="7" name="Subtitle 2"/>
          <p:cNvSpPr>
            <a:spLocks noGrp="1"/>
          </p:cNvSpPr>
          <p:nvPr>
            <p:ph type="subTitle" idx="1"/>
          </p:nvPr>
        </p:nvSpPr>
        <p:spPr>
          <a:xfrm>
            <a:off x="623420" y="3970500"/>
            <a:ext cx="11149483" cy="341940"/>
          </a:xfrm>
          <a:prstGeom prst="rect">
            <a:avLst/>
          </a:prstGeom>
        </p:spPr>
        <p:txBody>
          <a:bodyPr lIns="91431" tIns="45716" rIns="91431" bIns="45716">
            <a:noAutofit/>
          </a:bodyPr>
          <a:lstStyle>
            <a:lvl1pPr marL="0" indent="0" algn="l">
              <a:buNone/>
              <a:defRPr sz="1994">
                <a:solidFill>
                  <a:schemeClr val="bg1"/>
                </a:solidFill>
              </a:defRPr>
            </a:lvl1pPr>
            <a:lvl2pPr marL="457032" indent="0" algn="ctr">
              <a:buNone/>
              <a:defRPr sz="1994"/>
            </a:lvl2pPr>
            <a:lvl3pPr marL="914064" indent="0" algn="ctr">
              <a:buNone/>
              <a:defRPr sz="1804"/>
            </a:lvl3pPr>
            <a:lvl4pPr marL="1371096" indent="0" algn="ctr">
              <a:buNone/>
              <a:defRPr sz="1614"/>
            </a:lvl4pPr>
            <a:lvl5pPr marL="1828128" indent="0" algn="ctr">
              <a:buNone/>
              <a:defRPr sz="1614"/>
            </a:lvl5pPr>
            <a:lvl6pPr marL="2285160" indent="0" algn="ctr">
              <a:buNone/>
              <a:defRPr sz="1614"/>
            </a:lvl6pPr>
            <a:lvl7pPr marL="2742191" indent="0" algn="ctr">
              <a:buNone/>
              <a:defRPr sz="1614"/>
            </a:lvl7pPr>
            <a:lvl8pPr marL="3199224" indent="0" algn="ctr">
              <a:buNone/>
              <a:defRPr sz="1614"/>
            </a:lvl8pPr>
            <a:lvl9pPr marL="3656253" indent="0" algn="ctr">
              <a:buNone/>
              <a:defRPr sz="1614"/>
            </a:lvl9pPr>
          </a:lstStyle>
          <a:p>
            <a:r>
              <a:rPr lang="en-US"/>
              <a:t>Click to edit Master subtitle style</a:t>
            </a:r>
          </a:p>
        </p:txBody>
      </p:sp>
      <p:sp>
        <p:nvSpPr>
          <p:cNvPr id="9" name="Text Placeholder 19"/>
          <p:cNvSpPr>
            <a:spLocks noGrp="1"/>
          </p:cNvSpPr>
          <p:nvPr>
            <p:ph type="body" sz="quarter" idx="13"/>
          </p:nvPr>
        </p:nvSpPr>
        <p:spPr>
          <a:xfrm>
            <a:off x="628557" y="3664261"/>
            <a:ext cx="11171380" cy="376169"/>
          </a:xfrm>
          <a:prstGeom prst="rect">
            <a:avLst/>
          </a:prstGeom>
        </p:spPr>
        <p:txBody>
          <a:bodyPr lIns="91431" tIns="45716" rIns="91431" bIns="45716">
            <a:noAutofit/>
          </a:bodyPr>
          <a:lstStyle>
            <a:lvl1pPr marL="0" indent="0">
              <a:buNone/>
              <a:defRPr lang="en-US" sz="1994" b="1" kern="1200" dirty="0" smtClean="0">
                <a:solidFill>
                  <a:schemeClr val="bg1"/>
                </a:solidFill>
                <a:latin typeface="+mn-lt"/>
                <a:ea typeface="+mn-ea"/>
                <a:cs typeface="+mn-cs"/>
              </a:defRPr>
            </a:lvl1pPr>
            <a:lvl2pPr>
              <a:defRPr>
                <a:solidFill>
                  <a:srgbClr val="FFFCF7"/>
                </a:solidFill>
              </a:defRPr>
            </a:lvl2pPr>
            <a:lvl3pPr>
              <a:defRPr>
                <a:solidFill>
                  <a:srgbClr val="FFFCF7"/>
                </a:solidFill>
              </a:defRPr>
            </a:lvl3pPr>
            <a:lvl4pPr>
              <a:defRPr>
                <a:solidFill>
                  <a:srgbClr val="FFFCF7"/>
                </a:solidFill>
              </a:defRPr>
            </a:lvl4pPr>
            <a:lvl5pPr>
              <a:defRPr>
                <a:solidFill>
                  <a:srgbClr val="FFFCF7"/>
                </a:solidFill>
              </a:defRPr>
            </a:lvl5pPr>
          </a:lstStyle>
          <a:p>
            <a:pPr lvl="0"/>
            <a:r>
              <a:rPr lang="en-US"/>
              <a:t>Edit Master text styles</a:t>
            </a:r>
          </a:p>
        </p:txBody>
      </p:sp>
      <p:grpSp>
        <p:nvGrpSpPr>
          <p:cNvPr id="8" name="Group 7"/>
          <p:cNvGrpSpPr/>
          <p:nvPr userDrawn="1"/>
        </p:nvGrpSpPr>
        <p:grpSpPr>
          <a:xfrm>
            <a:off x="10203280" y="2"/>
            <a:ext cx="1988720" cy="1530980"/>
            <a:chOff x="10818629" y="59703"/>
            <a:chExt cx="2022659" cy="1219200"/>
          </a:xfrm>
        </p:grpSpPr>
        <p:sp>
          <p:nvSpPr>
            <p:cNvPr id="10" name="Diagonal Stripe 9"/>
            <p:cNvSpPr/>
            <p:nvPr userDrawn="1"/>
          </p:nvSpPr>
          <p:spPr>
            <a:xfrm flipH="1">
              <a:off x="10818629" y="59703"/>
              <a:ext cx="2022659" cy="1219200"/>
            </a:xfrm>
            <a:prstGeom prst="diagStripe">
              <a:avLst/>
            </a:prstGeom>
            <a:solidFill>
              <a:srgbClr val="FF00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994" b="1" dirty="0">
                <a:solidFill>
                  <a:srgbClr val="FFFFFF"/>
                </a:solidFill>
              </a:endParaRPr>
            </a:p>
          </p:txBody>
        </p:sp>
        <p:sp>
          <p:nvSpPr>
            <p:cNvPr id="11" name="TextBox 10"/>
            <p:cNvSpPr txBox="1"/>
            <p:nvPr userDrawn="1"/>
          </p:nvSpPr>
          <p:spPr>
            <a:xfrm rot="2278861">
              <a:off x="11436339" y="358454"/>
              <a:ext cx="1398206" cy="348850"/>
            </a:xfrm>
            <a:prstGeom prst="rect">
              <a:avLst/>
            </a:prstGeom>
            <a:noFill/>
          </p:spPr>
          <p:txBody>
            <a:bodyPr wrap="square" lIns="36000" tIns="36000" rIns="36000" bIns="36000" rtlCol="0">
              <a:spAutoFit/>
            </a:bodyPr>
            <a:lstStyle/>
            <a:p>
              <a:pPr algn="ctr"/>
              <a:r>
                <a:rPr lang="en-US" sz="2374" b="1" dirty="0">
                  <a:solidFill>
                    <a:srgbClr val="FFFFFF"/>
                  </a:solidFill>
                </a:rPr>
                <a:t>DRAFT</a:t>
              </a:r>
            </a:p>
          </p:txBody>
        </p:sp>
      </p:grpSp>
    </p:spTree>
    <p:extLst>
      <p:ext uri="{BB962C8B-B14F-4D97-AF65-F5344CB8AC3E}">
        <p14:creationId xmlns:p14="http://schemas.microsoft.com/office/powerpoint/2010/main" val="2657719191"/>
      </p:ext>
    </p:extLst>
  </p:cSld>
  <p:clrMapOvr>
    <a:masterClrMapping/>
  </p:clrMapOvr>
  <p:transition>
    <p:fade/>
  </p:transition>
  <p:extLst>
    <p:ext uri="{DCECCB84-F9BA-43D5-87BE-67443E8EF086}">
      <p15:sldGuideLst xmlns:p15="http://schemas.microsoft.com/office/powerpoint/2012/main">
        <p15:guide id="1" pos="456">
          <p15:clr>
            <a:srgbClr val="FBAE40"/>
          </p15:clr>
        </p15:guide>
        <p15:guide id="2" pos="3840">
          <p15:clr>
            <a:srgbClr val="FBAE40"/>
          </p15:clr>
        </p15:guide>
        <p15:guide id="3" pos="144">
          <p15:clr>
            <a:srgbClr val="9FCC3B"/>
          </p15:clr>
        </p15:guide>
        <p15:guide id="4" pos="7536">
          <p15:clr>
            <a:srgbClr val="9FCC3B"/>
          </p15:clr>
        </p15:guide>
        <p15:guide id="5" orient="horz" pos="144">
          <p15:clr>
            <a:srgbClr val="9FCC3B"/>
          </p15:clr>
        </p15:guide>
        <p15:guide id="6" orient="horz" pos="4176">
          <p15:clr>
            <a:srgbClr val="9FCC3B"/>
          </p15:clr>
        </p15:guide>
        <p15:guide id="7" orient="horz" pos="816">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2" name="Title 1"/>
          <p:cNvSpPr>
            <a:spLocks noGrp="1"/>
          </p:cNvSpPr>
          <p:nvPr>
            <p:ph type="title"/>
          </p:nvPr>
        </p:nvSpPr>
        <p:spPr>
          <a:xfrm>
            <a:off x="224540" y="144758"/>
            <a:ext cx="11572805" cy="490715"/>
          </a:xfrm>
          <a:prstGeom prst="rect">
            <a:avLst/>
          </a:prstGeom>
        </p:spPr>
        <p:txBody>
          <a:bodyPr/>
          <a:lstStyle>
            <a:lvl1pPr>
              <a:defRPr sz="2658"/>
            </a:lvl1pPr>
          </a:lstStyle>
          <a:p>
            <a:r>
              <a:rPr lang="en-US"/>
              <a:t>Click to edit Master title style</a:t>
            </a:r>
            <a:endParaRPr lang="fr-FR"/>
          </a:p>
        </p:txBody>
      </p:sp>
      <p:sp>
        <p:nvSpPr>
          <p:cNvPr id="5" name="Text Placeholder 4"/>
          <p:cNvSpPr>
            <a:spLocks noGrp="1"/>
          </p:cNvSpPr>
          <p:nvPr>
            <p:ph type="body" sz="quarter" idx="10"/>
          </p:nvPr>
        </p:nvSpPr>
        <p:spPr>
          <a:xfrm>
            <a:off x="224540" y="635470"/>
            <a:ext cx="6936282" cy="366962"/>
          </a:xfrm>
          <a:prstGeom prst="rect">
            <a:avLst/>
          </a:prstGeom>
        </p:spPr>
        <p:txBody>
          <a:bodyPr lIns="0" tIns="45716" rIns="91431" bIns="45716">
            <a:normAutofit/>
          </a:bodyPr>
          <a:lstStyle>
            <a:lvl1pPr marL="0" indent="0">
              <a:buNone/>
              <a:defRPr sz="1709" b="1">
                <a:solidFill>
                  <a:schemeClr val="tx1"/>
                </a:solidFill>
              </a:defRPr>
            </a:lvl1pPr>
          </a:lstStyle>
          <a:p>
            <a:pPr lvl="0"/>
            <a:r>
              <a:rPr lang="en-US"/>
              <a:t>Edit Master text styles</a:t>
            </a:r>
          </a:p>
        </p:txBody>
      </p:sp>
    </p:spTree>
    <p:custDataLst>
      <p:tags r:id="rId1"/>
    </p:custDataLst>
    <p:extLst>
      <p:ext uri="{BB962C8B-B14F-4D97-AF65-F5344CB8AC3E}">
        <p14:creationId xmlns:p14="http://schemas.microsoft.com/office/powerpoint/2010/main" val="156778875"/>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2_Alternate Title Slide">
    <p:spTree>
      <p:nvGrpSpPr>
        <p:cNvPr id="1" name=""/>
        <p:cNvGrpSpPr/>
        <p:nvPr/>
      </p:nvGrpSpPr>
      <p:grpSpPr>
        <a:xfrm>
          <a:off x="0" y="0"/>
          <a:ext cx="0" cy="0"/>
          <a:chOff x="0" y="0"/>
          <a:chExt cx="0" cy="0"/>
        </a:xfrm>
      </p:grpSpPr>
      <p:sp>
        <p:nvSpPr>
          <p:cNvPr id="8" name="Rectangle 7"/>
          <p:cNvSpPr/>
          <p:nvPr/>
        </p:nvSpPr>
        <p:spPr>
          <a:xfrm>
            <a:off x="228600" y="228600"/>
            <a:ext cx="11734800" cy="6400800"/>
          </a:xfrm>
          <a:prstGeom prst="rect">
            <a:avLst/>
          </a:prstGeom>
          <a:solidFill>
            <a:srgbClr val="FFB81E"/>
          </a:solidFill>
          <a:ln>
            <a:noFill/>
          </a:ln>
        </p:spPr>
        <p:style>
          <a:lnRef idx="0">
            <a:scrgbClr r="0" g="0" b="0"/>
          </a:lnRef>
          <a:fillRef idx="0">
            <a:scrgbClr r="0" g="0" b="0"/>
          </a:fillRef>
          <a:effectRef idx="0">
            <a:scrgbClr r="0" g="0" b="0"/>
          </a:effectRef>
          <a:fontRef idx="minor">
            <a:schemeClr val="lt1"/>
          </a:fontRef>
        </p:style>
        <p:txBody>
          <a:bodyPr lIns="86808" tIns="43404" rIns="86808" bIns="43404" rtlCol="0" anchor="ctr"/>
          <a:lstStyle/>
          <a:p>
            <a:pPr algn="ctr"/>
            <a:endParaRPr lang="en-US" sz="1804" dirty="0">
              <a:solidFill>
                <a:srgbClr val="DDDDDD"/>
              </a:solidFill>
            </a:endParaRPr>
          </a:p>
        </p:txBody>
      </p:sp>
      <p:sp>
        <p:nvSpPr>
          <p:cNvPr id="2" name="Title 1"/>
          <p:cNvSpPr>
            <a:spLocks noGrp="1"/>
          </p:cNvSpPr>
          <p:nvPr>
            <p:ph type="ctrTitle"/>
          </p:nvPr>
        </p:nvSpPr>
        <p:spPr>
          <a:xfrm>
            <a:off x="717714" y="1349481"/>
            <a:ext cx="11070000" cy="589709"/>
          </a:xfrm>
          <a:prstGeom prst="rect">
            <a:avLst/>
          </a:prstGeom>
        </p:spPr>
        <p:txBody>
          <a:bodyPr lIns="0" tIns="45716" rIns="0" bIns="45716" anchor="ctr" anchorCtr="0">
            <a:noAutofit/>
          </a:bodyPr>
          <a:lstStyle>
            <a:lvl1pPr>
              <a:defRPr sz="5412" b="1">
                <a:solidFill>
                  <a:schemeClr val="bg2"/>
                </a:solidFill>
                <a:latin typeface="Arial Black" panose="020B0A04020102020204" pitchFamily="34" charset="0"/>
              </a:defRPr>
            </a:lvl1pPr>
          </a:lstStyle>
          <a:p>
            <a:r>
              <a:rPr lang="en-US"/>
              <a:t>Click to edit Master title style</a:t>
            </a:r>
          </a:p>
        </p:txBody>
      </p:sp>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508936" y="412436"/>
            <a:ext cx="1309687" cy="274997"/>
          </a:xfrm>
          <a:prstGeom prst="rect">
            <a:avLst/>
          </a:prstGeom>
        </p:spPr>
      </p:pic>
      <p:cxnSp>
        <p:nvCxnSpPr>
          <p:cNvPr id="11" name="Straight Connector 10"/>
          <p:cNvCxnSpPr/>
          <p:nvPr userDrawn="1"/>
        </p:nvCxnSpPr>
        <p:spPr>
          <a:xfrm>
            <a:off x="921867" y="2865191"/>
            <a:ext cx="0" cy="3764211"/>
          </a:xfrm>
          <a:prstGeom prst="line">
            <a:avLst/>
          </a:prstGeom>
          <a:ln w="28575">
            <a:solidFill>
              <a:schemeClr val="bg2"/>
            </a:solidFill>
          </a:ln>
        </p:spPr>
        <p:style>
          <a:lnRef idx="1">
            <a:schemeClr val="accent5"/>
          </a:lnRef>
          <a:fillRef idx="0">
            <a:schemeClr val="accent5"/>
          </a:fillRef>
          <a:effectRef idx="0">
            <a:schemeClr val="accent5"/>
          </a:effectRef>
          <a:fontRef idx="minor">
            <a:schemeClr val="tx1"/>
          </a:fontRef>
        </p:style>
      </p:cxnSp>
      <p:sp>
        <p:nvSpPr>
          <p:cNvPr id="14" name="Oval 13"/>
          <p:cNvSpPr/>
          <p:nvPr userDrawn="1"/>
        </p:nvSpPr>
        <p:spPr>
          <a:xfrm>
            <a:off x="787614" y="2623531"/>
            <a:ext cx="268505" cy="241658"/>
          </a:xfrm>
          <a:prstGeom prst="ellipse">
            <a:avLst/>
          </a:prstGeom>
          <a:solidFill>
            <a:schemeClr val="bg2"/>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76" tIns="34176" rIns="34176" bIns="34176" rtlCol="0" anchor="ctr"/>
          <a:lstStyle/>
          <a:p>
            <a:pPr algn="ctr"/>
            <a:endParaRPr lang="en-US" sz="1994" dirty="0">
              <a:solidFill>
                <a:prstClr val="black"/>
              </a:solidFill>
            </a:endParaRPr>
          </a:p>
        </p:txBody>
      </p:sp>
      <p:grpSp>
        <p:nvGrpSpPr>
          <p:cNvPr id="7" name="Group 6"/>
          <p:cNvGrpSpPr/>
          <p:nvPr userDrawn="1"/>
        </p:nvGrpSpPr>
        <p:grpSpPr>
          <a:xfrm>
            <a:off x="10203280" y="2"/>
            <a:ext cx="1988720" cy="1530980"/>
            <a:chOff x="10818629" y="59703"/>
            <a:chExt cx="2022659" cy="1219200"/>
          </a:xfrm>
        </p:grpSpPr>
        <p:sp>
          <p:nvSpPr>
            <p:cNvPr id="10" name="Diagonal Stripe 9"/>
            <p:cNvSpPr/>
            <p:nvPr userDrawn="1"/>
          </p:nvSpPr>
          <p:spPr>
            <a:xfrm flipH="1">
              <a:off x="10818629" y="59703"/>
              <a:ext cx="2022659" cy="1219200"/>
            </a:xfrm>
            <a:prstGeom prst="diagStripe">
              <a:avLst/>
            </a:prstGeom>
            <a:solidFill>
              <a:srgbClr val="FF00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994" b="1" dirty="0">
                <a:solidFill>
                  <a:srgbClr val="FFFFFF"/>
                </a:solidFill>
              </a:endParaRPr>
            </a:p>
          </p:txBody>
        </p:sp>
        <p:sp>
          <p:nvSpPr>
            <p:cNvPr id="12" name="TextBox 11"/>
            <p:cNvSpPr txBox="1"/>
            <p:nvPr userDrawn="1"/>
          </p:nvSpPr>
          <p:spPr>
            <a:xfrm rot="2278861">
              <a:off x="11436339" y="358454"/>
              <a:ext cx="1398206" cy="348850"/>
            </a:xfrm>
            <a:prstGeom prst="rect">
              <a:avLst/>
            </a:prstGeom>
            <a:noFill/>
          </p:spPr>
          <p:txBody>
            <a:bodyPr wrap="square" lIns="36000" tIns="36000" rIns="36000" bIns="36000" rtlCol="0">
              <a:spAutoFit/>
            </a:bodyPr>
            <a:lstStyle/>
            <a:p>
              <a:pPr algn="ctr"/>
              <a:r>
                <a:rPr lang="en-US" sz="2374" b="1" dirty="0">
                  <a:solidFill>
                    <a:srgbClr val="FFFFFF"/>
                  </a:solidFill>
                </a:rPr>
                <a:t>DRAFT</a:t>
              </a:r>
            </a:p>
          </p:txBody>
        </p:sp>
      </p:grpSp>
    </p:spTree>
    <p:extLst>
      <p:ext uri="{BB962C8B-B14F-4D97-AF65-F5344CB8AC3E}">
        <p14:creationId xmlns:p14="http://schemas.microsoft.com/office/powerpoint/2010/main" val="604149803"/>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4_Title Slide">
    <p:spTree>
      <p:nvGrpSpPr>
        <p:cNvPr id="1" name=""/>
        <p:cNvGrpSpPr/>
        <p:nvPr/>
      </p:nvGrpSpPr>
      <p:grpSpPr>
        <a:xfrm>
          <a:off x="0" y="0"/>
          <a:ext cx="0" cy="0"/>
          <a:chOff x="0" y="0"/>
          <a:chExt cx="0" cy="0"/>
        </a:xfrm>
      </p:grpSpPr>
      <p:sp>
        <p:nvSpPr>
          <p:cNvPr id="13" name="Rectangle 12"/>
          <p:cNvSpPr/>
          <p:nvPr/>
        </p:nvSpPr>
        <p:spPr>
          <a:xfrm>
            <a:off x="228600" y="314149"/>
            <a:ext cx="11734800" cy="5486400"/>
          </a:xfrm>
          <a:prstGeom prst="rect">
            <a:avLst/>
          </a:prstGeom>
          <a:solidFill>
            <a:srgbClr val="555555"/>
          </a:solidFill>
          <a:ln>
            <a:noFill/>
          </a:ln>
        </p:spPr>
        <p:style>
          <a:lnRef idx="2">
            <a:schemeClr val="accent1">
              <a:shade val="50000"/>
            </a:schemeClr>
          </a:lnRef>
          <a:fillRef idx="1">
            <a:schemeClr val="accent1"/>
          </a:fillRef>
          <a:effectRef idx="0">
            <a:schemeClr val="accent1"/>
          </a:effectRef>
          <a:fontRef idx="minor">
            <a:schemeClr val="lt1"/>
          </a:fontRef>
        </p:style>
        <p:txBody>
          <a:bodyPr lIns="86808" tIns="43404" rIns="86808" bIns="43404" rtlCol="0" anchor="ctr"/>
          <a:lstStyle/>
          <a:p>
            <a:pPr algn="ctr"/>
            <a:endParaRPr lang="en-US" sz="1804" dirty="0">
              <a:solidFill>
                <a:srgbClr val="DDDDDD"/>
              </a:solidFill>
            </a:endParaRPr>
          </a:p>
        </p:txBody>
      </p:sp>
      <p:sp>
        <p:nvSpPr>
          <p:cNvPr id="2" name="Title 1"/>
          <p:cNvSpPr>
            <a:spLocks noGrp="1"/>
          </p:cNvSpPr>
          <p:nvPr>
            <p:ph type="ctrTitle"/>
          </p:nvPr>
        </p:nvSpPr>
        <p:spPr>
          <a:xfrm>
            <a:off x="717714" y="1349481"/>
            <a:ext cx="11070000" cy="589709"/>
          </a:xfrm>
          <a:prstGeom prst="rect">
            <a:avLst/>
          </a:prstGeom>
        </p:spPr>
        <p:txBody>
          <a:bodyPr lIns="0" tIns="45716" rIns="0" bIns="45716" anchor="ctr" anchorCtr="0">
            <a:noAutofit/>
          </a:bodyPr>
          <a:lstStyle>
            <a:lvl1pPr>
              <a:defRPr sz="5412" b="1">
                <a:solidFill>
                  <a:srgbClr val="FFB81E"/>
                </a:solidFill>
                <a:latin typeface="Arial Black" panose="020B0A04020102020204" pitchFamily="34" charset="0"/>
              </a:defRPr>
            </a:lvl1pPr>
          </a:lstStyle>
          <a:p>
            <a:r>
              <a:rPr lang="en-US"/>
              <a:t>Click to edit Master title style</a:t>
            </a:r>
          </a:p>
        </p:txBody>
      </p:sp>
      <p:sp>
        <p:nvSpPr>
          <p:cNvPr id="3" name="Subtitle 2"/>
          <p:cNvSpPr>
            <a:spLocks noGrp="1"/>
          </p:cNvSpPr>
          <p:nvPr>
            <p:ph type="subTitle" idx="1"/>
          </p:nvPr>
        </p:nvSpPr>
        <p:spPr>
          <a:xfrm>
            <a:off x="717714" y="3167915"/>
            <a:ext cx="11070000" cy="539163"/>
          </a:xfrm>
          <a:prstGeom prst="rect">
            <a:avLst/>
          </a:prstGeom>
        </p:spPr>
        <p:txBody>
          <a:bodyPr lIns="0" tIns="45716" rIns="0" bIns="45716">
            <a:normAutofit/>
          </a:bodyPr>
          <a:lstStyle>
            <a:lvl1pPr marL="0" indent="0" algn="l">
              <a:buNone/>
              <a:defRPr sz="1994" b="1">
                <a:solidFill>
                  <a:schemeClr val="bg2"/>
                </a:solidFill>
              </a:defRPr>
            </a:lvl1pPr>
            <a:lvl2pPr marL="490531" indent="0" algn="ctr">
              <a:buNone/>
              <a:defRPr>
                <a:solidFill>
                  <a:schemeClr val="tx1">
                    <a:tint val="75000"/>
                  </a:schemeClr>
                </a:solidFill>
              </a:defRPr>
            </a:lvl2pPr>
            <a:lvl3pPr marL="981063" indent="0" algn="ctr">
              <a:buNone/>
              <a:defRPr>
                <a:solidFill>
                  <a:schemeClr val="tx1">
                    <a:tint val="75000"/>
                  </a:schemeClr>
                </a:solidFill>
              </a:defRPr>
            </a:lvl3pPr>
            <a:lvl4pPr marL="1471594" indent="0" algn="ctr">
              <a:buNone/>
              <a:defRPr>
                <a:solidFill>
                  <a:schemeClr val="tx1">
                    <a:tint val="75000"/>
                  </a:schemeClr>
                </a:solidFill>
              </a:defRPr>
            </a:lvl4pPr>
            <a:lvl5pPr marL="1962127" indent="0" algn="ctr">
              <a:buNone/>
              <a:defRPr>
                <a:solidFill>
                  <a:schemeClr val="tx1">
                    <a:tint val="75000"/>
                  </a:schemeClr>
                </a:solidFill>
              </a:defRPr>
            </a:lvl5pPr>
            <a:lvl6pPr marL="2452657" indent="0" algn="ctr">
              <a:buNone/>
              <a:defRPr>
                <a:solidFill>
                  <a:schemeClr val="tx1">
                    <a:tint val="75000"/>
                  </a:schemeClr>
                </a:solidFill>
              </a:defRPr>
            </a:lvl6pPr>
            <a:lvl7pPr marL="2943189" indent="0" algn="ctr">
              <a:buNone/>
              <a:defRPr>
                <a:solidFill>
                  <a:schemeClr val="tx1">
                    <a:tint val="75000"/>
                  </a:schemeClr>
                </a:solidFill>
              </a:defRPr>
            </a:lvl7pPr>
            <a:lvl8pPr marL="3433723" indent="0" algn="ctr">
              <a:buNone/>
              <a:defRPr>
                <a:solidFill>
                  <a:schemeClr val="tx1">
                    <a:tint val="75000"/>
                  </a:schemeClr>
                </a:solidFill>
              </a:defRPr>
            </a:lvl8pPr>
            <a:lvl9pPr marL="3924255" indent="0" algn="ctr">
              <a:buNone/>
              <a:defRPr>
                <a:solidFill>
                  <a:schemeClr val="tx1">
                    <a:tint val="75000"/>
                  </a:schemeClr>
                </a:solidFill>
              </a:defRPr>
            </a:lvl9pPr>
          </a:lstStyle>
          <a:p>
            <a:r>
              <a:rPr lang="en-US"/>
              <a:t>Click to edit Master subtitle style</a:t>
            </a:r>
          </a:p>
        </p:txBody>
      </p:sp>
      <p:cxnSp>
        <p:nvCxnSpPr>
          <p:cNvPr id="20" name="Straight Connector 19"/>
          <p:cNvCxnSpPr/>
          <p:nvPr/>
        </p:nvCxnSpPr>
        <p:spPr>
          <a:xfrm>
            <a:off x="717714" y="2744360"/>
            <a:ext cx="340084" cy="0"/>
          </a:xfrm>
          <a:prstGeom prst="line">
            <a:avLst/>
          </a:prstGeom>
          <a:ln w="28575">
            <a:solidFill>
              <a:schemeClr val="bg1"/>
            </a:solidFill>
          </a:ln>
        </p:spPr>
        <p:style>
          <a:lnRef idx="1">
            <a:schemeClr val="accent5"/>
          </a:lnRef>
          <a:fillRef idx="0">
            <a:schemeClr val="accent5"/>
          </a:fillRef>
          <a:effectRef idx="0">
            <a:schemeClr val="accent5"/>
          </a:effectRef>
          <a:fontRef idx="minor">
            <a:schemeClr val="tx1"/>
          </a:fontRef>
        </p:style>
      </p:cxnSp>
      <p:cxnSp>
        <p:nvCxnSpPr>
          <p:cNvPr id="21" name="Straight Connector 20"/>
          <p:cNvCxnSpPr/>
          <p:nvPr/>
        </p:nvCxnSpPr>
        <p:spPr>
          <a:xfrm>
            <a:off x="11607304" y="6003780"/>
            <a:ext cx="340084" cy="0"/>
          </a:xfrm>
          <a:prstGeom prst="line">
            <a:avLst/>
          </a:prstGeom>
          <a:ln w="28575">
            <a:solidFill>
              <a:srgbClr val="555555"/>
            </a:solidFill>
          </a:ln>
        </p:spPr>
        <p:style>
          <a:lnRef idx="1">
            <a:schemeClr val="accent5"/>
          </a:lnRef>
          <a:fillRef idx="0">
            <a:schemeClr val="accent5"/>
          </a:fillRef>
          <a:effectRef idx="0">
            <a:schemeClr val="accent5"/>
          </a:effectRef>
          <a:fontRef idx="minor">
            <a:schemeClr val="tx1"/>
          </a:fontRef>
        </p:style>
      </p:cxnSp>
      <p:pic>
        <p:nvPicPr>
          <p:cNvPr id="22" name="Picture 21"/>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142874" y="5813249"/>
            <a:ext cx="2767963" cy="966243"/>
          </a:xfrm>
          <a:prstGeom prst="rect">
            <a:avLst/>
          </a:prstGeom>
        </p:spPr>
      </p:pic>
      <p:sp>
        <p:nvSpPr>
          <p:cNvPr id="6" name="Text Placeholder 5"/>
          <p:cNvSpPr>
            <a:spLocks noGrp="1"/>
          </p:cNvSpPr>
          <p:nvPr>
            <p:ph type="body" sz="quarter" idx="10" hasCustomPrompt="1"/>
          </p:nvPr>
        </p:nvSpPr>
        <p:spPr>
          <a:xfrm>
            <a:off x="8304405" y="6207012"/>
            <a:ext cx="3642980" cy="538090"/>
          </a:xfrm>
          <a:prstGeom prst="rect">
            <a:avLst/>
          </a:prstGeom>
        </p:spPr>
        <p:txBody>
          <a:bodyPr lIns="91431" tIns="45716" rIns="91431" bIns="45716">
            <a:normAutofit/>
          </a:bodyPr>
          <a:lstStyle>
            <a:lvl2pPr marL="455487" indent="0" algn="r">
              <a:buFont typeface="Arial" panose="020B0604020202020204" pitchFamily="34" charset="0"/>
              <a:buNone/>
              <a:defRPr sz="1709" b="1"/>
            </a:lvl2pPr>
          </a:lstStyle>
          <a:p>
            <a:pPr lvl="1"/>
            <a:r>
              <a:rPr lang="en-US"/>
              <a:t>Click to edit Master</a:t>
            </a:r>
          </a:p>
        </p:txBody>
      </p:sp>
    </p:spTree>
    <p:extLst>
      <p:ext uri="{BB962C8B-B14F-4D97-AF65-F5344CB8AC3E}">
        <p14:creationId xmlns:p14="http://schemas.microsoft.com/office/powerpoint/2010/main" val="2411188030"/>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2" name="Title 1"/>
          <p:cNvSpPr>
            <a:spLocks noGrp="1"/>
          </p:cNvSpPr>
          <p:nvPr>
            <p:ph type="title"/>
          </p:nvPr>
        </p:nvSpPr>
        <p:spPr>
          <a:xfrm>
            <a:off x="224540" y="144758"/>
            <a:ext cx="11572805" cy="490715"/>
          </a:xfrm>
          <a:prstGeom prst="rect">
            <a:avLst/>
          </a:prstGeom>
        </p:spPr>
        <p:txBody>
          <a:bodyPr/>
          <a:lstStyle>
            <a:lvl1pPr>
              <a:defRPr sz="2658"/>
            </a:lvl1pPr>
          </a:lstStyle>
          <a:p>
            <a:r>
              <a:rPr lang="en-US"/>
              <a:t>Click to edit Master title style</a:t>
            </a:r>
            <a:endParaRPr lang="fr-FR"/>
          </a:p>
        </p:txBody>
      </p:sp>
      <p:sp>
        <p:nvSpPr>
          <p:cNvPr id="5" name="Text Placeholder 4"/>
          <p:cNvSpPr>
            <a:spLocks noGrp="1"/>
          </p:cNvSpPr>
          <p:nvPr>
            <p:ph type="body" sz="quarter" idx="10"/>
          </p:nvPr>
        </p:nvSpPr>
        <p:spPr>
          <a:xfrm>
            <a:off x="224540" y="635470"/>
            <a:ext cx="6936282" cy="366962"/>
          </a:xfrm>
          <a:prstGeom prst="rect">
            <a:avLst/>
          </a:prstGeom>
        </p:spPr>
        <p:txBody>
          <a:bodyPr lIns="0" tIns="45716" rIns="91431" bIns="45716">
            <a:normAutofit/>
          </a:bodyPr>
          <a:lstStyle>
            <a:lvl1pPr marL="0" indent="0">
              <a:buNone/>
              <a:defRPr sz="1709" b="1">
                <a:solidFill>
                  <a:schemeClr val="tx1"/>
                </a:solidFill>
              </a:defRPr>
            </a:lvl1pPr>
          </a:lstStyle>
          <a:p>
            <a:pPr lvl="0"/>
            <a:r>
              <a:rPr lang="en-US"/>
              <a:t>Edit Master text styles</a:t>
            </a:r>
          </a:p>
        </p:txBody>
      </p:sp>
      <p:grpSp>
        <p:nvGrpSpPr>
          <p:cNvPr id="4" name="Group 3"/>
          <p:cNvGrpSpPr/>
          <p:nvPr userDrawn="1"/>
        </p:nvGrpSpPr>
        <p:grpSpPr>
          <a:xfrm>
            <a:off x="10203280" y="2"/>
            <a:ext cx="1988720" cy="1530980"/>
            <a:chOff x="10818629" y="59703"/>
            <a:chExt cx="2022659" cy="1219200"/>
          </a:xfrm>
        </p:grpSpPr>
        <p:sp>
          <p:nvSpPr>
            <p:cNvPr id="6" name="Diagonal Stripe 5"/>
            <p:cNvSpPr/>
            <p:nvPr userDrawn="1"/>
          </p:nvSpPr>
          <p:spPr>
            <a:xfrm flipH="1">
              <a:off x="10818629" y="59703"/>
              <a:ext cx="2022659" cy="1219200"/>
            </a:xfrm>
            <a:prstGeom prst="diagStripe">
              <a:avLst/>
            </a:prstGeom>
            <a:solidFill>
              <a:srgbClr val="FF00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994" b="1" dirty="0">
                <a:solidFill>
                  <a:srgbClr val="FFFFFF"/>
                </a:solidFill>
              </a:endParaRPr>
            </a:p>
          </p:txBody>
        </p:sp>
        <p:sp>
          <p:nvSpPr>
            <p:cNvPr id="7" name="TextBox 6"/>
            <p:cNvSpPr txBox="1"/>
            <p:nvPr userDrawn="1"/>
          </p:nvSpPr>
          <p:spPr>
            <a:xfrm rot="2278861">
              <a:off x="11436339" y="358454"/>
              <a:ext cx="1398206" cy="348850"/>
            </a:xfrm>
            <a:prstGeom prst="rect">
              <a:avLst/>
            </a:prstGeom>
            <a:noFill/>
          </p:spPr>
          <p:txBody>
            <a:bodyPr wrap="square" lIns="36000" tIns="36000" rIns="36000" bIns="36000" rtlCol="0">
              <a:spAutoFit/>
            </a:bodyPr>
            <a:lstStyle/>
            <a:p>
              <a:pPr algn="ctr"/>
              <a:r>
                <a:rPr lang="en-US" sz="2374" b="1" dirty="0">
                  <a:solidFill>
                    <a:srgbClr val="FFFFFF"/>
                  </a:solidFill>
                </a:rPr>
                <a:t>DRAFT</a:t>
              </a:r>
            </a:p>
          </p:txBody>
        </p:sp>
      </p:grpSp>
    </p:spTree>
    <p:custDataLst>
      <p:tags r:id="rId1"/>
    </p:custDataLst>
    <p:extLst>
      <p:ext uri="{BB962C8B-B14F-4D97-AF65-F5344CB8AC3E}">
        <p14:creationId xmlns:p14="http://schemas.microsoft.com/office/powerpoint/2010/main" val="2720452076"/>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a:xfrm>
            <a:off x="224540" y="144761"/>
            <a:ext cx="11572805" cy="490715"/>
          </a:xfrm>
          <a:prstGeom prst="rect">
            <a:avLst/>
          </a:prstGeom>
        </p:spPr>
        <p:txBody>
          <a:bodyPr/>
          <a:lstStyle>
            <a:lvl1pPr>
              <a:defRPr sz="2659"/>
            </a:lvl1pPr>
          </a:lstStyle>
          <a:p>
            <a:r>
              <a:rPr lang="en-US"/>
              <a:t>Click to edit Master title style</a:t>
            </a:r>
            <a:endParaRPr lang="fr-FR"/>
          </a:p>
        </p:txBody>
      </p:sp>
      <p:sp>
        <p:nvSpPr>
          <p:cNvPr id="5" name="Text Placeholder 4"/>
          <p:cNvSpPr>
            <a:spLocks noGrp="1"/>
          </p:cNvSpPr>
          <p:nvPr>
            <p:ph type="body" sz="quarter" idx="10"/>
          </p:nvPr>
        </p:nvSpPr>
        <p:spPr>
          <a:xfrm>
            <a:off x="224545" y="635472"/>
            <a:ext cx="10497752" cy="366961"/>
          </a:xfrm>
          <a:prstGeom prst="rect">
            <a:avLst/>
          </a:prstGeom>
        </p:spPr>
        <p:txBody>
          <a:bodyPr lIns="0" tIns="45699" rIns="91398" bIns="45699">
            <a:normAutofit/>
          </a:bodyPr>
          <a:lstStyle>
            <a:lvl1pPr marL="0" indent="0">
              <a:buNone/>
              <a:defRPr sz="1709" b="1">
                <a:solidFill>
                  <a:schemeClr val="tx1"/>
                </a:solidFill>
              </a:defRPr>
            </a:lvl1pPr>
          </a:lstStyle>
          <a:p>
            <a:pPr lvl="0"/>
            <a:r>
              <a:rPr lang="en-US"/>
              <a:t>Edit Master text styles</a:t>
            </a:r>
          </a:p>
        </p:txBody>
      </p:sp>
    </p:spTree>
    <p:custDataLst>
      <p:tags r:id="rId1"/>
    </p:custDataLst>
    <p:extLst>
      <p:ext uri="{BB962C8B-B14F-4D97-AF65-F5344CB8AC3E}">
        <p14:creationId xmlns:p14="http://schemas.microsoft.com/office/powerpoint/2010/main" val="176914842"/>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Title and 2 Column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333318" y="2012508"/>
            <a:ext cx="4740706" cy="4152622"/>
          </a:xfrm>
        </p:spPr>
        <p:txBody>
          <a:bodyPr>
            <a:noAutofit/>
          </a:bodyPr>
          <a:lstStyle>
            <a:lvl1pPr>
              <a:lnSpc>
                <a:spcPts val="2400"/>
              </a:lnSpc>
              <a:defRPr sz="2200"/>
            </a:lvl1pPr>
            <a:lvl2pPr>
              <a:lnSpc>
                <a:spcPts val="2400"/>
              </a:lnSpc>
              <a:defRPr/>
            </a:lvl2pPr>
            <a:lvl3pPr>
              <a:lnSpc>
                <a:spcPts val="2400"/>
              </a:lnSpc>
              <a:defRPr/>
            </a:lvl3pPr>
            <a:lvl4pPr>
              <a:lnSpc>
                <a:spcPts val="2400"/>
              </a:lnSpc>
              <a:defRPr/>
            </a:lvl4pPr>
            <a:lvl5pPr>
              <a:lnSpc>
                <a:spcPts val="2400"/>
              </a:lnSpc>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2"/>
          <p:cNvSpPr>
            <a:spLocks noGrp="1"/>
          </p:cNvSpPr>
          <p:nvPr>
            <p:ph idx="13"/>
          </p:nvPr>
        </p:nvSpPr>
        <p:spPr>
          <a:xfrm>
            <a:off x="5437095" y="2012514"/>
            <a:ext cx="4740706" cy="4162049"/>
          </a:xfrm>
        </p:spPr>
        <p:txBody>
          <a:bodyPr>
            <a:noAutofit/>
          </a:bodyPr>
          <a:lstStyle>
            <a:lvl1pPr>
              <a:lnSpc>
                <a:spcPts val="2400"/>
              </a:lnSpc>
              <a:defRPr sz="2200"/>
            </a:lvl1pPr>
            <a:lvl2pPr>
              <a:lnSpc>
                <a:spcPts val="2400"/>
              </a:lnSpc>
              <a:defRPr/>
            </a:lvl2pPr>
            <a:lvl3pPr>
              <a:lnSpc>
                <a:spcPts val="2400"/>
              </a:lnSpc>
              <a:defRPr/>
            </a:lvl3pPr>
            <a:lvl4pPr>
              <a:lnSpc>
                <a:spcPts val="2400"/>
              </a:lnSpc>
              <a:defRPr/>
            </a:lvl4pPr>
            <a:lvl5pPr>
              <a:lnSpc>
                <a:spcPts val="2400"/>
              </a:lnSpc>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5"/>
          <p:cNvSpPr>
            <a:spLocks noGrp="1"/>
          </p:cNvSpPr>
          <p:nvPr>
            <p:ph type="body" sz="quarter" idx="17"/>
          </p:nvPr>
        </p:nvSpPr>
        <p:spPr>
          <a:xfrm>
            <a:off x="5422900" y="1593383"/>
            <a:ext cx="4743450" cy="430887"/>
          </a:xfrm>
        </p:spPr>
        <p:txBody>
          <a:bodyPr anchor="ctr" anchorCtr="0">
            <a:noAutofit/>
          </a:bodyPr>
          <a:lstStyle>
            <a:lvl1pPr marL="0" indent="0">
              <a:lnSpc>
                <a:spcPct val="100000"/>
              </a:lnSpc>
              <a:buNone/>
              <a:defRPr sz="2200" b="1"/>
            </a:lvl1pPr>
            <a:lvl2pPr marL="456864" indent="0">
              <a:buNone/>
              <a:defRPr/>
            </a:lvl2pPr>
            <a:lvl3pPr marL="913728" indent="0">
              <a:buNone/>
              <a:defRPr/>
            </a:lvl3pPr>
            <a:lvl4pPr marL="1370592" indent="0">
              <a:buNone/>
              <a:defRPr/>
            </a:lvl4pPr>
            <a:lvl5pPr marL="1827456" indent="0">
              <a:buNone/>
              <a:defRPr/>
            </a:lvl5pPr>
          </a:lstStyle>
          <a:p>
            <a:pPr lvl="0"/>
            <a:r>
              <a:rPr lang="en-US"/>
              <a:t>Edit Master text styles</a:t>
            </a:r>
          </a:p>
        </p:txBody>
      </p:sp>
      <p:sp>
        <p:nvSpPr>
          <p:cNvPr id="17" name="Text Placeholder 15"/>
          <p:cNvSpPr>
            <a:spLocks noGrp="1"/>
          </p:cNvSpPr>
          <p:nvPr>
            <p:ph type="body" sz="quarter" idx="18"/>
          </p:nvPr>
        </p:nvSpPr>
        <p:spPr>
          <a:xfrm>
            <a:off x="321982" y="1593383"/>
            <a:ext cx="4743450" cy="430887"/>
          </a:xfrm>
        </p:spPr>
        <p:txBody>
          <a:bodyPr anchor="ctr" anchorCtr="0">
            <a:noAutofit/>
          </a:bodyPr>
          <a:lstStyle>
            <a:lvl1pPr marL="0" indent="0">
              <a:lnSpc>
                <a:spcPct val="100000"/>
              </a:lnSpc>
              <a:buNone/>
              <a:defRPr sz="2200" b="1"/>
            </a:lvl1pPr>
            <a:lvl2pPr marL="456864" indent="0">
              <a:buNone/>
              <a:defRPr/>
            </a:lvl2pPr>
            <a:lvl3pPr marL="913728" indent="0">
              <a:buNone/>
              <a:defRPr/>
            </a:lvl3pPr>
            <a:lvl4pPr marL="1370592" indent="0">
              <a:buNone/>
              <a:defRPr/>
            </a:lvl4pPr>
            <a:lvl5pPr marL="1827456" indent="0">
              <a:buNone/>
              <a:defRPr/>
            </a:lvl5pPr>
          </a:lstStyle>
          <a:p>
            <a:pPr lvl="0"/>
            <a:r>
              <a:rPr lang="en-US"/>
              <a:t>Edit Master text styles</a:t>
            </a:r>
          </a:p>
        </p:txBody>
      </p:sp>
      <p:sp>
        <p:nvSpPr>
          <p:cNvPr id="12" name="Title 1">
            <a:extLst>
              <a:ext uri="{FF2B5EF4-FFF2-40B4-BE49-F238E27FC236}">
                <a16:creationId xmlns:a16="http://schemas.microsoft.com/office/drawing/2014/main" id="{64B99D11-C1F8-4504-B21A-E93C98DCA52D}"/>
              </a:ext>
            </a:extLst>
          </p:cNvPr>
          <p:cNvSpPr>
            <a:spLocks noGrp="1"/>
          </p:cNvSpPr>
          <p:nvPr>
            <p:ph type="title"/>
          </p:nvPr>
        </p:nvSpPr>
        <p:spPr>
          <a:xfrm>
            <a:off x="310091" y="211300"/>
            <a:ext cx="8898696" cy="546305"/>
          </a:xfrm>
          <a:prstGeom prst="rect">
            <a:avLst/>
          </a:prstGeom>
        </p:spPr>
        <p:txBody>
          <a:bodyPr/>
          <a:lstStyle/>
          <a:p>
            <a:r>
              <a:rPr lang="en-US"/>
              <a:t>Click to edit Master title style</a:t>
            </a:r>
          </a:p>
        </p:txBody>
      </p:sp>
      <p:sp>
        <p:nvSpPr>
          <p:cNvPr id="13" name="Text Placeholder 6">
            <a:extLst>
              <a:ext uri="{FF2B5EF4-FFF2-40B4-BE49-F238E27FC236}">
                <a16:creationId xmlns:a16="http://schemas.microsoft.com/office/drawing/2014/main" id="{C4D467EF-5062-4790-92FC-F5431C4D0624}"/>
              </a:ext>
            </a:extLst>
          </p:cNvPr>
          <p:cNvSpPr>
            <a:spLocks noGrp="1"/>
          </p:cNvSpPr>
          <p:nvPr>
            <p:ph type="body" sz="quarter" idx="33"/>
          </p:nvPr>
        </p:nvSpPr>
        <p:spPr>
          <a:xfrm>
            <a:off x="321740" y="753916"/>
            <a:ext cx="8887047" cy="613830"/>
          </a:xfrm>
        </p:spPr>
        <p:txBody>
          <a:bodyPr tIns="0">
            <a:noAutofit/>
          </a:bodyPr>
          <a:lstStyle>
            <a:lvl1pPr marL="0" indent="0">
              <a:lnSpc>
                <a:spcPts val="2200"/>
              </a:lnSpc>
              <a:spcBef>
                <a:spcPts val="0"/>
              </a:spcBef>
              <a:buNone/>
              <a:defRPr b="1"/>
            </a:lvl1pPr>
          </a:lstStyle>
          <a:p>
            <a:pPr lvl="0"/>
            <a:r>
              <a:rPr lang="en-US"/>
              <a:t>Edit Master text styles</a:t>
            </a:r>
          </a:p>
        </p:txBody>
      </p:sp>
      <p:sp>
        <p:nvSpPr>
          <p:cNvPr id="14" name="Slide Number Placeholder 15">
            <a:extLst>
              <a:ext uri="{FF2B5EF4-FFF2-40B4-BE49-F238E27FC236}">
                <a16:creationId xmlns:a16="http://schemas.microsoft.com/office/drawing/2014/main" id="{7D524373-82ED-43FE-8804-FFB8713D3C83}"/>
              </a:ext>
            </a:extLst>
          </p:cNvPr>
          <p:cNvSpPr>
            <a:spLocks noGrp="1"/>
          </p:cNvSpPr>
          <p:nvPr>
            <p:ph type="sldNum" sz="quarter" idx="4"/>
          </p:nvPr>
        </p:nvSpPr>
        <p:spPr>
          <a:xfrm>
            <a:off x="9264352" y="6324184"/>
            <a:ext cx="2743200" cy="365125"/>
          </a:xfrm>
          <a:prstGeom prst="rect">
            <a:avLst/>
          </a:prstGeom>
        </p:spPr>
        <p:txBody>
          <a:bodyPr vert="horz" lIns="91372" tIns="45687" rIns="91372" bIns="45687" rtlCol="0" anchor="ctr"/>
          <a:lstStyle>
            <a:lvl1pPr algn="r">
              <a:defRPr sz="1000">
                <a:solidFill>
                  <a:schemeClr val="tx1"/>
                </a:solidFill>
              </a:defRPr>
            </a:lvl1pPr>
          </a:lstStyle>
          <a:p>
            <a:fld id="{50A71C89-2D7F-4DE3-B686-B567B7CE4AF9}" type="slidenum">
              <a:rPr lang="en-US" b="1" smtClean="0"/>
              <a:pPr/>
              <a:t>‹#›</a:t>
            </a:fld>
            <a:endParaRPr lang="en-US" b="1" dirty="0"/>
          </a:p>
        </p:txBody>
      </p:sp>
    </p:spTree>
    <p:extLst>
      <p:ext uri="{BB962C8B-B14F-4D97-AF65-F5344CB8AC3E}">
        <p14:creationId xmlns:p14="http://schemas.microsoft.com/office/powerpoint/2010/main" val="2460712859"/>
      </p:ext>
    </p:extLst>
  </p:cSld>
  <p:clrMapOvr>
    <a:masterClrMapping/>
  </p:clrMapOvr>
  <p:transition>
    <p:fade/>
  </p:transition>
  <p:extLst>
    <p:ext uri="{DCECCB84-F9BA-43D5-87BE-67443E8EF086}">
      <p15:sldGuideLst xmlns:p15="http://schemas.microsoft.com/office/powerpoint/2012/main">
        <p15:guide id="1" orient="horz" pos="456">
          <p15:clr>
            <a:srgbClr val="FBAE40"/>
          </p15:clr>
        </p15:guide>
        <p15:guide id="2" pos="3480">
          <p15:clr>
            <a:srgbClr val="FBAE40"/>
          </p15:clr>
        </p15:guide>
        <p15:guide id="3" orient="horz" pos="1200">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10091" y="211300"/>
            <a:ext cx="8898696" cy="546305"/>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333320" y="1618060"/>
            <a:ext cx="10515600" cy="414889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6"/>
          <p:cNvSpPr>
            <a:spLocks noGrp="1"/>
          </p:cNvSpPr>
          <p:nvPr>
            <p:ph type="body" sz="quarter" idx="33"/>
          </p:nvPr>
        </p:nvSpPr>
        <p:spPr>
          <a:xfrm>
            <a:off x="321740" y="753916"/>
            <a:ext cx="8887047" cy="613830"/>
          </a:xfrm>
        </p:spPr>
        <p:txBody>
          <a:bodyPr tIns="0">
            <a:noAutofit/>
          </a:bodyPr>
          <a:lstStyle>
            <a:lvl1pPr marL="0" indent="0">
              <a:lnSpc>
                <a:spcPts val="2200"/>
              </a:lnSpc>
              <a:spcBef>
                <a:spcPts val="0"/>
              </a:spcBef>
              <a:buNone/>
              <a:defRPr sz="2000" b="1"/>
            </a:lvl1pPr>
          </a:lstStyle>
          <a:p>
            <a:pPr lvl="0"/>
            <a:r>
              <a:rPr lang="en-US"/>
              <a:t>Edit Master text styles</a:t>
            </a:r>
          </a:p>
        </p:txBody>
      </p:sp>
      <p:sp>
        <p:nvSpPr>
          <p:cNvPr id="7" name="Slide Number Placeholder 15"/>
          <p:cNvSpPr>
            <a:spLocks noGrp="1"/>
          </p:cNvSpPr>
          <p:nvPr>
            <p:ph type="sldNum" sz="quarter" idx="4"/>
          </p:nvPr>
        </p:nvSpPr>
        <p:spPr>
          <a:xfrm>
            <a:off x="9264352" y="6324184"/>
            <a:ext cx="2743200" cy="365125"/>
          </a:xfrm>
          <a:prstGeom prst="rect">
            <a:avLst/>
          </a:prstGeom>
        </p:spPr>
        <p:txBody>
          <a:bodyPr vert="horz" lIns="91372" tIns="45687" rIns="91372" bIns="45687" rtlCol="0" anchor="ctr"/>
          <a:lstStyle>
            <a:lvl1pPr algn="r">
              <a:defRPr sz="1000">
                <a:solidFill>
                  <a:schemeClr val="tx1"/>
                </a:solidFill>
              </a:defRPr>
            </a:lvl1pPr>
          </a:lstStyle>
          <a:p>
            <a:fld id="{50A71C89-2D7F-4DE3-B686-B567B7CE4AF9}" type="slidenum">
              <a:rPr lang="en-US" b="1" smtClean="0"/>
              <a:pPr/>
              <a:t>‹#›</a:t>
            </a:fld>
            <a:endParaRPr lang="en-US" b="1" dirty="0"/>
          </a:p>
        </p:txBody>
      </p:sp>
    </p:spTree>
    <p:extLst>
      <p:ext uri="{BB962C8B-B14F-4D97-AF65-F5344CB8AC3E}">
        <p14:creationId xmlns:p14="http://schemas.microsoft.com/office/powerpoint/2010/main" val="2584445892"/>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orient="horz" pos="672">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Course Title">
    <p:bg>
      <p:bgPr>
        <a:solidFill>
          <a:schemeClr val="tx1"/>
        </a:solidFill>
        <a:effectLst/>
      </p:bgPr>
    </p:bg>
    <p:spTree>
      <p:nvGrpSpPr>
        <p:cNvPr id="1" name=""/>
        <p:cNvGrpSpPr/>
        <p:nvPr/>
      </p:nvGrpSpPr>
      <p:grpSpPr>
        <a:xfrm>
          <a:off x="0" y="0"/>
          <a:ext cx="0" cy="0"/>
          <a:chOff x="0" y="0"/>
          <a:chExt cx="0" cy="0"/>
        </a:xfrm>
      </p:grpSpPr>
      <p:pic>
        <p:nvPicPr>
          <p:cNvPr id="1026" name="Picture 2" descr="Group of diverse people having a business meeting Free Photo">
            <a:extLst>
              <a:ext uri="{FF2B5EF4-FFF2-40B4-BE49-F238E27FC236}">
                <a16:creationId xmlns:a16="http://schemas.microsoft.com/office/drawing/2014/main" id="{9408313E-3B22-4D5E-81B6-BC8FF72D0566}"/>
              </a:ext>
            </a:extLst>
          </p:cNvPr>
          <p:cNvPicPr preferRelativeResize="0">
            <a:picLocks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88952"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Parallelogram 2">
            <a:extLst>
              <a:ext uri="{FF2B5EF4-FFF2-40B4-BE49-F238E27FC236}">
                <a16:creationId xmlns:a16="http://schemas.microsoft.com/office/drawing/2014/main" id="{F298E506-1B5C-4C78-B2BD-BF9668D49515}"/>
              </a:ext>
            </a:extLst>
          </p:cNvPr>
          <p:cNvSpPr/>
          <p:nvPr userDrawn="1"/>
        </p:nvSpPr>
        <p:spPr bwMode="auto">
          <a:xfrm>
            <a:off x="0" y="0"/>
            <a:ext cx="12188952" cy="6858000"/>
          </a:xfrm>
          <a:prstGeom prst="parallelogram">
            <a:avLst>
              <a:gd name="adj" fmla="val 0"/>
            </a:avLst>
          </a:prstGeom>
          <a:solidFill>
            <a:schemeClr val="tx2">
              <a:alpha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15" name="Rectangle 14">
            <a:extLst>
              <a:ext uri="{FF2B5EF4-FFF2-40B4-BE49-F238E27FC236}">
                <a16:creationId xmlns:a16="http://schemas.microsoft.com/office/drawing/2014/main" id="{4F038713-141C-4538-AC0C-CF912C076D97}"/>
              </a:ext>
            </a:extLst>
          </p:cNvPr>
          <p:cNvSpPr/>
          <p:nvPr userDrawn="1"/>
        </p:nvSpPr>
        <p:spPr bwMode="auto">
          <a:xfrm>
            <a:off x="0" y="2357322"/>
            <a:ext cx="12188952" cy="2143356"/>
          </a:xfrm>
          <a:prstGeom prst="rect">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4" name="Isosceles Triangle 3">
            <a:extLst>
              <a:ext uri="{FF2B5EF4-FFF2-40B4-BE49-F238E27FC236}">
                <a16:creationId xmlns:a16="http://schemas.microsoft.com/office/drawing/2014/main" id="{51A9DFB7-E228-40B7-9937-AEE5A9DB850E}"/>
              </a:ext>
            </a:extLst>
          </p:cNvPr>
          <p:cNvSpPr/>
          <p:nvPr userDrawn="1"/>
        </p:nvSpPr>
        <p:spPr bwMode="auto">
          <a:xfrm rot="5400000">
            <a:off x="-431598" y="2788920"/>
            <a:ext cx="2143356" cy="1280160"/>
          </a:xfrm>
          <a:prstGeom prst="triangl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18" name="Isosceles Triangle 17">
            <a:extLst>
              <a:ext uri="{FF2B5EF4-FFF2-40B4-BE49-F238E27FC236}">
                <a16:creationId xmlns:a16="http://schemas.microsoft.com/office/drawing/2014/main" id="{B13AF14E-AD18-4C83-8E73-F953E1FD6E2F}"/>
              </a:ext>
            </a:extLst>
          </p:cNvPr>
          <p:cNvSpPr/>
          <p:nvPr userDrawn="1"/>
        </p:nvSpPr>
        <p:spPr bwMode="auto">
          <a:xfrm rot="16200000" flipH="1">
            <a:off x="10480242" y="2788920"/>
            <a:ext cx="2143356" cy="1280160"/>
          </a:xfrm>
          <a:prstGeom prst="triangl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6" name="Title 1">
            <a:extLst>
              <a:ext uri="{FF2B5EF4-FFF2-40B4-BE49-F238E27FC236}">
                <a16:creationId xmlns:a16="http://schemas.microsoft.com/office/drawing/2014/main" id="{CE63B271-A58B-4A22-9939-C48CE3A3301A}"/>
              </a:ext>
            </a:extLst>
          </p:cNvPr>
          <p:cNvSpPr>
            <a:spLocks noGrp="1"/>
          </p:cNvSpPr>
          <p:nvPr userDrawn="1">
            <p:ph type="title" hasCustomPrompt="1"/>
          </p:nvPr>
        </p:nvSpPr>
        <p:spPr bwMode="ltGray">
          <a:xfrm>
            <a:off x="1488895" y="2426656"/>
            <a:ext cx="9211163" cy="2004688"/>
          </a:xfrm>
          <a:prstGeom prst="rect">
            <a:avLst/>
          </a:prstGeom>
          <a:noFill/>
        </p:spPr>
        <p:txBody>
          <a:bodyPr lIns="91440" tIns="91440" rIns="91440" bIns="91440" anchor="ctr" anchorCtr="0">
            <a:noAutofit/>
          </a:bodyPr>
          <a:lstStyle>
            <a:lvl1pPr algn="ctr">
              <a:defRPr sz="4800" spc="-98" baseline="0">
                <a:solidFill>
                  <a:schemeClr val="bg1"/>
                </a:solidFill>
                <a:latin typeface="Arial" panose="020B0604020202020204" pitchFamily="34" charset="0"/>
                <a:cs typeface="Arial" panose="020B0604020202020204" pitchFamily="34" charset="0"/>
              </a:defRPr>
            </a:lvl1pPr>
          </a:lstStyle>
          <a:p>
            <a:r>
              <a:rPr lang="en-US"/>
              <a:t>Course Name</a:t>
            </a:r>
          </a:p>
        </p:txBody>
      </p:sp>
      <p:sp>
        <p:nvSpPr>
          <p:cNvPr id="20" name="Isosceles Triangle 19">
            <a:extLst>
              <a:ext uri="{FF2B5EF4-FFF2-40B4-BE49-F238E27FC236}">
                <a16:creationId xmlns:a16="http://schemas.microsoft.com/office/drawing/2014/main" id="{A97C88E9-1674-4EAA-9753-0950BF63CF44}"/>
              </a:ext>
            </a:extLst>
          </p:cNvPr>
          <p:cNvSpPr/>
          <p:nvPr userDrawn="1"/>
        </p:nvSpPr>
        <p:spPr bwMode="auto">
          <a:xfrm rot="5400000">
            <a:off x="774072" y="3268252"/>
            <a:ext cx="538278" cy="321497"/>
          </a:xfrm>
          <a:prstGeom prst="triangl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23" name="Isosceles Triangle 22">
            <a:extLst>
              <a:ext uri="{FF2B5EF4-FFF2-40B4-BE49-F238E27FC236}">
                <a16:creationId xmlns:a16="http://schemas.microsoft.com/office/drawing/2014/main" id="{33C23EAB-927A-4CFC-B82D-00A51C05C0B1}"/>
              </a:ext>
            </a:extLst>
          </p:cNvPr>
          <p:cNvSpPr/>
          <p:nvPr userDrawn="1"/>
        </p:nvSpPr>
        <p:spPr bwMode="auto">
          <a:xfrm rot="16200000" flipH="1">
            <a:off x="10879650" y="3268252"/>
            <a:ext cx="538278" cy="321497"/>
          </a:xfrm>
          <a:prstGeom prst="triangl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26" name="Picture 25" descr="A picture containing drawing&#10;&#10;Description automatically generated">
            <a:extLst>
              <a:ext uri="{FF2B5EF4-FFF2-40B4-BE49-F238E27FC236}">
                <a16:creationId xmlns:a16="http://schemas.microsoft.com/office/drawing/2014/main" id="{AE2E4E43-00C8-4264-8A46-C7C6CA8A6554}"/>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b="22729"/>
          <a:stretch/>
        </p:blipFill>
        <p:spPr>
          <a:xfrm>
            <a:off x="4818356" y="1602047"/>
            <a:ext cx="2555289" cy="581862"/>
          </a:xfrm>
          <a:prstGeom prst="rect">
            <a:avLst/>
          </a:prstGeom>
        </p:spPr>
      </p:pic>
    </p:spTree>
    <p:extLst>
      <p:ext uri="{BB962C8B-B14F-4D97-AF65-F5344CB8AC3E}">
        <p14:creationId xmlns:p14="http://schemas.microsoft.com/office/powerpoint/2010/main" val="108233969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pic>
        <p:nvPicPr>
          <p:cNvPr id="42" name="Picture 41" descr="A group of clouds in the sky at sunset&#10;&#10;Description automatically generated">
            <a:extLst>
              <a:ext uri="{FF2B5EF4-FFF2-40B4-BE49-F238E27FC236}">
                <a16:creationId xmlns:a16="http://schemas.microsoft.com/office/drawing/2014/main" id="{98D825B7-F422-4513-866B-D235AE9FF639}"/>
              </a:ext>
            </a:extLst>
          </p:cNvPr>
          <p:cNvPicPr preferRelativeResize="0">
            <a:picLocks/>
          </p:cNvPicPr>
          <p:nvPr userDrawn="1"/>
        </p:nvPicPr>
        <p:blipFill rotWithShape="1">
          <a:blip r:embed="rId2">
            <a:extLst>
              <a:ext uri="{28A0092B-C50C-407E-A947-70E740481C1C}">
                <a14:useLocalDpi xmlns:a14="http://schemas.microsoft.com/office/drawing/2010/main" val="0"/>
              </a:ext>
            </a:extLst>
          </a:blip>
          <a:srcRect t="15157" b="12207"/>
          <a:stretch/>
        </p:blipFill>
        <p:spPr>
          <a:xfrm>
            <a:off x="1524" y="877824"/>
            <a:ext cx="12188952" cy="5980176"/>
          </a:xfrm>
          <a:prstGeom prst="rect">
            <a:avLst/>
          </a:prstGeom>
        </p:spPr>
      </p:pic>
      <p:sp>
        <p:nvSpPr>
          <p:cNvPr id="14" name="Parallelogram 13">
            <a:extLst>
              <a:ext uri="{FF2B5EF4-FFF2-40B4-BE49-F238E27FC236}">
                <a16:creationId xmlns:a16="http://schemas.microsoft.com/office/drawing/2014/main" id="{1A6130F7-3C79-4D0A-B82C-4BB4DED31720}"/>
              </a:ext>
            </a:extLst>
          </p:cNvPr>
          <p:cNvSpPr/>
          <p:nvPr userDrawn="1"/>
        </p:nvSpPr>
        <p:spPr bwMode="auto">
          <a:xfrm>
            <a:off x="0" y="875392"/>
            <a:ext cx="12188952" cy="5982607"/>
          </a:xfrm>
          <a:prstGeom prst="parallelogram">
            <a:avLst>
              <a:gd name="adj" fmla="val 0"/>
            </a:avLst>
          </a:prstGeom>
          <a:solidFill>
            <a:schemeClr val="bg2">
              <a:alpha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9" name="Rectangle 8">
            <a:extLst>
              <a:ext uri="{FF2B5EF4-FFF2-40B4-BE49-F238E27FC236}">
                <a16:creationId xmlns:a16="http://schemas.microsoft.com/office/drawing/2014/main" id="{A1262DB9-DA84-4E51-88AF-26B6AE176E59}"/>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6" name="Title 5"/>
          <p:cNvSpPr>
            <a:spLocks noGrp="1"/>
          </p:cNvSpPr>
          <p:nvPr>
            <p:ph type="title"/>
          </p:nvPr>
        </p:nvSpPr>
        <p:spPr>
          <a:xfrm>
            <a:off x="384048" y="137160"/>
            <a:ext cx="10009632" cy="576072"/>
          </a:xfrm>
          <a:prstGeom prst="rect">
            <a:avLst/>
          </a:prstGeom>
        </p:spPr>
        <p:txBody>
          <a:bodyPr lIns="0" tIns="0" rIns="0" bIns="0" anchor="ctr" anchorCtr="0">
            <a:normAutofit/>
          </a:bodyPr>
          <a:lstStyle>
            <a:lvl1pPr>
              <a:defRPr sz="2800">
                <a:solidFill>
                  <a:schemeClr val="bg2"/>
                </a:solidFill>
                <a:latin typeface="Arial" panose="020B0604020202020204" pitchFamily="34" charset="0"/>
                <a:cs typeface="Arial" panose="020B0604020202020204" pitchFamily="34" charset="0"/>
              </a:defRPr>
            </a:lvl1pPr>
          </a:lstStyle>
          <a:p>
            <a:r>
              <a:rPr lang="en-US"/>
              <a:t>Click to edit Master title style</a:t>
            </a:r>
          </a:p>
        </p:txBody>
      </p:sp>
      <p:sp>
        <p:nvSpPr>
          <p:cNvPr id="13" name="Rectangle 12">
            <a:extLst>
              <a:ext uri="{FF2B5EF4-FFF2-40B4-BE49-F238E27FC236}">
                <a16:creationId xmlns:a16="http://schemas.microsoft.com/office/drawing/2014/main" id="{6C2780E0-EB76-45EB-BBE8-3B68BBA07509}"/>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ight Triangle 14">
            <a:extLst>
              <a:ext uri="{FF2B5EF4-FFF2-40B4-BE49-F238E27FC236}">
                <a16:creationId xmlns:a16="http://schemas.microsoft.com/office/drawing/2014/main" id="{904757D4-488D-4F9E-BCD8-743916D67605}"/>
              </a:ext>
            </a:extLst>
          </p:cNvPr>
          <p:cNvSpPr/>
          <p:nvPr userDrawn="1"/>
        </p:nvSpPr>
        <p:spPr bwMode="auto">
          <a:xfrm flipV="1">
            <a:off x="0" y="875392"/>
            <a:ext cx="1966539" cy="1966539"/>
          </a:xfrm>
          <a:prstGeom prst="rtTriangl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16" name="Rectangle 15">
            <a:extLst>
              <a:ext uri="{FF2B5EF4-FFF2-40B4-BE49-F238E27FC236}">
                <a16:creationId xmlns:a16="http://schemas.microsoft.com/office/drawing/2014/main" id="{A6341799-B642-43B9-80FB-F7F5B39DDDB9}"/>
              </a:ext>
            </a:extLst>
          </p:cNvPr>
          <p:cNvSpPr/>
          <p:nvPr userDrawn="1"/>
        </p:nvSpPr>
        <p:spPr bwMode="auto">
          <a:xfrm>
            <a:off x="2720340" y="937549"/>
            <a:ext cx="6751320" cy="5833641"/>
          </a:xfrm>
          <a:prstGeom prst="rect">
            <a:avLst/>
          </a:prstGeom>
          <a:solidFill>
            <a:schemeClr val="tx1">
              <a:alpha val="6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40" name="Right Triangle 39">
            <a:extLst>
              <a:ext uri="{FF2B5EF4-FFF2-40B4-BE49-F238E27FC236}">
                <a16:creationId xmlns:a16="http://schemas.microsoft.com/office/drawing/2014/main" id="{CA355A64-3F45-4112-ADC1-D3A919D060BE}"/>
              </a:ext>
            </a:extLst>
          </p:cNvPr>
          <p:cNvSpPr/>
          <p:nvPr userDrawn="1"/>
        </p:nvSpPr>
        <p:spPr bwMode="auto">
          <a:xfrm flipH="1">
            <a:off x="10225461" y="4891461"/>
            <a:ext cx="1966539" cy="1966539"/>
          </a:xfrm>
          <a:prstGeom prst="rtTriangl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49" name="Picture 48" descr="A picture containing clock, drawing, meter&#10;&#10;Description automatically generated">
            <a:extLst>
              <a:ext uri="{FF2B5EF4-FFF2-40B4-BE49-F238E27FC236}">
                <a16:creationId xmlns:a16="http://schemas.microsoft.com/office/drawing/2014/main" id="{08359939-7147-4454-A088-FC31F65D6FA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Tree>
    <p:extLst>
      <p:ext uri="{BB962C8B-B14F-4D97-AF65-F5344CB8AC3E}">
        <p14:creationId xmlns:p14="http://schemas.microsoft.com/office/powerpoint/2010/main" val="2635218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Objectives">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C72F26E-1370-4B27-95EB-A69A27558B13}"/>
              </a:ext>
            </a:extLst>
          </p:cNvPr>
          <p:cNvSpPr/>
          <p:nvPr userDrawn="1"/>
        </p:nvSpPr>
        <p:spPr bwMode="auto">
          <a:xfrm flipH="1">
            <a:off x="4056433" y="880366"/>
            <a:ext cx="8132517" cy="5982607"/>
          </a:xfrm>
          <a:prstGeom prst="rect">
            <a:avLst/>
          </a:prstGeom>
          <a:gradFill>
            <a:gsLst>
              <a:gs pos="44000">
                <a:schemeClr val="accent1">
                  <a:lumMod val="5000"/>
                  <a:lumOff val="95000"/>
                </a:schemeClr>
              </a:gs>
              <a:gs pos="86000">
                <a:schemeClr val="bg1">
                  <a:alpha val="0"/>
                </a:schemeClr>
              </a:gs>
            </a:gsLst>
            <a:lin ang="10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18" name="Rectangle 17">
            <a:extLst>
              <a:ext uri="{FF2B5EF4-FFF2-40B4-BE49-F238E27FC236}">
                <a16:creationId xmlns:a16="http://schemas.microsoft.com/office/drawing/2014/main" id="{3874A217-532C-4C55-A769-E41DB0AB8D75}"/>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Arial" panose="020B0604020202020204" pitchFamily="34" charset="0"/>
              <a:ea typeface="Segoe UI" pitchFamily="34" charset="0"/>
              <a:cs typeface="Arial" panose="020B0604020202020204" pitchFamily="34" charset="0"/>
            </a:endParaRPr>
          </a:p>
        </p:txBody>
      </p:sp>
      <p:sp>
        <p:nvSpPr>
          <p:cNvPr id="2" name="Rectangle 1">
            <a:extLst>
              <a:ext uri="{FF2B5EF4-FFF2-40B4-BE49-F238E27FC236}">
                <a16:creationId xmlns:a16="http://schemas.microsoft.com/office/drawing/2014/main" id="{BB8FDEF3-823D-41E2-8BD8-CBC964FB65D0}"/>
              </a:ext>
            </a:extLst>
          </p:cNvPr>
          <p:cNvSpPr/>
          <p:nvPr userDrawn="1"/>
        </p:nvSpPr>
        <p:spPr bwMode="auto">
          <a:xfrm flipV="1">
            <a:off x="380998" y="1445973"/>
            <a:ext cx="5459965" cy="45720"/>
          </a:xfrm>
          <a:prstGeom prst="rect">
            <a:avLst/>
          </a:prstGeom>
          <a:solidFill>
            <a:srgbClr val="FFB81C"/>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17" name="Picture 16" descr="A picture containing dart, missile, pinwheel, bicycle&#10;&#10;Description automatically generated">
            <a:extLst>
              <a:ext uri="{FF2B5EF4-FFF2-40B4-BE49-F238E27FC236}">
                <a16:creationId xmlns:a16="http://schemas.microsoft.com/office/drawing/2014/main" id="{920B56BC-1499-48D8-91A9-27B06BAC98B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7538838" y="862507"/>
            <a:ext cx="4650114" cy="5989320"/>
          </a:xfrm>
          <a:prstGeom prst="rect">
            <a:avLst/>
          </a:prstGeom>
        </p:spPr>
      </p:pic>
      <p:sp>
        <p:nvSpPr>
          <p:cNvPr id="3" name="Text Placeholder 2"/>
          <p:cNvSpPr>
            <a:spLocks noGrp="1"/>
          </p:cNvSpPr>
          <p:nvPr>
            <p:ph type="body" sz="quarter" idx="10" hasCustomPrompt="1"/>
          </p:nvPr>
        </p:nvSpPr>
        <p:spPr>
          <a:xfrm>
            <a:off x="384047" y="1095118"/>
            <a:ext cx="6977805" cy="350855"/>
          </a:xfrm>
          <a:prstGeom prst="rect">
            <a:avLst/>
          </a:prstGeom>
        </p:spPr>
        <p:txBody>
          <a:bodyPr lIns="0" tIns="0" rIns="0" bIns="0"/>
          <a:lstStyle>
            <a:lvl1pPr marL="0" indent="0">
              <a:buFont typeface="Arial" panose="020B0604020202020204" pitchFamily="34" charset="0"/>
              <a:buNone/>
              <a:defRPr sz="2000" b="1">
                <a:solidFill>
                  <a:schemeClr val="tx1"/>
                </a:solidFill>
                <a:latin typeface="Arial" panose="020B0604020202020204" pitchFamily="34" charset="0"/>
                <a:cs typeface="Arial" panose="020B0604020202020204" pitchFamily="34" charset="0"/>
              </a:defRPr>
            </a:lvl1pPr>
            <a:lvl2pPr marL="448193" indent="-224097">
              <a:buFont typeface="Arial" panose="020B0604020202020204" pitchFamily="34" charset="0"/>
              <a:buChar char="•"/>
              <a:defRPr sz="2000">
                <a:latin typeface="Segoe UI" panose="020B0502040204020203" pitchFamily="34" charset="0"/>
                <a:cs typeface="Segoe UI" panose="020B0502040204020203" pitchFamily="34" charset="0"/>
              </a:defRPr>
            </a:lvl2pPr>
            <a:lvl3pPr marL="672290" indent="-224097">
              <a:buFont typeface="Arial" panose="020B0604020202020204" pitchFamily="34" charset="0"/>
              <a:buChar char="•"/>
              <a:defRPr sz="2000">
                <a:latin typeface="Segoe UI" panose="020B0502040204020203" pitchFamily="34" charset="0"/>
                <a:cs typeface="Segoe UI" panose="020B0502040204020203" pitchFamily="34" charset="0"/>
              </a:defRPr>
            </a:lvl3pPr>
            <a:lvl4pPr marL="896386" indent="-224097">
              <a:buFont typeface="Arial" panose="020B0604020202020204" pitchFamily="34" charset="0"/>
              <a:buChar char="•"/>
              <a:defRPr sz="2000">
                <a:latin typeface="Segoe UI" panose="020B0502040204020203" pitchFamily="34" charset="0"/>
                <a:cs typeface="Segoe UI" panose="020B0502040204020203" pitchFamily="34" charset="0"/>
              </a:defRPr>
            </a:lvl4pPr>
            <a:lvl5pPr marL="1120483" indent="-224097">
              <a:buFont typeface="Arial" panose="020B0604020202020204" pitchFamily="34" charset="0"/>
              <a:buChar char="•"/>
              <a:defRPr sz="2000">
                <a:latin typeface="Segoe UI" panose="020B0502040204020203" pitchFamily="34" charset="0"/>
                <a:cs typeface="Segoe UI" panose="020B0502040204020203" pitchFamily="34" charset="0"/>
              </a:defRPr>
            </a:lvl5pPr>
          </a:lstStyle>
          <a:p>
            <a:pPr lvl="0"/>
            <a:r>
              <a:rPr lang="en-US"/>
              <a:t>Edit Master text styles</a:t>
            </a:r>
          </a:p>
        </p:txBody>
      </p:sp>
      <p:sp>
        <p:nvSpPr>
          <p:cNvPr id="14" name="Title 5">
            <a:extLst>
              <a:ext uri="{FF2B5EF4-FFF2-40B4-BE49-F238E27FC236}">
                <a16:creationId xmlns:a16="http://schemas.microsoft.com/office/drawing/2014/main" id="{71085026-B193-4387-8D94-315FD7F1AB5F}"/>
              </a:ext>
            </a:extLst>
          </p:cNvPr>
          <p:cNvSpPr>
            <a:spLocks noGrp="1"/>
          </p:cNvSpPr>
          <p:nvPr>
            <p:ph type="title"/>
          </p:nvPr>
        </p:nvSpPr>
        <p:spPr>
          <a:xfrm>
            <a:off x="384048" y="137160"/>
            <a:ext cx="10009632" cy="576072"/>
          </a:xfrm>
          <a:prstGeom prst="rect">
            <a:avLst/>
          </a:prstGeom>
        </p:spPr>
        <p:txBody>
          <a:bodyPr lIns="0" tIns="0" rIns="0" bIns="0" anchor="ctr" anchorCtr="0">
            <a:normAutofit/>
          </a:bodyPr>
          <a:lstStyle>
            <a:lvl1pPr>
              <a:defRPr sz="2800">
                <a:solidFill>
                  <a:schemeClr val="bg2"/>
                </a:solidFill>
                <a:latin typeface="Arial" panose="020B0604020202020204" pitchFamily="34" charset="0"/>
                <a:cs typeface="Arial" panose="020B0604020202020204" pitchFamily="34" charset="0"/>
              </a:defRPr>
            </a:lvl1pPr>
          </a:lstStyle>
          <a:p>
            <a:r>
              <a:rPr lang="en-US"/>
              <a:t>Click to edit Master title style</a:t>
            </a:r>
          </a:p>
        </p:txBody>
      </p:sp>
      <p:sp>
        <p:nvSpPr>
          <p:cNvPr id="16" name="Rectangle 15">
            <a:extLst>
              <a:ext uri="{FF2B5EF4-FFF2-40B4-BE49-F238E27FC236}">
                <a16:creationId xmlns:a16="http://schemas.microsoft.com/office/drawing/2014/main" id="{3F46A147-82DD-4D69-928A-EFB2CC1F07DA}"/>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 name="Picture 19" descr="A picture containing clock, drawing, meter&#10;&#10;Description automatically generated">
            <a:extLst>
              <a:ext uri="{FF2B5EF4-FFF2-40B4-BE49-F238E27FC236}">
                <a16:creationId xmlns:a16="http://schemas.microsoft.com/office/drawing/2014/main" id="{ECDD234F-F29C-4928-8581-993E4989BFE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
        <p:nvSpPr>
          <p:cNvPr id="11" name="Rectangle 10">
            <a:extLst>
              <a:ext uri="{FF2B5EF4-FFF2-40B4-BE49-F238E27FC236}">
                <a16:creationId xmlns:a16="http://schemas.microsoft.com/office/drawing/2014/main" id="{0579F3E3-F0B8-478D-B8B7-8AC182B813EF}"/>
              </a:ext>
            </a:extLst>
          </p:cNvPr>
          <p:cNvSpPr/>
          <p:nvPr userDrawn="1"/>
        </p:nvSpPr>
        <p:spPr bwMode="auto">
          <a:xfrm flipH="1">
            <a:off x="5130800" y="890340"/>
            <a:ext cx="7061200" cy="5961487"/>
          </a:xfrm>
          <a:prstGeom prst="rect">
            <a:avLst/>
          </a:prstGeom>
          <a:gradFill>
            <a:gsLst>
              <a:gs pos="44000">
                <a:schemeClr val="accent1">
                  <a:lumMod val="5000"/>
                  <a:lumOff val="95000"/>
                </a:schemeClr>
              </a:gs>
              <a:gs pos="86000">
                <a:schemeClr val="bg1">
                  <a:alpha val="0"/>
                </a:schemeClr>
              </a:gs>
            </a:gsLst>
            <a:lin ang="10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8813110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Module Titl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1FACB402-9C25-418A-AB91-AEF16987E5D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40B9738C-7DF9-4011-BE7A-A97F5F748C48}"/>
              </a:ext>
            </a:extLst>
          </p:cNvPr>
          <p:cNvSpPr/>
          <p:nvPr userDrawn="1"/>
        </p:nvSpPr>
        <p:spPr bwMode="auto">
          <a:xfrm>
            <a:off x="1524" y="14748"/>
            <a:ext cx="12188952" cy="6858000"/>
          </a:xfrm>
          <a:prstGeom prst="rect">
            <a:avLst/>
          </a:prstGeom>
          <a:solidFill>
            <a:schemeClr val="tx1">
              <a:alpha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4" name="Rectangle 3">
            <a:extLst>
              <a:ext uri="{FF2B5EF4-FFF2-40B4-BE49-F238E27FC236}">
                <a16:creationId xmlns:a16="http://schemas.microsoft.com/office/drawing/2014/main" id="{D234C962-EFA1-4E0A-9C08-6AD8A09DAEAB}"/>
              </a:ext>
            </a:extLst>
          </p:cNvPr>
          <p:cNvSpPr/>
          <p:nvPr userDrawn="1"/>
        </p:nvSpPr>
        <p:spPr bwMode="auto">
          <a:xfrm>
            <a:off x="2515565" y="1343821"/>
            <a:ext cx="7160870" cy="4170358"/>
          </a:xfrm>
          <a:prstGeom prst="rect">
            <a:avLst/>
          </a:prstGeom>
          <a:noFill/>
          <a:ln w="28575">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9" name="Rectangle 8">
            <a:extLst>
              <a:ext uri="{FF2B5EF4-FFF2-40B4-BE49-F238E27FC236}">
                <a16:creationId xmlns:a16="http://schemas.microsoft.com/office/drawing/2014/main" id="{91DC5FE5-832E-4C9F-82AC-DE2D7FBAE198}"/>
              </a:ext>
            </a:extLst>
          </p:cNvPr>
          <p:cNvSpPr/>
          <p:nvPr userDrawn="1"/>
        </p:nvSpPr>
        <p:spPr bwMode="auto">
          <a:xfrm>
            <a:off x="2689187" y="1528920"/>
            <a:ext cx="6813628" cy="3800161"/>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11" name="Title 1"/>
          <p:cNvSpPr>
            <a:spLocks noGrp="1"/>
          </p:cNvSpPr>
          <p:nvPr>
            <p:ph type="title" hasCustomPrompt="1"/>
          </p:nvPr>
        </p:nvSpPr>
        <p:spPr bwMode="ltGray">
          <a:xfrm>
            <a:off x="2828082" y="3152646"/>
            <a:ext cx="6535838" cy="1180572"/>
          </a:xfrm>
          <a:prstGeom prst="rect">
            <a:avLst/>
          </a:prstGeom>
          <a:noFill/>
        </p:spPr>
        <p:txBody>
          <a:bodyPr lIns="91440" tIns="91440" rIns="91440" bIns="91440" anchor="ctr" anchorCtr="0"/>
          <a:lstStyle>
            <a:lvl1pPr algn="ctr">
              <a:defRPr sz="2800" spc="-98" baseline="0">
                <a:solidFill>
                  <a:schemeClr val="tx1"/>
                </a:solidFill>
                <a:latin typeface="Arial" panose="020B0604020202020204" pitchFamily="34" charset="0"/>
                <a:cs typeface="Arial" panose="020B0604020202020204" pitchFamily="34" charset="0"/>
              </a:defRPr>
            </a:lvl1pPr>
          </a:lstStyle>
          <a:p>
            <a:r>
              <a:rPr lang="en-US"/>
              <a:t>Module Name</a:t>
            </a:r>
          </a:p>
        </p:txBody>
      </p:sp>
      <p:sp>
        <p:nvSpPr>
          <p:cNvPr id="8" name="Text Placeholder 7">
            <a:extLst>
              <a:ext uri="{FF2B5EF4-FFF2-40B4-BE49-F238E27FC236}">
                <a16:creationId xmlns:a16="http://schemas.microsoft.com/office/drawing/2014/main" id="{1636453E-2261-4F74-92ED-FD3938725B95}"/>
              </a:ext>
            </a:extLst>
          </p:cNvPr>
          <p:cNvSpPr>
            <a:spLocks noGrp="1"/>
          </p:cNvSpPr>
          <p:nvPr>
            <p:ph type="body" sz="quarter" idx="10" hasCustomPrompt="1"/>
          </p:nvPr>
        </p:nvSpPr>
        <p:spPr>
          <a:xfrm>
            <a:off x="5225249" y="2513207"/>
            <a:ext cx="1741502" cy="627864"/>
          </a:xfrm>
          <a:prstGeom prst="rect">
            <a:avLst/>
          </a:prstGeom>
          <a:noFill/>
        </p:spPr>
        <p:txBody>
          <a:bodyPr wrap="none" lIns="182880" tIns="146304" rIns="182880" bIns="146304" rtlCol="0">
            <a:spAutoFit/>
          </a:bodyPr>
          <a:lstStyle>
            <a:lvl1pPr marL="0" indent="0">
              <a:buNone/>
              <a:defRPr lang="en-US" sz="2400" b="1" dirty="0">
                <a:solidFill>
                  <a:schemeClr val="tx1"/>
                </a:solidFill>
                <a:latin typeface="Arial" panose="020B0604020202020204" pitchFamily="34" charset="0"/>
                <a:cs typeface="Arial" panose="020B0604020202020204" pitchFamily="34" charset="0"/>
              </a:defRPr>
            </a:lvl1pPr>
          </a:lstStyle>
          <a:p>
            <a:pPr marL="0" lvl="0" algn="ctr" defTabSz="914400">
              <a:spcAft>
                <a:spcPts val="600"/>
              </a:spcAft>
            </a:pPr>
            <a:r>
              <a:rPr lang="en-US"/>
              <a:t>Module #</a:t>
            </a:r>
          </a:p>
        </p:txBody>
      </p:sp>
    </p:spTree>
    <p:extLst>
      <p:ext uri="{BB962C8B-B14F-4D97-AF65-F5344CB8AC3E}">
        <p14:creationId xmlns:p14="http://schemas.microsoft.com/office/powerpoint/2010/main" val="2072113012"/>
      </p:ext>
    </p:extLst>
  </p:cSld>
  <p:clrMapOvr>
    <a:masterClrMapping/>
  </p:clrMapOvr>
  <mc:AlternateContent xmlns:mc="http://schemas.openxmlformats.org/markup-compatibility/2006" xmlns:p14="http://schemas.microsoft.com/office/powerpoint/2010/main">
    <mc:Choice Requires="p14">
      <p:transition spd="slow" p14:dur="2500">
        <p14:reveal/>
      </p:transition>
    </mc:Choice>
    <mc:Fallback xmlns="">
      <p:transition spd="slow">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5569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12039EF-9987-49F4-B017-D3861BCA9D5B}"/>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9" name="Title 5">
            <a:extLst>
              <a:ext uri="{FF2B5EF4-FFF2-40B4-BE49-F238E27FC236}">
                <a16:creationId xmlns:a16="http://schemas.microsoft.com/office/drawing/2014/main" id="{2C8A3548-824B-4D68-88AD-C1C919DEE967}"/>
              </a:ext>
            </a:extLst>
          </p:cNvPr>
          <p:cNvSpPr>
            <a:spLocks noGrp="1"/>
          </p:cNvSpPr>
          <p:nvPr>
            <p:ph type="title"/>
          </p:nvPr>
        </p:nvSpPr>
        <p:spPr>
          <a:xfrm>
            <a:off x="384048" y="137160"/>
            <a:ext cx="10009632" cy="576072"/>
          </a:xfrm>
          <a:prstGeom prst="rect">
            <a:avLst/>
          </a:prstGeom>
        </p:spPr>
        <p:txBody>
          <a:bodyPr lIns="0" tIns="0" rIns="0" bIns="0" anchor="ctr" anchorCtr="0">
            <a:normAutofit/>
          </a:bodyPr>
          <a:lstStyle>
            <a:lvl1pPr>
              <a:defRPr sz="2800">
                <a:solidFill>
                  <a:schemeClr val="bg2"/>
                </a:solidFill>
                <a:latin typeface="Arial" panose="020B0604020202020204" pitchFamily="34" charset="0"/>
                <a:cs typeface="Arial" panose="020B0604020202020204" pitchFamily="34" charset="0"/>
              </a:defRPr>
            </a:lvl1pPr>
          </a:lstStyle>
          <a:p>
            <a:r>
              <a:rPr lang="en-US"/>
              <a:t>Click to edit Master title style</a:t>
            </a:r>
          </a:p>
        </p:txBody>
      </p:sp>
      <p:sp>
        <p:nvSpPr>
          <p:cNvPr id="11" name="Rectangle 10">
            <a:extLst>
              <a:ext uri="{FF2B5EF4-FFF2-40B4-BE49-F238E27FC236}">
                <a16:creationId xmlns:a16="http://schemas.microsoft.com/office/drawing/2014/main" id="{A70FAA89-0C0F-4D48-AEB4-4CCBEB468F0B}"/>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Picture 13" descr="A picture containing clock, drawing, meter&#10;&#10;Description automatically generated">
            <a:extLst>
              <a:ext uri="{FF2B5EF4-FFF2-40B4-BE49-F238E27FC236}">
                <a16:creationId xmlns:a16="http://schemas.microsoft.com/office/drawing/2014/main" id="{8C5EDBC5-05BB-49B8-B23C-E16915CEF62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Tree>
    <p:extLst>
      <p:ext uri="{BB962C8B-B14F-4D97-AF65-F5344CB8AC3E}">
        <p14:creationId xmlns:p14="http://schemas.microsoft.com/office/powerpoint/2010/main" val="1657081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Title and Content - 1">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FDB8AE6-16AB-4407-ABC2-9194AEBF3139}"/>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ext Placeholder 2"/>
          <p:cNvSpPr>
            <a:spLocks noGrp="1"/>
          </p:cNvSpPr>
          <p:nvPr>
            <p:ph type="body" sz="quarter" idx="10" hasCustomPrompt="1"/>
          </p:nvPr>
        </p:nvSpPr>
        <p:spPr>
          <a:xfrm>
            <a:off x="384048" y="1187644"/>
            <a:ext cx="11430000" cy="5533196"/>
          </a:xfrm>
          <a:prstGeom prst="rect">
            <a:avLst/>
          </a:prstGeom>
        </p:spPr>
        <p:txBody>
          <a:bodyPr lIns="0" tIns="0" rIns="0" bIns="0"/>
          <a:lstStyle>
            <a:lvl1pPr marL="0" indent="0">
              <a:buFont typeface="Arial" panose="020B0604020202020204" pitchFamily="34" charset="0"/>
              <a:buNone/>
              <a:defRPr sz="2000">
                <a:solidFill>
                  <a:schemeClr val="tx1"/>
                </a:solidFill>
                <a:latin typeface="Arial" panose="020B0604020202020204" pitchFamily="34" charset="0"/>
                <a:cs typeface="Arial" panose="020B0604020202020204" pitchFamily="34" charset="0"/>
              </a:defRPr>
            </a:lvl1pPr>
            <a:lvl2pPr marL="448193" indent="-224097">
              <a:buFont typeface="Arial" panose="020B0604020202020204" pitchFamily="34" charset="0"/>
              <a:buChar char="•"/>
              <a:defRPr sz="2000">
                <a:latin typeface="Segoe UI" panose="020B0502040204020203" pitchFamily="34" charset="0"/>
                <a:cs typeface="Segoe UI" panose="020B0502040204020203" pitchFamily="34" charset="0"/>
              </a:defRPr>
            </a:lvl2pPr>
            <a:lvl3pPr marL="672290" indent="-224097">
              <a:buFont typeface="Arial" panose="020B0604020202020204" pitchFamily="34" charset="0"/>
              <a:buChar char="•"/>
              <a:defRPr sz="2000">
                <a:latin typeface="Segoe UI" panose="020B0502040204020203" pitchFamily="34" charset="0"/>
                <a:cs typeface="Segoe UI" panose="020B0502040204020203" pitchFamily="34" charset="0"/>
              </a:defRPr>
            </a:lvl3pPr>
            <a:lvl4pPr marL="896386" indent="-224097">
              <a:buFont typeface="Arial" panose="020B0604020202020204" pitchFamily="34" charset="0"/>
              <a:buChar char="•"/>
              <a:defRPr sz="2000">
                <a:latin typeface="Segoe UI" panose="020B0502040204020203" pitchFamily="34" charset="0"/>
                <a:cs typeface="Segoe UI" panose="020B0502040204020203" pitchFamily="34" charset="0"/>
              </a:defRPr>
            </a:lvl4pPr>
            <a:lvl5pPr marL="1120483" indent="-224097">
              <a:buFont typeface="Arial" panose="020B0604020202020204" pitchFamily="34" charset="0"/>
              <a:buChar char="•"/>
              <a:defRPr sz="2000">
                <a:latin typeface="Segoe UI" panose="020B0502040204020203" pitchFamily="34" charset="0"/>
                <a:cs typeface="Segoe UI" panose="020B0502040204020203" pitchFamily="34" charset="0"/>
              </a:defRPr>
            </a:lvl5pPr>
          </a:lstStyle>
          <a:p>
            <a:pPr lvl="0"/>
            <a:r>
              <a:rPr lang="en-US"/>
              <a:t>Edit Master text styles</a:t>
            </a:r>
          </a:p>
        </p:txBody>
      </p:sp>
      <p:sp>
        <p:nvSpPr>
          <p:cNvPr id="9" name="Title 5">
            <a:extLst>
              <a:ext uri="{FF2B5EF4-FFF2-40B4-BE49-F238E27FC236}">
                <a16:creationId xmlns:a16="http://schemas.microsoft.com/office/drawing/2014/main" id="{E1B9AD57-5B83-44BC-BCD2-181992203154}"/>
              </a:ext>
            </a:extLst>
          </p:cNvPr>
          <p:cNvSpPr>
            <a:spLocks noGrp="1"/>
          </p:cNvSpPr>
          <p:nvPr>
            <p:ph type="title"/>
          </p:nvPr>
        </p:nvSpPr>
        <p:spPr>
          <a:xfrm>
            <a:off x="384048" y="137160"/>
            <a:ext cx="10009632" cy="576072"/>
          </a:xfrm>
          <a:prstGeom prst="rect">
            <a:avLst/>
          </a:prstGeom>
        </p:spPr>
        <p:txBody>
          <a:bodyPr lIns="0" tIns="0" rIns="0" bIns="0" anchor="ctr" anchorCtr="0">
            <a:normAutofit/>
          </a:bodyPr>
          <a:lstStyle>
            <a:lvl1pPr>
              <a:defRPr sz="2800">
                <a:solidFill>
                  <a:schemeClr val="bg2"/>
                </a:solidFill>
                <a:latin typeface="Arial" panose="020B0604020202020204" pitchFamily="34" charset="0"/>
                <a:cs typeface="Arial" panose="020B0604020202020204" pitchFamily="34" charset="0"/>
              </a:defRPr>
            </a:lvl1pPr>
          </a:lstStyle>
          <a:p>
            <a:r>
              <a:rPr lang="en-US"/>
              <a:t>Click to edit Master title style</a:t>
            </a:r>
          </a:p>
        </p:txBody>
      </p:sp>
      <p:sp>
        <p:nvSpPr>
          <p:cNvPr id="11" name="Rectangle 10">
            <a:extLst>
              <a:ext uri="{FF2B5EF4-FFF2-40B4-BE49-F238E27FC236}">
                <a16:creationId xmlns:a16="http://schemas.microsoft.com/office/drawing/2014/main" id="{31BD9E8D-F04B-4D3D-A088-96BFE0B5C4DA}"/>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Picture 13" descr="A picture containing clock, drawing, meter&#10;&#10;Description automatically generated">
            <a:extLst>
              <a:ext uri="{FF2B5EF4-FFF2-40B4-BE49-F238E27FC236}">
                <a16:creationId xmlns:a16="http://schemas.microsoft.com/office/drawing/2014/main" id="{05C5E2B1-9F9E-4741-85B8-9A22E617F91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Tree>
    <p:extLst>
      <p:ext uri="{BB962C8B-B14F-4D97-AF65-F5344CB8AC3E}">
        <p14:creationId xmlns:p14="http://schemas.microsoft.com/office/powerpoint/2010/main" val="14067078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Title and Content - 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D57A1A25-E6A2-4FD8-920E-C9ED7D2C43FE}"/>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ext Placeholder 2"/>
          <p:cNvSpPr>
            <a:spLocks noGrp="1"/>
          </p:cNvSpPr>
          <p:nvPr>
            <p:ph type="body" sz="quarter" idx="10" hasCustomPrompt="1"/>
          </p:nvPr>
        </p:nvSpPr>
        <p:spPr>
          <a:xfrm>
            <a:off x="384048" y="1187644"/>
            <a:ext cx="11430000" cy="5533196"/>
          </a:xfrm>
          <a:prstGeom prst="rect">
            <a:avLst/>
          </a:prstGeom>
        </p:spPr>
        <p:txBody>
          <a:bodyPr lIns="0" tIns="0" rIns="0" bIns="0"/>
          <a:lstStyle>
            <a:lvl1pPr marL="224097" indent="-224097">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1pPr>
            <a:lvl2pPr marL="448193" indent="-224097">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2pPr>
            <a:lvl3pPr marL="672290" indent="-224097">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896386" indent="-224097">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1120483" indent="-224097">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5">
            <a:extLst>
              <a:ext uri="{FF2B5EF4-FFF2-40B4-BE49-F238E27FC236}">
                <a16:creationId xmlns:a16="http://schemas.microsoft.com/office/drawing/2014/main" id="{334C1D39-952B-4D35-8F09-B705792CBA54}"/>
              </a:ext>
            </a:extLst>
          </p:cNvPr>
          <p:cNvSpPr>
            <a:spLocks noGrp="1"/>
          </p:cNvSpPr>
          <p:nvPr>
            <p:ph type="title"/>
          </p:nvPr>
        </p:nvSpPr>
        <p:spPr>
          <a:xfrm>
            <a:off x="384048" y="137160"/>
            <a:ext cx="10009632" cy="576072"/>
          </a:xfrm>
          <a:prstGeom prst="rect">
            <a:avLst/>
          </a:prstGeom>
        </p:spPr>
        <p:txBody>
          <a:bodyPr lIns="0" tIns="0" rIns="0" bIns="0" anchor="ctr" anchorCtr="0">
            <a:normAutofit/>
          </a:bodyPr>
          <a:lstStyle>
            <a:lvl1pPr>
              <a:defRPr sz="2800">
                <a:solidFill>
                  <a:schemeClr val="bg2"/>
                </a:solidFill>
                <a:latin typeface="Arial" panose="020B0604020202020204" pitchFamily="34" charset="0"/>
                <a:cs typeface="Arial" panose="020B0604020202020204" pitchFamily="34" charset="0"/>
              </a:defRPr>
            </a:lvl1pPr>
          </a:lstStyle>
          <a:p>
            <a:r>
              <a:rPr lang="en-US"/>
              <a:t>Click to edit Master title style</a:t>
            </a:r>
          </a:p>
        </p:txBody>
      </p:sp>
      <p:sp>
        <p:nvSpPr>
          <p:cNvPr id="11" name="Rectangle 10">
            <a:extLst>
              <a:ext uri="{FF2B5EF4-FFF2-40B4-BE49-F238E27FC236}">
                <a16:creationId xmlns:a16="http://schemas.microsoft.com/office/drawing/2014/main" id="{C00A85FE-5FA6-4852-8746-5180FF06CA22}"/>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Picture 13" descr="A picture containing clock, drawing, meter&#10;&#10;Description automatically generated">
            <a:extLst>
              <a:ext uri="{FF2B5EF4-FFF2-40B4-BE49-F238E27FC236}">
                <a16:creationId xmlns:a16="http://schemas.microsoft.com/office/drawing/2014/main" id="{29BF0E8A-BC2A-4070-ABD8-BCC26F40D25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Tree>
    <p:extLst>
      <p:ext uri="{BB962C8B-B14F-4D97-AF65-F5344CB8AC3E}">
        <p14:creationId xmlns:p14="http://schemas.microsoft.com/office/powerpoint/2010/main" val="2630864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Title and Image - 1">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8DE39EAE-9ED1-40FC-986D-446FB70D2119}"/>
              </a:ext>
            </a:extLst>
          </p:cNvPr>
          <p:cNvGrpSpPr/>
          <p:nvPr userDrawn="1"/>
        </p:nvGrpSpPr>
        <p:grpSpPr>
          <a:xfrm>
            <a:off x="5479518" y="875393"/>
            <a:ext cx="6709434" cy="5980174"/>
            <a:chOff x="4688655" y="33028"/>
            <a:chExt cx="7595868" cy="6770260"/>
          </a:xfrm>
        </p:grpSpPr>
        <p:sp>
          <p:nvSpPr>
            <p:cNvPr id="17" name="Parallelogram 16">
              <a:extLst>
                <a:ext uri="{FF2B5EF4-FFF2-40B4-BE49-F238E27FC236}">
                  <a16:creationId xmlns:a16="http://schemas.microsoft.com/office/drawing/2014/main" id="{EE01285C-8D32-4A61-B3D5-9F36F41BD6D4}"/>
                </a:ext>
              </a:extLst>
            </p:cNvPr>
            <p:cNvSpPr/>
            <p:nvPr/>
          </p:nvSpPr>
          <p:spPr>
            <a:xfrm rot="1054851">
              <a:off x="6307791" y="365100"/>
              <a:ext cx="419623" cy="2412839"/>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Parallelogram 17">
              <a:extLst>
                <a:ext uri="{FF2B5EF4-FFF2-40B4-BE49-F238E27FC236}">
                  <a16:creationId xmlns:a16="http://schemas.microsoft.com/office/drawing/2014/main" id="{285C5726-A9D3-466F-9B0A-989B26AE3E6B}"/>
                </a:ext>
              </a:extLst>
            </p:cNvPr>
            <p:cNvSpPr/>
            <p:nvPr/>
          </p:nvSpPr>
          <p:spPr>
            <a:xfrm rot="17384689">
              <a:off x="9919115" y="-205855"/>
              <a:ext cx="419623" cy="3234301"/>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arallelogram 18">
              <a:extLst>
                <a:ext uri="{FF2B5EF4-FFF2-40B4-BE49-F238E27FC236}">
                  <a16:creationId xmlns:a16="http://schemas.microsoft.com/office/drawing/2014/main" id="{46BFD04D-210B-4129-8E70-BDB1E9593607}"/>
                </a:ext>
              </a:extLst>
            </p:cNvPr>
            <p:cNvSpPr/>
            <p:nvPr/>
          </p:nvSpPr>
          <p:spPr>
            <a:xfrm rot="17428880">
              <a:off x="7190638" y="3912714"/>
              <a:ext cx="419623" cy="3387701"/>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Parallelogram 19">
              <a:extLst>
                <a:ext uri="{FF2B5EF4-FFF2-40B4-BE49-F238E27FC236}">
                  <a16:creationId xmlns:a16="http://schemas.microsoft.com/office/drawing/2014/main" id="{DDE0B14C-5D03-4CCF-8C5B-6657F2F25CB7}"/>
                </a:ext>
              </a:extLst>
            </p:cNvPr>
            <p:cNvSpPr/>
            <p:nvPr/>
          </p:nvSpPr>
          <p:spPr>
            <a:xfrm rot="1054851">
              <a:off x="10741557" y="3526550"/>
              <a:ext cx="419623" cy="2866510"/>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1" name="Picture 2">
              <a:extLst>
                <a:ext uri="{FF2B5EF4-FFF2-40B4-BE49-F238E27FC236}">
                  <a16:creationId xmlns:a16="http://schemas.microsoft.com/office/drawing/2014/main" id="{AA84CCB0-9CE5-4CFC-809E-BC893C50FCEB}"/>
                </a:ext>
              </a:extLst>
            </p:cNvPr>
            <p:cNvPicPr preferRelativeResize="0">
              <a:picLocks noChangeArrowheads="1"/>
            </p:cNvPicPr>
            <p:nvPr/>
          </p:nvPicPr>
          <p:blipFill rotWithShape="1">
            <a:blip r:embed="rId2">
              <a:extLst>
                <a:ext uri="{28A0092B-C50C-407E-A947-70E740481C1C}">
                  <a14:useLocalDpi xmlns:a14="http://schemas.microsoft.com/office/drawing/2010/main" val="0"/>
                </a:ext>
              </a:extLst>
            </a:blip>
            <a:srcRect r="25276"/>
            <a:stretch/>
          </p:blipFill>
          <p:spPr bwMode="auto">
            <a:xfrm>
              <a:off x="4688655" y="33028"/>
              <a:ext cx="7595868" cy="6770260"/>
            </a:xfrm>
            <a:prstGeom prst="rect">
              <a:avLst/>
            </a:prstGeom>
            <a:noFill/>
            <a:extLst>
              <a:ext uri="{909E8E84-426E-40DD-AFC4-6F175D3DCCD1}">
                <a14:hiddenFill xmlns:a14="http://schemas.microsoft.com/office/drawing/2010/main">
                  <a:solidFill>
                    <a:srgbClr val="FFFFFF"/>
                  </a:solidFill>
                </a14:hiddenFill>
              </a:ext>
            </a:extLst>
          </p:spPr>
        </p:pic>
      </p:grpSp>
      <p:sp>
        <p:nvSpPr>
          <p:cNvPr id="13" name="Rectangle 12">
            <a:extLst>
              <a:ext uri="{FF2B5EF4-FFF2-40B4-BE49-F238E27FC236}">
                <a16:creationId xmlns:a16="http://schemas.microsoft.com/office/drawing/2014/main" id="{36258FDA-3D0A-4F52-97D7-DE96DA6F97FB}"/>
              </a:ext>
            </a:extLst>
          </p:cNvPr>
          <p:cNvSpPr/>
          <p:nvPr userDrawn="1"/>
        </p:nvSpPr>
        <p:spPr bwMode="auto">
          <a:xfrm flipH="1">
            <a:off x="1626172" y="870406"/>
            <a:ext cx="9677400" cy="5980175"/>
          </a:xfrm>
          <a:prstGeom prst="rect">
            <a:avLst/>
          </a:prstGeom>
          <a:gradFill>
            <a:gsLst>
              <a:gs pos="44000">
                <a:schemeClr val="accent1">
                  <a:lumMod val="5000"/>
                  <a:lumOff val="95000"/>
                </a:schemeClr>
              </a:gs>
              <a:gs pos="86000">
                <a:schemeClr val="bg1">
                  <a:alpha val="0"/>
                </a:schemeClr>
              </a:gs>
            </a:gsLst>
            <a:lin ang="10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22" name="Rectangle 21">
            <a:extLst>
              <a:ext uri="{FF2B5EF4-FFF2-40B4-BE49-F238E27FC236}">
                <a16:creationId xmlns:a16="http://schemas.microsoft.com/office/drawing/2014/main" id="{695F09D0-A99E-477F-AB8E-5658C71E6FB0}"/>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ext Placeholder 2"/>
          <p:cNvSpPr>
            <a:spLocks noGrp="1"/>
          </p:cNvSpPr>
          <p:nvPr>
            <p:ph type="body" sz="quarter" idx="10" hasCustomPrompt="1"/>
          </p:nvPr>
        </p:nvSpPr>
        <p:spPr>
          <a:xfrm>
            <a:off x="384048" y="1187644"/>
            <a:ext cx="5603479" cy="5294436"/>
          </a:xfrm>
          <a:prstGeom prst="rect">
            <a:avLst/>
          </a:prstGeom>
        </p:spPr>
        <p:txBody>
          <a:bodyPr lIns="0" tIns="0" rIns="0" bIns="0"/>
          <a:lstStyle>
            <a:lvl1pPr marL="224097" indent="-224097">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1pPr>
            <a:lvl2pPr marL="448193" indent="-224097">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2pPr>
            <a:lvl3pPr marL="672290" indent="-224097">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896386" indent="-224097">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1120483" indent="-224097">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itle 5">
            <a:extLst>
              <a:ext uri="{FF2B5EF4-FFF2-40B4-BE49-F238E27FC236}">
                <a16:creationId xmlns:a16="http://schemas.microsoft.com/office/drawing/2014/main" id="{D6C41031-6DE8-47CC-93B3-346651AAA1EE}"/>
              </a:ext>
            </a:extLst>
          </p:cNvPr>
          <p:cNvSpPr>
            <a:spLocks noGrp="1"/>
          </p:cNvSpPr>
          <p:nvPr>
            <p:ph type="title"/>
          </p:nvPr>
        </p:nvSpPr>
        <p:spPr>
          <a:xfrm>
            <a:off x="384048" y="137160"/>
            <a:ext cx="10009632" cy="576072"/>
          </a:xfrm>
          <a:prstGeom prst="rect">
            <a:avLst/>
          </a:prstGeom>
        </p:spPr>
        <p:txBody>
          <a:bodyPr lIns="0" tIns="0" rIns="0" bIns="0" anchor="ctr" anchorCtr="0">
            <a:normAutofit/>
          </a:bodyPr>
          <a:lstStyle>
            <a:lvl1pPr>
              <a:defRPr sz="2800">
                <a:solidFill>
                  <a:schemeClr val="bg2"/>
                </a:solidFill>
                <a:latin typeface="Arial" panose="020B0604020202020204" pitchFamily="34" charset="0"/>
                <a:cs typeface="Arial" panose="020B0604020202020204" pitchFamily="34" charset="0"/>
              </a:defRPr>
            </a:lvl1pPr>
          </a:lstStyle>
          <a:p>
            <a:r>
              <a:rPr lang="en-US"/>
              <a:t>Click to edit Master title style</a:t>
            </a:r>
          </a:p>
        </p:txBody>
      </p:sp>
      <p:sp>
        <p:nvSpPr>
          <p:cNvPr id="14" name="Rectangle 13">
            <a:extLst>
              <a:ext uri="{FF2B5EF4-FFF2-40B4-BE49-F238E27FC236}">
                <a16:creationId xmlns:a16="http://schemas.microsoft.com/office/drawing/2014/main" id="{14E201B6-DFC7-4949-9C7C-7B4343D884E0}"/>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4" name="Picture 23" descr="A picture containing clock, drawing, meter&#10;&#10;Description automatically generated">
            <a:extLst>
              <a:ext uri="{FF2B5EF4-FFF2-40B4-BE49-F238E27FC236}">
                <a16:creationId xmlns:a16="http://schemas.microsoft.com/office/drawing/2014/main" id="{9DF05919-77A3-4896-A903-CC88CAC3F1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Tree>
    <p:extLst>
      <p:ext uri="{BB962C8B-B14F-4D97-AF65-F5344CB8AC3E}">
        <p14:creationId xmlns:p14="http://schemas.microsoft.com/office/powerpoint/2010/main" val="21163746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Title and Image - 2">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C502CD4D-97B2-45AE-8AA9-8D7F63214C86}"/>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18" name="Picture 17" descr="A picture containing outdoor, light, building, street&#10;&#10;Description automatically generated">
            <a:extLst>
              <a:ext uri="{FF2B5EF4-FFF2-40B4-BE49-F238E27FC236}">
                <a16:creationId xmlns:a16="http://schemas.microsoft.com/office/drawing/2014/main" id="{4D33CEA2-DF75-4312-B745-1C2A15496AC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559408" y="877824"/>
            <a:ext cx="7632592" cy="5980176"/>
          </a:xfrm>
          <a:prstGeom prst="rect">
            <a:avLst/>
          </a:prstGeom>
        </p:spPr>
      </p:pic>
      <p:sp>
        <p:nvSpPr>
          <p:cNvPr id="3" name="Text Placeholder 2"/>
          <p:cNvSpPr>
            <a:spLocks noGrp="1"/>
          </p:cNvSpPr>
          <p:nvPr>
            <p:ph type="body" sz="quarter" idx="10" hasCustomPrompt="1"/>
          </p:nvPr>
        </p:nvSpPr>
        <p:spPr>
          <a:xfrm>
            <a:off x="384048" y="1187644"/>
            <a:ext cx="5565339" cy="5294436"/>
          </a:xfrm>
          <a:prstGeom prst="rect">
            <a:avLst/>
          </a:prstGeom>
        </p:spPr>
        <p:txBody>
          <a:bodyPr lIns="0" tIns="0" rIns="0" bIns="0"/>
          <a:lstStyle>
            <a:lvl1pPr marL="224097" indent="-224097">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1pPr>
            <a:lvl2pPr marL="448193" indent="-224097">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2pPr>
            <a:lvl3pPr marL="672290" indent="-224097">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896386" indent="-224097">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1120483" indent="-224097">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5">
            <a:extLst>
              <a:ext uri="{FF2B5EF4-FFF2-40B4-BE49-F238E27FC236}">
                <a16:creationId xmlns:a16="http://schemas.microsoft.com/office/drawing/2014/main" id="{8C4ABF09-61BB-41BF-A04F-444D5E5EDDC6}"/>
              </a:ext>
            </a:extLst>
          </p:cNvPr>
          <p:cNvSpPr>
            <a:spLocks noGrp="1"/>
          </p:cNvSpPr>
          <p:nvPr>
            <p:ph type="title"/>
          </p:nvPr>
        </p:nvSpPr>
        <p:spPr>
          <a:xfrm>
            <a:off x="384048" y="137160"/>
            <a:ext cx="10009632" cy="576072"/>
          </a:xfrm>
          <a:prstGeom prst="rect">
            <a:avLst/>
          </a:prstGeom>
        </p:spPr>
        <p:txBody>
          <a:bodyPr lIns="0" tIns="0" rIns="0" bIns="0" anchor="ctr" anchorCtr="0">
            <a:normAutofit/>
          </a:bodyPr>
          <a:lstStyle>
            <a:lvl1pPr>
              <a:defRPr sz="2800">
                <a:solidFill>
                  <a:schemeClr val="bg2"/>
                </a:solidFill>
                <a:latin typeface="Arial" panose="020B0604020202020204" pitchFamily="34" charset="0"/>
                <a:cs typeface="Arial" panose="020B0604020202020204" pitchFamily="34" charset="0"/>
              </a:defRPr>
            </a:lvl1pPr>
          </a:lstStyle>
          <a:p>
            <a:r>
              <a:rPr lang="en-US"/>
              <a:t>Click to edit Master title style</a:t>
            </a:r>
          </a:p>
        </p:txBody>
      </p:sp>
      <p:sp>
        <p:nvSpPr>
          <p:cNvPr id="15" name="Rectangle 14">
            <a:extLst>
              <a:ext uri="{FF2B5EF4-FFF2-40B4-BE49-F238E27FC236}">
                <a16:creationId xmlns:a16="http://schemas.microsoft.com/office/drawing/2014/main" id="{52915C34-5CFB-4DC7-8FDC-A5CBB0D25E96}"/>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1" name="Picture 20" descr="A picture containing clock, drawing, meter&#10;&#10;Description automatically generated">
            <a:extLst>
              <a:ext uri="{FF2B5EF4-FFF2-40B4-BE49-F238E27FC236}">
                <a16:creationId xmlns:a16="http://schemas.microsoft.com/office/drawing/2014/main" id="{1E471E15-BAC7-4390-8E5C-C0A118BBAED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Tree>
    <p:extLst>
      <p:ext uri="{BB962C8B-B14F-4D97-AF65-F5344CB8AC3E}">
        <p14:creationId xmlns:p14="http://schemas.microsoft.com/office/powerpoint/2010/main" val="13598930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1_Title and Image - 2">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22C55EF4-01CF-457D-B639-B82FFCC2E718}"/>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5" name="Picture 4" descr="A person standing in a room&#10;&#10;Description automatically generated">
            <a:extLst>
              <a:ext uri="{FF2B5EF4-FFF2-40B4-BE49-F238E27FC236}">
                <a16:creationId xmlns:a16="http://schemas.microsoft.com/office/drawing/2014/main" id="{E5F41123-31E7-41E0-8EA1-6ADF64295736}"/>
              </a:ext>
            </a:extLst>
          </p:cNvPr>
          <p:cNvPicPr preferRelativeResize="0">
            <a:picLocks/>
          </p:cNvPicPr>
          <p:nvPr userDrawn="1"/>
        </p:nvPicPr>
        <p:blipFill rotWithShape="1">
          <a:blip r:embed="rId2">
            <a:extLst>
              <a:ext uri="{28A0092B-C50C-407E-A947-70E740481C1C}">
                <a14:useLocalDpi xmlns:a14="http://schemas.microsoft.com/office/drawing/2010/main" val="0"/>
              </a:ext>
            </a:extLst>
          </a:blip>
          <a:srcRect b="14264"/>
          <a:stretch/>
        </p:blipFill>
        <p:spPr>
          <a:xfrm>
            <a:off x="0" y="885365"/>
            <a:ext cx="12192000" cy="5980176"/>
          </a:xfrm>
          <a:prstGeom prst="rect">
            <a:avLst/>
          </a:prstGeom>
        </p:spPr>
      </p:pic>
      <p:sp>
        <p:nvSpPr>
          <p:cNvPr id="10" name="Rectangle 9">
            <a:extLst>
              <a:ext uri="{FF2B5EF4-FFF2-40B4-BE49-F238E27FC236}">
                <a16:creationId xmlns:a16="http://schemas.microsoft.com/office/drawing/2014/main" id="{6C7B82B4-C2D7-4CDC-82E6-5AD689EF5945}"/>
              </a:ext>
            </a:extLst>
          </p:cNvPr>
          <p:cNvSpPr/>
          <p:nvPr userDrawn="1"/>
        </p:nvSpPr>
        <p:spPr bwMode="auto">
          <a:xfrm>
            <a:off x="193040" y="1026160"/>
            <a:ext cx="11833056" cy="5628640"/>
          </a:xfrm>
          <a:prstGeom prst="rect">
            <a:avLst/>
          </a:prstGeom>
          <a:solidFill>
            <a:schemeClr val="bg1">
              <a:alpha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ext Placeholder 2"/>
          <p:cNvSpPr>
            <a:spLocks noGrp="1"/>
          </p:cNvSpPr>
          <p:nvPr>
            <p:ph type="body" sz="quarter" idx="10" hasCustomPrompt="1"/>
          </p:nvPr>
        </p:nvSpPr>
        <p:spPr>
          <a:xfrm>
            <a:off x="384047" y="1187644"/>
            <a:ext cx="11480003" cy="5294436"/>
          </a:xfrm>
          <a:prstGeom prst="rect">
            <a:avLst/>
          </a:prstGeom>
        </p:spPr>
        <p:txBody>
          <a:bodyPr lIns="0" tIns="0" rIns="0" bIns="0"/>
          <a:lstStyle>
            <a:lvl1pPr marL="224097" indent="-224097">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1pPr>
            <a:lvl2pPr marL="448193" indent="-224097">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2pPr>
            <a:lvl3pPr marL="672290" indent="-224097">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896386" indent="-224097">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1120483" indent="-224097">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5">
            <a:extLst>
              <a:ext uri="{FF2B5EF4-FFF2-40B4-BE49-F238E27FC236}">
                <a16:creationId xmlns:a16="http://schemas.microsoft.com/office/drawing/2014/main" id="{77FCA14F-2AC9-4ECA-99B9-E8CCB07686AC}"/>
              </a:ext>
            </a:extLst>
          </p:cNvPr>
          <p:cNvSpPr>
            <a:spLocks noGrp="1"/>
          </p:cNvSpPr>
          <p:nvPr>
            <p:ph type="title"/>
          </p:nvPr>
        </p:nvSpPr>
        <p:spPr>
          <a:xfrm>
            <a:off x="384048" y="137160"/>
            <a:ext cx="10009632" cy="576072"/>
          </a:xfrm>
          <a:prstGeom prst="rect">
            <a:avLst/>
          </a:prstGeom>
        </p:spPr>
        <p:txBody>
          <a:bodyPr lIns="0" tIns="0" rIns="0" bIns="0" anchor="ctr" anchorCtr="0">
            <a:normAutofit/>
          </a:bodyPr>
          <a:lstStyle>
            <a:lvl1pPr>
              <a:defRPr sz="2800">
                <a:solidFill>
                  <a:schemeClr val="bg2"/>
                </a:solidFill>
                <a:latin typeface="Arial" panose="020B0604020202020204" pitchFamily="34" charset="0"/>
                <a:cs typeface="Arial" panose="020B0604020202020204" pitchFamily="34" charset="0"/>
              </a:defRPr>
            </a:lvl1pPr>
          </a:lstStyle>
          <a:p>
            <a:r>
              <a:rPr lang="en-US"/>
              <a:t>Click to edit Master title style</a:t>
            </a:r>
          </a:p>
        </p:txBody>
      </p:sp>
      <p:sp>
        <p:nvSpPr>
          <p:cNvPr id="13" name="Rectangle 12">
            <a:extLst>
              <a:ext uri="{FF2B5EF4-FFF2-40B4-BE49-F238E27FC236}">
                <a16:creationId xmlns:a16="http://schemas.microsoft.com/office/drawing/2014/main" id="{47F4DDFF-2319-4B67-B921-E09629CBC54C}"/>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6" name="Picture 15" descr="A picture containing clock, drawing, meter&#10;&#10;Description automatically generated">
            <a:extLst>
              <a:ext uri="{FF2B5EF4-FFF2-40B4-BE49-F238E27FC236}">
                <a16:creationId xmlns:a16="http://schemas.microsoft.com/office/drawing/2014/main" id="{5ABE42DC-5660-4A5A-82FB-B225F8A5B9D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Tree>
    <p:extLst>
      <p:ext uri="{BB962C8B-B14F-4D97-AF65-F5344CB8AC3E}">
        <p14:creationId xmlns:p14="http://schemas.microsoft.com/office/powerpoint/2010/main" val="27306984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Title and Image - 3">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F467B81B-F3C5-4811-AC39-4CE6296E6D29}"/>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5" name="Picture 4" descr="A picture containing person, indoor, person, person&#10;&#10;Description automatically generated">
            <a:extLst>
              <a:ext uri="{FF2B5EF4-FFF2-40B4-BE49-F238E27FC236}">
                <a16:creationId xmlns:a16="http://schemas.microsoft.com/office/drawing/2014/main" id="{48F97FD7-F557-4BBC-9EE5-13B66DC50C8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9087" r="23419"/>
          <a:stretch/>
        </p:blipFill>
        <p:spPr>
          <a:xfrm>
            <a:off x="6146800" y="881737"/>
            <a:ext cx="6045200" cy="5971032"/>
          </a:xfrm>
          <a:prstGeom prst="rect">
            <a:avLst/>
          </a:prstGeom>
        </p:spPr>
      </p:pic>
      <p:sp>
        <p:nvSpPr>
          <p:cNvPr id="10" name="Title 5">
            <a:extLst>
              <a:ext uri="{FF2B5EF4-FFF2-40B4-BE49-F238E27FC236}">
                <a16:creationId xmlns:a16="http://schemas.microsoft.com/office/drawing/2014/main" id="{FFCE332B-6F01-42C8-88C6-AA3DB2E97321}"/>
              </a:ext>
            </a:extLst>
          </p:cNvPr>
          <p:cNvSpPr>
            <a:spLocks noGrp="1"/>
          </p:cNvSpPr>
          <p:nvPr>
            <p:ph type="title"/>
          </p:nvPr>
        </p:nvSpPr>
        <p:spPr>
          <a:xfrm>
            <a:off x="384048" y="137160"/>
            <a:ext cx="10009632" cy="576072"/>
          </a:xfrm>
          <a:prstGeom prst="rect">
            <a:avLst/>
          </a:prstGeom>
        </p:spPr>
        <p:txBody>
          <a:bodyPr lIns="0" tIns="0" rIns="0" bIns="0" anchor="ctr" anchorCtr="0">
            <a:normAutofit/>
          </a:bodyPr>
          <a:lstStyle>
            <a:lvl1pPr>
              <a:defRPr sz="2800">
                <a:solidFill>
                  <a:schemeClr val="bg2"/>
                </a:solidFill>
                <a:latin typeface="Arial" panose="020B0604020202020204" pitchFamily="34" charset="0"/>
                <a:cs typeface="Arial" panose="020B0604020202020204" pitchFamily="34" charset="0"/>
              </a:defRPr>
            </a:lvl1pPr>
          </a:lstStyle>
          <a:p>
            <a:r>
              <a:rPr lang="en-US"/>
              <a:t>Click to edit Master title style</a:t>
            </a:r>
          </a:p>
        </p:txBody>
      </p:sp>
      <p:sp>
        <p:nvSpPr>
          <p:cNvPr id="12" name="Rectangle 11">
            <a:extLst>
              <a:ext uri="{FF2B5EF4-FFF2-40B4-BE49-F238E27FC236}">
                <a16:creationId xmlns:a16="http://schemas.microsoft.com/office/drawing/2014/main" id="{A4583DAE-A972-4A89-9637-7EA37F356C17}"/>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descr="A picture containing clock, drawing, meter&#10;&#10;Description automatically generated">
            <a:extLst>
              <a:ext uri="{FF2B5EF4-FFF2-40B4-BE49-F238E27FC236}">
                <a16:creationId xmlns:a16="http://schemas.microsoft.com/office/drawing/2014/main" id="{52FA6BD3-D324-4470-9F82-F306BBAE015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
        <p:nvSpPr>
          <p:cNvPr id="8" name="Rectangle 7">
            <a:extLst>
              <a:ext uri="{FF2B5EF4-FFF2-40B4-BE49-F238E27FC236}">
                <a16:creationId xmlns:a16="http://schemas.microsoft.com/office/drawing/2014/main" id="{AECC0343-2DA3-45DA-9C5B-D8BA7A4D662F}"/>
              </a:ext>
            </a:extLst>
          </p:cNvPr>
          <p:cNvSpPr/>
          <p:nvPr userDrawn="1"/>
        </p:nvSpPr>
        <p:spPr bwMode="auto">
          <a:xfrm flipH="1">
            <a:off x="3863848" y="882609"/>
            <a:ext cx="5711952" cy="5971032"/>
          </a:xfrm>
          <a:prstGeom prst="rect">
            <a:avLst/>
          </a:prstGeom>
          <a:gradFill>
            <a:gsLst>
              <a:gs pos="44000">
                <a:schemeClr val="accent1">
                  <a:lumMod val="5000"/>
                  <a:lumOff val="95000"/>
                </a:schemeClr>
              </a:gs>
              <a:gs pos="86000">
                <a:schemeClr val="bg1">
                  <a:alpha val="0"/>
                </a:schemeClr>
              </a:gs>
            </a:gsLst>
            <a:lin ang="10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ext Placeholder 2"/>
          <p:cNvSpPr>
            <a:spLocks noGrp="1"/>
          </p:cNvSpPr>
          <p:nvPr>
            <p:ph type="body" sz="quarter" idx="10" hasCustomPrompt="1"/>
          </p:nvPr>
        </p:nvSpPr>
        <p:spPr>
          <a:xfrm>
            <a:off x="384048" y="1187644"/>
            <a:ext cx="5711952" cy="5294436"/>
          </a:xfrm>
          <a:prstGeom prst="rect">
            <a:avLst/>
          </a:prstGeom>
        </p:spPr>
        <p:txBody>
          <a:bodyPr lIns="0" tIns="0" rIns="0" bIns="0"/>
          <a:lstStyle>
            <a:lvl1pPr marL="224097" indent="-224097">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1pPr>
            <a:lvl2pPr marL="448193" indent="-224097">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2pPr>
            <a:lvl3pPr marL="672290" indent="-224097">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896386" indent="-224097">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1120483" indent="-224097">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274362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1_Title and Image - 3">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F467B81B-F3C5-4811-AC39-4CE6296E6D29}"/>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5" name="Picture 4">
            <a:extLst>
              <a:ext uri="{FF2B5EF4-FFF2-40B4-BE49-F238E27FC236}">
                <a16:creationId xmlns:a16="http://schemas.microsoft.com/office/drawing/2014/main" id="{48F97FD7-F557-4BBC-9EE5-13B66DC50C8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714345" y="883639"/>
            <a:ext cx="8477656" cy="5969130"/>
          </a:xfrm>
          <a:prstGeom prst="rect">
            <a:avLst/>
          </a:prstGeom>
        </p:spPr>
      </p:pic>
      <p:sp>
        <p:nvSpPr>
          <p:cNvPr id="10" name="Title 5">
            <a:extLst>
              <a:ext uri="{FF2B5EF4-FFF2-40B4-BE49-F238E27FC236}">
                <a16:creationId xmlns:a16="http://schemas.microsoft.com/office/drawing/2014/main" id="{FFCE332B-6F01-42C8-88C6-AA3DB2E97321}"/>
              </a:ext>
            </a:extLst>
          </p:cNvPr>
          <p:cNvSpPr>
            <a:spLocks noGrp="1"/>
          </p:cNvSpPr>
          <p:nvPr>
            <p:ph type="title"/>
          </p:nvPr>
        </p:nvSpPr>
        <p:spPr>
          <a:xfrm>
            <a:off x="384048" y="137160"/>
            <a:ext cx="10009632" cy="576072"/>
          </a:xfrm>
          <a:prstGeom prst="rect">
            <a:avLst/>
          </a:prstGeom>
        </p:spPr>
        <p:txBody>
          <a:bodyPr lIns="0" tIns="0" rIns="0" bIns="0" anchor="ctr" anchorCtr="0">
            <a:normAutofit/>
          </a:bodyPr>
          <a:lstStyle>
            <a:lvl1pPr>
              <a:defRPr sz="2800">
                <a:solidFill>
                  <a:schemeClr val="bg2"/>
                </a:solidFill>
                <a:latin typeface="Arial" panose="020B0604020202020204" pitchFamily="34" charset="0"/>
                <a:cs typeface="Arial" panose="020B0604020202020204" pitchFamily="34" charset="0"/>
              </a:defRPr>
            </a:lvl1pPr>
          </a:lstStyle>
          <a:p>
            <a:r>
              <a:rPr lang="en-US"/>
              <a:t>Click to edit Master title style</a:t>
            </a:r>
          </a:p>
        </p:txBody>
      </p:sp>
      <p:sp>
        <p:nvSpPr>
          <p:cNvPr id="12" name="Rectangle 11">
            <a:extLst>
              <a:ext uri="{FF2B5EF4-FFF2-40B4-BE49-F238E27FC236}">
                <a16:creationId xmlns:a16="http://schemas.microsoft.com/office/drawing/2014/main" id="{A4583DAE-A972-4A89-9637-7EA37F356C17}"/>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descr="A picture containing clock, drawing, meter&#10;&#10;Description automatically generated">
            <a:extLst>
              <a:ext uri="{FF2B5EF4-FFF2-40B4-BE49-F238E27FC236}">
                <a16:creationId xmlns:a16="http://schemas.microsoft.com/office/drawing/2014/main" id="{52FA6BD3-D324-4470-9F82-F306BBAE015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
        <p:nvSpPr>
          <p:cNvPr id="8" name="Rectangle 7">
            <a:extLst>
              <a:ext uri="{FF2B5EF4-FFF2-40B4-BE49-F238E27FC236}">
                <a16:creationId xmlns:a16="http://schemas.microsoft.com/office/drawing/2014/main" id="{AECC0343-2DA3-45DA-9C5B-D8BA7A4D662F}"/>
              </a:ext>
            </a:extLst>
          </p:cNvPr>
          <p:cNvSpPr/>
          <p:nvPr userDrawn="1"/>
        </p:nvSpPr>
        <p:spPr bwMode="auto">
          <a:xfrm flipH="1">
            <a:off x="-3048" y="881737"/>
            <a:ext cx="9608031" cy="5971032"/>
          </a:xfrm>
          <a:prstGeom prst="rect">
            <a:avLst/>
          </a:prstGeom>
          <a:gradFill>
            <a:gsLst>
              <a:gs pos="44000">
                <a:schemeClr val="accent1">
                  <a:lumMod val="5000"/>
                  <a:lumOff val="95000"/>
                </a:schemeClr>
              </a:gs>
              <a:gs pos="86000">
                <a:schemeClr val="bg1">
                  <a:alpha val="0"/>
                </a:schemeClr>
              </a:gs>
            </a:gsLst>
            <a:lin ang="10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ext Placeholder 2"/>
          <p:cNvSpPr>
            <a:spLocks noGrp="1"/>
          </p:cNvSpPr>
          <p:nvPr>
            <p:ph type="body" sz="quarter" idx="10" hasCustomPrompt="1"/>
          </p:nvPr>
        </p:nvSpPr>
        <p:spPr>
          <a:xfrm>
            <a:off x="384048" y="1187644"/>
            <a:ext cx="5711952" cy="5294436"/>
          </a:xfrm>
          <a:prstGeom prst="rect">
            <a:avLst/>
          </a:prstGeom>
        </p:spPr>
        <p:txBody>
          <a:bodyPr lIns="0" tIns="0" rIns="0" bIns="0"/>
          <a:lstStyle>
            <a:lvl1pPr marL="224097" indent="-224097">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1pPr>
            <a:lvl2pPr marL="448193" indent="-224097">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2pPr>
            <a:lvl3pPr marL="672290" indent="-224097">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896386" indent="-224097">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1120483" indent="-224097">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977863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icons_image_titl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A8B64F0-0A34-439D-95D3-392BE1C6F316}"/>
              </a:ext>
            </a:extLst>
          </p:cNvPr>
          <p:cNvPicPr preferRelativeResize="0">
            <a:picLocks/>
          </p:cNvPicPr>
          <p:nvPr userDrawn="1"/>
        </p:nvPicPr>
        <p:blipFill rotWithShape="1">
          <a:blip r:embed="rId2">
            <a:extLst>
              <a:ext uri="{28A0092B-C50C-407E-A947-70E740481C1C}">
                <a14:useLocalDpi xmlns:a14="http://schemas.microsoft.com/office/drawing/2010/main" val="0"/>
              </a:ext>
            </a:extLst>
          </a:blip>
          <a:srcRect r="13895"/>
          <a:stretch/>
        </p:blipFill>
        <p:spPr>
          <a:xfrm>
            <a:off x="4457568" y="877824"/>
            <a:ext cx="7731384" cy="5980176"/>
          </a:xfrm>
          <a:prstGeom prst="rect">
            <a:avLst/>
          </a:prstGeom>
        </p:spPr>
      </p:pic>
      <p:sp>
        <p:nvSpPr>
          <p:cNvPr id="9" name="Rectangle 8">
            <a:extLst>
              <a:ext uri="{FF2B5EF4-FFF2-40B4-BE49-F238E27FC236}">
                <a16:creationId xmlns:a16="http://schemas.microsoft.com/office/drawing/2014/main" id="{9E8ACD7C-7D2A-4E00-8099-70D51D1F1AE3}"/>
              </a:ext>
            </a:extLst>
          </p:cNvPr>
          <p:cNvSpPr/>
          <p:nvPr userDrawn="1"/>
        </p:nvSpPr>
        <p:spPr bwMode="auto">
          <a:xfrm flipH="1">
            <a:off x="2514600" y="884352"/>
            <a:ext cx="7061200" cy="5980175"/>
          </a:xfrm>
          <a:prstGeom prst="rect">
            <a:avLst/>
          </a:prstGeom>
          <a:gradFill>
            <a:gsLst>
              <a:gs pos="44000">
                <a:schemeClr val="accent1">
                  <a:lumMod val="5000"/>
                  <a:lumOff val="95000"/>
                </a:schemeClr>
              </a:gs>
              <a:gs pos="86000">
                <a:schemeClr val="bg1">
                  <a:alpha val="0"/>
                </a:schemeClr>
              </a:gs>
            </a:gsLst>
            <a:lin ang="10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13" name="Rectangle 12">
            <a:extLst>
              <a:ext uri="{FF2B5EF4-FFF2-40B4-BE49-F238E27FC236}">
                <a16:creationId xmlns:a16="http://schemas.microsoft.com/office/drawing/2014/main" id="{F467B81B-F3C5-4811-AC39-4CE6296E6D29}"/>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ext Placeholder 2"/>
          <p:cNvSpPr>
            <a:spLocks noGrp="1"/>
          </p:cNvSpPr>
          <p:nvPr>
            <p:ph type="body" sz="quarter" idx="10" hasCustomPrompt="1"/>
          </p:nvPr>
        </p:nvSpPr>
        <p:spPr>
          <a:xfrm>
            <a:off x="384048" y="1187644"/>
            <a:ext cx="5711952" cy="5294436"/>
          </a:xfrm>
          <a:prstGeom prst="rect">
            <a:avLst/>
          </a:prstGeom>
        </p:spPr>
        <p:txBody>
          <a:bodyPr lIns="0" tIns="0" rIns="0" bIns="0"/>
          <a:lstStyle>
            <a:lvl1pPr marL="224097" indent="-224097">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1pPr>
            <a:lvl2pPr marL="448193" indent="-224097">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2pPr>
            <a:lvl3pPr marL="672290" indent="-224097">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896386" indent="-224097">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1120483" indent="-224097">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5">
            <a:extLst>
              <a:ext uri="{FF2B5EF4-FFF2-40B4-BE49-F238E27FC236}">
                <a16:creationId xmlns:a16="http://schemas.microsoft.com/office/drawing/2014/main" id="{FFCE332B-6F01-42C8-88C6-AA3DB2E97321}"/>
              </a:ext>
            </a:extLst>
          </p:cNvPr>
          <p:cNvSpPr>
            <a:spLocks noGrp="1"/>
          </p:cNvSpPr>
          <p:nvPr>
            <p:ph type="title"/>
          </p:nvPr>
        </p:nvSpPr>
        <p:spPr>
          <a:xfrm>
            <a:off x="384048" y="137160"/>
            <a:ext cx="10009632" cy="576072"/>
          </a:xfrm>
          <a:prstGeom prst="rect">
            <a:avLst/>
          </a:prstGeom>
        </p:spPr>
        <p:txBody>
          <a:bodyPr lIns="0" tIns="0" rIns="0" bIns="0" anchor="ctr" anchorCtr="0">
            <a:normAutofit/>
          </a:bodyPr>
          <a:lstStyle>
            <a:lvl1pPr>
              <a:defRPr sz="2800">
                <a:solidFill>
                  <a:schemeClr val="bg2"/>
                </a:solidFill>
                <a:latin typeface="Arial" panose="020B0604020202020204" pitchFamily="34" charset="0"/>
                <a:cs typeface="Arial" panose="020B0604020202020204" pitchFamily="34" charset="0"/>
              </a:defRPr>
            </a:lvl1pPr>
          </a:lstStyle>
          <a:p>
            <a:r>
              <a:rPr lang="en-US"/>
              <a:t>Click to edit Master title style</a:t>
            </a:r>
          </a:p>
        </p:txBody>
      </p:sp>
      <p:sp>
        <p:nvSpPr>
          <p:cNvPr id="12" name="Rectangle 11">
            <a:extLst>
              <a:ext uri="{FF2B5EF4-FFF2-40B4-BE49-F238E27FC236}">
                <a16:creationId xmlns:a16="http://schemas.microsoft.com/office/drawing/2014/main" id="{A4583DAE-A972-4A89-9637-7EA37F356C17}"/>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descr="A picture containing clock, drawing, meter&#10;&#10;Description automatically generated">
            <a:extLst>
              <a:ext uri="{FF2B5EF4-FFF2-40B4-BE49-F238E27FC236}">
                <a16:creationId xmlns:a16="http://schemas.microsoft.com/office/drawing/2014/main" id="{52FA6BD3-D324-4470-9F82-F306BBAE015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
        <p:nvSpPr>
          <p:cNvPr id="11" name="Rectangle 10">
            <a:extLst>
              <a:ext uri="{FF2B5EF4-FFF2-40B4-BE49-F238E27FC236}">
                <a16:creationId xmlns:a16="http://schemas.microsoft.com/office/drawing/2014/main" id="{76A448AC-B5FB-4D19-BE8A-5340355ECA30}"/>
              </a:ext>
            </a:extLst>
          </p:cNvPr>
          <p:cNvSpPr/>
          <p:nvPr userDrawn="1"/>
        </p:nvSpPr>
        <p:spPr bwMode="auto">
          <a:xfrm>
            <a:off x="0" y="889000"/>
            <a:ext cx="6536095" cy="5971032"/>
          </a:xfrm>
          <a:prstGeom prst="rect">
            <a:avLst/>
          </a:prstGeom>
          <a:solidFill>
            <a:schemeClr val="tx1">
              <a:alpha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3835432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1_icons_image_titl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A8B64F0-0A34-439D-95D3-392BE1C6F316}"/>
              </a:ext>
            </a:extLst>
          </p:cNvPr>
          <p:cNvPicPr preferRelativeResize="0">
            <a:picLocks/>
          </p:cNvPicPr>
          <p:nvPr userDrawn="1"/>
        </p:nvPicPr>
        <p:blipFill rotWithShape="1">
          <a:blip r:embed="rId2">
            <a:extLst>
              <a:ext uri="{28A0092B-C50C-407E-A947-70E740481C1C}">
                <a14:useLocalDpi xmlns:a14="http://schemas.microsoft.com/office/drawing/2010/main" val="0"/>
              </a:ext>
            </a:extLst>
          </a:blip>
          <a:srcRect l="20957" t="-166" r="10473" b="-1508"/>
          <a:stretch/>
        </p:blipFill>
        <p:spPr>
          <a:xfrm>
            <a:off x="6045200" y="875393"/>
            <a:ext cx="6146800" cy="6079326"/>
          </a:xfrm>
          <a:prstGeom prst="rect">
            <a:avLst/>
          </a:prstGeom>
        </p:spPr>
      </p:pic>
      <p:sp>
        <p:nvSpPr>
          <p:cNvPr id="9" name="Rectangle 8">
            <a:extLst>
              <a:ext uri="{FF2B5EF4-FFF2-40B4-BE49-F238E27FC236}">
                <a16:creationId xmlns:a16="http://schemas.microsoft.com/office/drawing/2014/main" id="{9E8ACD7C-7D2A-4E00-8099-70D51D1F1AE3}"/>
              </a:ext>
            </a:extLst>
          </p:cNvPr>
          <p:cNvSpPr/>
          <p:nvPr userDrawn="1"/>
        </p:nvSpPr>
        <p:spPr bwMode="auto">
          <a:xfrm flipH="1">
            <a:off x="1432898" y="904555"/>
            <a:ext cx="8851900" cy="5980175"/>
          </a:xfrm>
          <a:prstGeom prst="rect">
            <a:avLst/>
          </a:prstGeom>
          <a:gradFill>
            <a:gsLst>
              <a:gs pos="44000">
                <a:schemeClr val="accent1">
                  <a:lumMod val="5000"/>
                  <a:lumOff val="95000"/>
                </a:schemeClr>
              </a:gs>
              <a:gs pos="86000">
                <a:schemeClr val="bg1">
                  <a:alpha val="0"/>
                </a:schemeClr>
              </a:gs>
            </a:gsLst>
            <a:lin ang="10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13" name="Rectangle 12">
            <a:extLst>
              <a:ext uri="{FF2B5EF4-FFF2-40B4-BE49-F238E27FC236}">
                <a16:creationId xmlns:a16="http://schemas.microsoft.com/office/drawing/2014/main" id="{F467B81B-F3C5-4811-AC39-4CE6296E6D29}"/>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ext Placeholder 2"/>
          <p:cNvSpPr>
            <a:spLocks noGrp="1"/>
          </p:cNvSpPr>
          <p:nvPr>
            <p:ph type="body" sz="quarter" idx="10" hasCustomPrompt="1"/>
          </p:nvPr>
        </p:nvSpPr>
        <p:spPr>
          <a:xfrm>
            <a:off x="384048" y="1187644"/>
            <a:ext cx="5711952" cy="5294436"/>
          </a:xfrm>
          <a:prstGeom prst="rect">
            <a:avLst/>
          </a:prstGeom>
        </p:spPr>
        <p:txBody>
          <a:bodyPr lIns="0" tIns="0" rIns="0" bIns="0"/>
          <a:lstStyle>
            <a:lvl1pPr marL="224097" indent="-224097">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1pPr>
            <a:lvl2pPr marL="448193" indent="-224097">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2pPr>
            <a:lvl3pPr marL="672290" indent="-224097">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896386" indent="-224097">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1120483" indent="-224097">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5">
            <a:extLst>
              <a:ext uri="{FF2B5EF4-FFF2-40B4-BE49-F238E27FC236}">
                <a16:creationId xmlns:a16="http://schemas.microsoft.com/office/drawing/2014/main" id="{FFCE332B-6F01-42C8-88C6-AA3DB2E97321}"/>
              </a:ext>
            </a:extLst>
          </p:cNvPr>
          <p:cNvSpPr>
            <a:spLocks noGrp="1"/>
          </p:cNvSpPr>
          <p:nvPr>
            <p:ph type="title"/>
          </p:nvPr>
        </p:nvSpPr>
        <p:spPr>
          <a:xfrm>
            <a:off x="384048" y="137160"/>
            <a:ext cx="10009632" cy="576072"/>
          </a:xfrm>
          <a:prstGeom prst="rect">
            <a:avLst/>
          </a:prstGeom>
        </p:spPr>
        <p:txBody>
          <a:bodyPr lIns="0" tIns="0" rIns="0" bIns="0" anchor="ctr" anchorCtr="0">
            <a:normAutofit/>
          </a:bodyPr>
          <a:lstStyle>
            <a:lvl1pPr>
              <a:defRPr sz="2800">
                <a:solidFill>
                  <a:schemeClr val="bg2"/>
                </a:solidFill>
                <a:latin typeface="Arial" panose="020B0604020202020204" pitchFamily="34" charset="0"/>
                <a:cs typeface="Arial" panose="020B0604020202020204" pitchFamily="34" charset="0"/>
              </a:defRPr>
            </a:lvl1pPr>
          </a:lstStyle>
          <a:p>
            <a:r>
              <a:rPr lang="en-US"/>
              <a:t>Click to edit Master title style</a:t>
            </a:r>
          </a:p>
        </p:txBody>
      </p:sp>
      <p:sp>
        <p:nvSpPr>
          <p:cNvPr id="12" name="Rectangle 11">
            <a:extLst>
              <a:ext uri="{FF2B5EF4-FFF2-40B4-BE49-F238E27FC236}">
                <a16:creationId xmlns:a16="http://schemas.microsoft.com/office/drawing/2014/main" id="{A4583DAE-A972-4A89-9637-7EA37F356C17}"/>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descr="A picture containing clock, drawing, meter&#10;&#10;Description automatically generated">
            <a:extLst>
              <a:ext uri="{FF2B5EF4-FFF2-40B4-BE49-F238E27FC236}">
                <a16:creationId xmlns:a16="http://schemas.microsoft.com/office/drawing/2014/main" id="{52FA6BD3-D324-4470-9F82-F306BBAE015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
        <p:nvSpPr>
          <p:cNvPr id="11" name="Rectangle 10">
            <a:extLst>
              <a:ext uri="{FF2B5EF4-FFF2-40B4-BE49-F238E27FC236}">
                <a16:creationId xmlns:a16="http://schemas.microsoft.com/office/drawing/2014/main" id="{76A448AC-B5FB-4D19-BE8A-5340355ECA30}"/>
              </a:ext>
            </a:extLst>
          </p:cNvPr>
          <p:cNvSpPr/>
          <p:nvPr userDrawn="1"/>
        </p:nvSpPr>
        <p:spPr bwMode="auto">
          <a:xfrm>
            <a:off x="0" y="889000"/>
            <a:ext cx="6536095" cy="5971032"/>
          </a:xfrm>
          <a:prstGeom prst="rect">
            <a:avLst/>
          </a:prstGeom>
          <a:solidFill>
            <a:schemeClr val="tx1">
              <a:alpha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4219010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Knowledge Check">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455F4812-8182-4FC8-9324-53F0C844DA1D}"/>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22" name="Picture 21" descr="A hand holding an object in his hand&#10;&#10;Description automatically generated">
            <a:extLst>
              <a:ext uri="{FF2B5EF4-FFF2-40B4-BE49-F238E27FC236}">
                <a16:creationId xmlns:a16="http://schemas.microsoft.com/office/drawing/2014/main" id="{7A322D95-7F25-460D-A56A-AFEBF4C4EEC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361416" y="2226842"/>
            <a:ext cx="4830584" cy="4631157"/>
          </a:xfrm>
          <a:prstGeom prst="rect">
            <a:avLst/>
          </a:prstGeom>
        </p:spPr>
      </p:pic>
      <p:sp>
        <p:nvSpPr>
          <p:cNvPr id="2" name="Rectangle 1">
            <a:extLst>
              <a:ext uri="{FF2B5EF4-FFF2-40B4-BE49-F238E27FC236}">
                <a16:creationId xmlns:a16="http://schemas.microsoft.com/office/drawing/2014/main" id="{B0A0B547-8C58-4B13-A3D0-97487F1DD112}"/>
              </a:ext>
            </a:extLst>
          </p:cNvPr>
          <p:cNvSpPr/>
          <p:nvPr userDrawn="1"/>
        </p:nvSpPr>
        <p:spPr bwMode="auto">
          <a:xfrm>
            <a:off x="0" y="1145540"/>
            <a:ext cx="12192000" cy="1082041"/>
          </a:xfrm>
          <a:prstGeom prst="rect">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18" name="Oval 17">
            <a:extLst>
              <a:ext uri="{FF2B5EF4-FFF2-40B4-BE49-F238E27FC236}">
                <a16:creationId xmlns:a16="http://schemas.microsoft.com/office/drawing/2014/main" id="{AF9B415A-5593-4506-959C-8C76BFDD8B24}"/>
              </a:ext>
            </a:extLst>
          </p:cNvPr>
          <p:cNvSpPr/>
          <p:nvPr userDrawn="1"/>
        </p:nvSpPr>
        <p:spPr bwMode="auto">
          <a:xfrm>
            <a:off x="104685" y="994844"/>
            <a:ext cx="1371600" cy="1371600"/>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endParaRPr lang="en-US" sz="6000" dirty="0">
              <a:gradFill>
                <a:gsLst>
                  <a:gs pos="0">
                    <a:srgbClr val="FFFFFF"/>
                  </a:gs>
                  <a:gs pos="100000">
                    <a:srgbClr val="FFFFFF"/>
                  </a:gs>
                </a:gsLst>
                <a:lin ang="5400000" scaled="0"/>
              </a:gradFill>
              <a:ea typeface="Segoe UI" pitchFamily="34" charset="0"/>
              <a:cs typeface="Segoe UI" pitchFamily="34" charset="0"/>
            </a:endParaRPr>
          </a:p>
        </p:txBody>
      </p:sp>
      <p:sp>
        <p:nvSpPr>
          <p:cNvPr id="17" name="Rectangle 16">
            <a:extLst>
              <a:ext uri="{FF2B5EF4-FFF2-40B4-BE49-F238E27FC236}">
                <a16:creationId xmlns:a16="http://schemas.microsoft.com/office/drawing/2014/main" id="{BDD58815-EFB8-47B5-8BB8-2731DEB2FC30}"/>
              </a:ext>
            </a:extLst>
          </p:cNvPr>
          <p:cNvSpPr/>
          <p:nvPr userDrawn="1"/>
        </p:nvSpPr>
        <p:spPr bwMode="auto">
          <a:xfrm>
            <a:off x="0" y="1040564"/>
            <a:ext cx="937549" cy="1343821"/>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7" name="Oval 6">
            <a:extLst>
              <a:ext uri="{FF2B5EF4-FFF2-40B4-BE49-F238E27FC236}">
                <a16:creationId xmlns:a16="http://schemas.microsoft.com/office/drawing/2014/main" id="{E5C6231A-8F08-47FB-8DA2-BE72057E3A9D}"/>
              </a:ext>
            </a:extLst>
          </p:cNvPr>
          <p:cNvSpPr/>
          <p:nvPr userDrawn="1"/>
        </p:nvSpPr>
        <p:spPr bwMode="auto">
          <a:xfrm>
            <a:off x="115102" y="1040564"/>
            <a:ext cx="1280160" cy="128016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6000" dirty="0">
                <a:solidFill>
                  <a:schemeClr val="tx1"/>
                </a:solidFill>
                <a:ea typeface="Segoe UI" pitchFamily="34" charset="0"/>
                <a:cs typeface="Segoe UI" pitchFamily="34" charset="0"/>
              </a:rPr>
              <a:t>Q</a:t>
            </a:r>
          </a:p>
        </p:txBody>
      </p:sp>
      <p:sp>
        <p:nvSpPr>
          <p:cNvPr id="3" name="Text Placeholder 2"/>
          <p:cNvSpPr>
            <a:spLocks noGrp="1"/>
          </p:cNvSpPr>
          <p:nvPr>
            <p:ph type="body" sz="quarter" idx="10" hasCustomPrompt="1"/>
          </p:nvPr>
        </p:nvSpPr>
        <p:spPr>
          <a:xfrm>
            <a:off x="1686560" y="1254221"/>
            <a:ext cx="10393680" cy="864678"/>
          </a:xfrm>
          <a:prstGeom prst="rect">
            <a:avLst/>
          </a:prstGeom>
        </p:spPr>
        <p:txBody>
          <a:bodyPr lIns="0" tIns="0" rIns="0" bIns="0"/>
          <a:lstStyle>
            <a:lvl1pPr marL="0" indent="0">
              <a:buFont typeface="Arial" panose="020B0604020202020204" pitchFamily="34" charset="0"/>
              <a:buNone/>
              <a:defRPr sz="2000">
                <a:solidFill>
                  <a:schemeClr val="tx1"/>
                </a:solidFill>
                <a:latin typeface="Arial" panose="020B0604020202020204" pitchFamily="34" charset="0"/>
                <a:cs typeface="Arial" panose="020B0604020202020204" pitchFamily="34" charset="0"/>
              </a:defRPr>
            </a:lvl1pPr>
            <a:lvl2pPr marL="448193"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2pPr>
            <a:lvl3pPr marL="672290"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3pPr>
            <a:lvl4pPr marL="896386"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4pPr>
            <a:lvl5pPr marL="1120483"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5pPr>
          </a:lstStyle>
          <a:p>
            <a:pPr lvl="0"/>
            <a:r>
              <a:rPr lang="en-US"/>
              <a:t>Question text goes here</a:t>
            </a:r>
          </a:p>
        </p:txBody>
      </p:sp>
      <p:sp>
        <p:nvSpPr>
          <p:cNvPr id="8" name="Text Placeholder 2">
            <a:extLst>
              <a:ext uri="{FF2B5EF4-FFF2-40B4-BE49-F238E27FC236}">
                <a16:creationId xmlns:a16="http://schemas.microsoft.com/office/drawing/2014/main" id="{781D44AD-6B87-4521-AE6A-61D11347790D}"/>
              </a:ext>
            </a:extLst>
          </p:cNvPr>
          <p:cNvSpPr>
            <a:spLocks noGrp="1"/>
          </p:cNvSpPr>
          <p:nvPr>
            <p:ph type="body" sz="quarter" idx="11" hasCustomPrompt="1"/>
          </p:nvPr>
        </p:nvSpPr>
        <p:spPr>
          <a:xfrm>
            <a:off x="1686560" y="2296160"/>
            <a:ext cx="6126480" cy="365760"/>
          </a:xfrm>
          <a:prstGeom prst="rect">
            <a:avLst/>
          </a:prstGeom>
        </p:spPr>
        <p:txBody>
          <a:bodyPr lIns="0" tIns="0" rIns="0" bIns="0"/>
          <a:lstStyle>
            <a:lvl1pPr marL="0" indent="0">
              <a:buFont typeface="Arial" panose="020B0604020202020204" pitchFamily="34" charset="0"/>
              <a:buNone/>
              <a:defRPr sz="1400" i="1">
                <a:solidFill>
                  <a:schemeClr val="bg2"/>
                </a:solidFill>
                <a:latin typeface="Arial" panose="020B0604020202020204" pitchFamily="34" charset="0"/>
                <a:cs typeface="Arial" panose="020B0604020202020204" pitchFamily="34" charset="0"/>
              </a:defRPr>
            </a:lvl1pPr>
            <a:lvl2pPr marL="448193"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2pPr>
            <a:lvl3pPr marL="672290"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3pPr>
            <a:lvl4pPr marL="896386"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4pPr>
            <a:lvl5pPr marL="1120483"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5pPr>
          </a:lstStyle>
          <a:p>
            <a:pPr lvl="0"/>
            <a:r>
              <a:rPr lang="en-US"/>
              <a:t>Instruction text goes here</a:t>
            </a:r>
          </a:p>
        </p:txBody>
      </p:sp>
      <p:sp>
        <p:nvSpPr>
          <p:cNvPr id="10" name="Text Placeholder 2">
            <a:extLst>
              <a:ext uri="{FF2B5EF4-FFF2-40B4-BE49-F238E27FC236}">
                <a16:creationId xmlns:a16="http://schemas.microsoft.com/office/drawing/2014/main" id="{D5397296-2B3F-498D-8321-B537DBF8E127}"/>
              </a:ext>
            </a:extLst>
          </p:cNvPr>
          <p:cNvSpPr>
            <a:spLocks noGrp="1"/>
          </p:cNvSpPr>
          <p:nvPr>
            <p:ph type="body" sz="quarter" idx="12" hasCustomPrompt="1"/>
          </p:nvPr>
        </p:nvSpPr>
        <p:spPr>
          <a:xfrm>
            <a:off x="1686560" y="2933490"/>
            <a:ext cx="6065520" cy="221599"/>
          </a:xfrm>
          <a:prstGeom prst="rect">
            <a:avLst/>
          </a:prstGeom>
        </p:spPr>
        <p:txBody>
          <a:bodyPr wrap="square" lIns="0" tIns="0" rIns="0" bIns="0">
            <a:spAutoFit/>
          </a:bodyPr>
          <a:lstStyle>
            <a:lvl1pPr marL="457200" indent="-457200">
              <a:buFont typeface="+mj-lt"/>
              <a:buAutoNum type="alphaUcPeriod"/>
              <a:defRPr sz="1600">
                <a:solidFill>
                  <a:schemeClr val="tx1"/>
                </a:solidFill>
                <a:latin typeface="Arial" panose="020B0604020202020204" pitchFamily="34" charset="0"/>
                <a:cs typeface="Arial" panose="020B0604020202020204" pitchFamily="34" charset="0"/>
              </a:defRPr>
            </a:lvl1pPr>
            <a:lvl2pPr marL="448193"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2pPr>
            <a:lvl3pPr marL="672290"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3pPr>
            <a:lvl4pPr marL="896386"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4pPr>
            <a:lvl5pPr marL="1120483"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5pPr>
          </a:lstStyle>
          <a:p>
            <a:pPr lvl="0"/>
            <a:r>
              <a:rPr lang="en-US"/>
              <a:t>Options text goes here</a:t>
            </a:r>
          </a:p>
        </p:txBody>
      </p:sp>
      <p:sp>
        <p:nvSpPr>
          <p:cNvPr id="14" name="Title 5">
            <a:extLst>
              <a:ext uri="{FF2B5EF4-FFF2-40B4-BE49-F238E27FC236}">
                <a16:creationId xmlns:a16="http://schemas.microsoft.com/office/drawing/2014/main" id="{84617783-2591-42A2-B927-B81D12658AC8}"/>
              </a:ext>
            </a:extLst>
          </p:cNvPr>
          <p:cNvSpPr>
            <a:spLocks noGrp="1"/>
          </p:cNvSpPr>
          <p:nvPr>
            <p:ph type="title"/>
          </p:nvPr>
        </p:nvSpPr>
        <p:spPr>
          <a:xfrm>
            <a:off x="384048" y="137160"/>
            <a:ext cx="10009632" cy="576072"/>
          </a:xfrm>
          <a:prstGeom prst="rect">
            <a:avLst/>
          </a:prstGeom>
        </p:spPr>
        <p:txBody>
          <a:bodyPr lIns="0" tIns="0" rIns="0" bIns="0" anchor="ctr" anchorCtr="0">
            <a:normAutofit/>
          </a:bodyPr>
          <a:lstStyle>
            <a:lvl1pPr>
              <a:defRPr sz="2800">
                <a:solidFill>
                  <a:schemeClr val="bg2"/>
                </a:solidFill>
                <a:latin typeface="Arial" panose="020B0604020202020204" pitchFamily="34" charset="0"/>
                <a:cs typeface="Arial" panose="020B0604020202020204" pitchFamily="34" charset="0"/>
              </a:defRPr>
            </a:lvl1pPr>
          </a:lstStyle>
          <a:p>
            <a:r>
              <a:rPr lang="en-US"/>
              <a:t>Click to edit Master title style</a:t>
            </a:r>
          </a:p>
        </p:txBody>
      </p:sp>
      <p:sp>
        <p:nvSpPr>
          <p:cNvPr id="16" name="Rectangle 15">
            <a:extLst>
              <a:ext uri="{FF2B5EF4-FFF2-40B4-BE49-F238E27FC236}">
                <a16:creationId xmlns:a16="http://schemas.microsoft.com/office/drawing/2014/main" id="{1C31B344-9358-422A-8D4C-CD4AE48E736D}"/>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5" name="Picture 24" descr="A picture containing clock, drawing, meter&#10;&#10;Description automatically generated">
            <a:extLst>
              <a:ext uri="{FF2B5EF4-FFF2-40B4-BE49-F238E27FC236}">
                <a16:creationId xmlns:a16="http://schemas.microsoft.com/office/drawing/2014/main" id="{39A5BB0E-CC7D-48C3-8D95-35B9546F2F7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Tree>
    <p:extLst>
      <p:ext uri="{BB962C8B-B14F-4D97-AF65-F5344CB8AC3E}">
        <p14:creationId xmlns:p14="http://schemas.microsoft.com/office/powerpoint/2010/main" val="4168230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Simulation">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63779F53-7C66-47AB-B265-0B04DB29A00B}"/>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5" name="Rectangle 4">
            <a:extLst>
              <a:ext uri="{FF2B5EF4-FFF2-40B4-BE49-F238E27FC236}">
                <a16:creationId xmlns:a16="http://schemas.microsoft.com/office/drawing/2014/main" id="{D5E0D2A3-77D2-4E3A-B6BF-609FF142EEC9}"/>
              </a:ext>
            </a:extLst>
          </p:cNvPr>
          <p:cNvSpPr/>
          <p:nvPr userDrawn="1"/>
        </p:nvSpPr>
        <p:spPr bwMode="auto">
          <a:xfrm>
            <a:off x="995680" y="1351280"/>
            <a:ext cx="10520680" cy="701040"/>
          </a:xfrm>
          <a:prstGeom prst="rect">
            <a:avLst/>
          </a:prstGeom>
          <a:solidFill>
            <a:schemeClr val="tx2"/>
          </a:solidFill>
          <a:ln>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2" name="Oval 1">
            <a:extLst>
              <a:ext uri="{FF2B5EF4-FFF2-40B4-BE49-F238E27FC236}">
                <a16:creationId xmlns:a16="http://schemas.microsoft.com/office/drawing/2014/main" id="{FF527B1C-8890-4298-87BB-6A45D4E3D31A}"/>
              </a:ext>
            </a:extLst>
          </p:cNvPr>
          <p:cNvSpPr/>
          <p:nvPr userDrawn="1"/>
        </p:nvSpPr>
        <p:spPr bwMode="auto">
          <a:xfrm>
            <a:off x="614680" y="1351280"/>
            <a:ext cx="713232" cy="713232"/>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ext Placeholder 2"/>
          <p:cNvSpPr>
            <a:spLocks noGrp="1"/>
          </p:cNvSpPr>
          <p:nvPr>
            <p:ph type="body" sz="quarter" idx="10" hasCustomPrompt="1"/>
          </p:nvPr>
        </p:nvSpPr>
        <p:spPr>
          <a:xfrm>
            <a:off x="1440180" y="1563301"/>
            <a:ext cx="9966960" cy="276999"/>
          </a:xfrm>
          <a:prstGeom prst="rect">
            <a:avLst/>
          </a:prstGeom>
        </p:spPr>
        <p:txBody>
          <a:bodyPr lIns="0" tIns="0" rIns="0" bIns="0" anchor="ctr" anchorCtr="0">
            <a:spAutoFit/>
          </a:bodyPr>
          <a:lstStyle>
            <a:lvl1pPr marL="0" indent="0" algn="l">
              <a:buFont typeface="Arial" panose="020B0604020202020204" pitchFamily="34" charset="0"/>
              <a:buNone/>
              <a:defRPr sz="2000">
                <a:solidFill>
                  <a:schemeClr val="tx1"/>
                </a:solidFill>
                <a:latin typeface="Arial" panose="020B0604020202020204" pitchFamily="34" charset="0"/>
                <a:cs typeface="Arial" panose="020B0604020202020204" pitchFamily="34" charset="0"/>
              </a:defRPr>
            </a:lvl1pPr>
            <a:lvl2pPr marL="448193"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2pPr>
            <a:lvl3pPr marL="672290"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3pPr>
            <a:lvl4pPr marL="896386"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4pPr>
            <a:lvl5pPr marL="1120483"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5pPr>
          </a:lstStyle>
          <a:p>
            <a:pPr lvl="0"/>
            <a:r>
              <a:rPr lang="en-US"/>
              <a:t>Exercise name goes here</a:t>
            </a:r>
          </a:p>
        </p:txBody>
      </p:sp>
      <p:sp>
        <p:nvSpPr>
          <p:cNvPr id="10" name="Rectangle 9">
            <a:extLst>
              <a:ext uri="{FF2B5EF4-FFF2-40B4-BE49-F238E27FC236}">
                <a16:creationId xmlns:a16="http://schemas.microsoft.com/office/drawing/2014/main" id="{1EB455DE-95D3-4E71-86C4-63499EAA7738}"/>
              </a:ext>
            </a:extLst>
          </p:cNvPr>
          <p:cNvSpPr/>
          <p:nvPr userDrawn="1"/>
        </p:nvSpPr>
        <p:spPr bwMode="auto">
          <a:xfrm>
            <a:off x="995680" y="2052320"/>
            <a:ext cx="10520680" cy="4226560"/>
          </a:xfrm>
          <a:prstGeom prst="rect">
            <a:avLst/>
          </a:prstGeom>
          <a:solidFill>
            <a:schemeClr val="bg1"/>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11" name="Picture 10" descr="A person sitting on a bench in front of a window&#10;&#10;Description automatically generated">
            <a:extLst>
              <a:ext uri="{FF2B5EF4-FFF2-40B4-BE49-F238E27FC236}">
                <a16:creationId xmlns:a16="http://schemas.microsoft.com/office/drawing/2014/main" id="{29DBB862-5FF7-4293-BE19-F0BC13D4B75F}"/>
              </a:ext>
            </a:extLst>
          </p:cNvPr>
          <p:cNvPicPr>
            <a:picLocks noChangeAspect="1"/>
          </p:cNvPicPr>
          <p:nvPr userDrawn="1"/>
        </p:nvPicPr>
        <p:blipFill rotWithShape="1">
          <a:blip r:embed="rId2"/>
          <a:srcRect l="52315" t="10128" r="10847" b="41825"/>
          <a:stretch/>
        </p:blipFill>
        <p:spPr>
          <a:xfrm>
            <a:off x="6783773" y="2082800"/>
            <a:ext cx="4713108" cy="4178808"/>
          </a:xfrm>
          <a:prstGeom prst="rect">
            <a:avLst/>
          </a:prstGeom>
        </p:spPr>
      </p:pic>
      <p:sp>
        <p:nvSpPr>
          <p:cNvPr id="12" name="Text Placeholder 2">
            <a:extLst>
              <a:ext uri="{FF2B5EF4-FFF2-40B4-BE49-F238E27FC236}">
                <a16:creationId xmlns:a16="http://schemas.microsoft.com/office/drawing/2014/main" id="{59F8A6E5-CADD-44E6-B535-70314ACFE3E1}"/>
              </a:ext>
            </a:extLst>
          </p:cNvPr>
          <p:cNvSpPr>
            <a:spLocks noGrp="1"/>
          </p:cNvSpPr>
          <p:nvPr>
            <p:ph type="body" sz="quarter" idx="11" hasCustomPrompt="1"/>
          </p:nvPr>
        </p:nvSpPr>
        <p:spPr>
          <a:xfrm>
            <a:off x="1160780" y="2241234"/>
            <a:ext cx="5486400" cy="276999"/>
          </a:xfrm>
          <a:prstGeom prst="rect">
            <a:avLst/>
          </a:prstGeom>
        </p:spPr>
        <p:txBody>
          <a:bodyPr lIns="0" tIns="0" rIns="0" bIns="0" anchor="ctr" anchorCtr="0">
            <a:spAutoFit/>
          </a:bodyPr>
          <a:lstStyle>
            <a:lvl1pPr marL="0" indent="0" algn="l">
              <a:buFont typeface="Arial" panose="020B0604020202020204" pitchFamily="34" charset="0"/>
              <a:buNone/>
              <a:defRPr sz="2000">
                <a:solidFill>
                  <a:schemeClr val="tx1"/>
                </a:solidFill>
                <a:latin typeface="Arial" panose="020B0604020202020204" pitchFamily="34" charset="0"/>
                <a:cs typeface="Arial" panose="020B0604020202020204" pitchFamily="34" charset="0"/>
              </a:defRPr>
            </a:lvl1pPr>
            <a:lvl2pPr marL="448193"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2pPr>
            <a:lvl3pPr marL="672290"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3pPr>
            <a:lvl4pPr marL="896386"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4pPr>
            <a:lvl5pPr marL="1120483"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5pPr>
          </a:lstStyle>
          <a:p>
            <a:pPr lvl="0"/>
            <a:r>
              <a:rPr lang="en-US"/>
              <a:t>Exercise description text goes here</a:t>
            </a:r>
          </a:p>
        </p:txBody>
      </p:sp>
      <p:sp>
        <p:nvSpPr>
          <p:cNvPr id="16" name="Title 5">
            <a:extLst>
              <a:ext uri="{FF2B5EF4-FFF2-40B4-BE49-F238E27FC236}">
                <a16:creationId xmlns:a16="http://schemas.microsoft.com/office/drawing/2014/main" id="{F8DB6F04-A142-42D8-8602-BB25B9E43DFC}"/>
              </a:ext>
            </a:extLst>
          </p:cNvPr>
          <p:cNvSpPr>
            <a:spLocks noGrp="1"/>
          </p:cNvSpPr>
          <p:nvPr>
            <p:ph type="title"/>
          </p:nvPr>
        </p:nvSpPr>
        <p:spPr>
          <a:xfrm>
            <a:off x="384048" y="137160"/>
            <a:ext cx="10009632" cy="576072"/>
          </a:xfrm>
          <a:prstGeom prst="rect">
            <a:avLst/>
          </a:prstGeom>
        </p:spPr>
        <p:txBody>
          <a:bodyPr lIns="0" tIns="0" rIns="0" bIns="0" anchor="ctr" anchorCtr="0">
            <a:normAutofit/>
          </a:bodyPr>
          <a:lstStyle>
            <a:lvl1pPr>
              <a:defRPr sz="2800">
                <a:solidFill>
                  <a:schemeClr val="bg2"/>
                </a:solidFill>
                <a:latin typeface="Arial" panose="020B0604020202020204" pitchFamily="34" charset="0"/>
                <a:cs typeface="Arial" panose="020B0604020202020204" pitchFamily="34" charset="0"/>
              </a:defRPr>
            </a:lvl1pPr>
          </a:lstStyle>
          <a:p>
            <a:r>
              <a:rPr lang="en-US"/>
              <a:t>Click to edit Master title style</a:t>
            </a:r>
          </a:p>
        </p:txBody>
      </p:sp>
      <p:sp>
        <p:nvSpPr>
          <p:cNvPr id="18" name="Rectangle 17">
            <a:extLst>
              <a:ext uri="{FF2B5EF4-FFF2-40B4-BE49-F238E27FC236}">
                <a16:creationId xmlns:a16="http://schemas.microsoft.com/office/drawing/2014/main" id="{D8B5C49D-2BB6-4D3E-B985-1B47246B5431}"/>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1" name="Picture 20" descr="A picture containing clock, drawing, meter&#10;&#10;Description automatically generated">
            <a:extLst>
              <a:ext uri="{FF2B5EF4-FFF2-40B4-BE49-F238E27FC236}">
                <a16:creationId xmlns:a16="http://schemas.microsoft.com/office/drawing/2014/main" id="{08E63656-40DD-4EAD-A76A-A81E31C5981C}"/>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pic>
        <p:nvPicPr>
          <p:cNvPr id="6" name="Picture 5">
            <a:extLst>
              <a:ext uri="{FF2B5EF4-FFF2-40B4-BE49-F238E27FC236}">
                <a16:creationId xmlns:a16="http://schemas.microsoft.com/office/drawing/2014/main" id="{1B91A661-E069-40F3-9B9C-3CDBFA60ECE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08277" y="1414397"/>
            <a:ext cx="574806" cy="574806"/>
          </a:xfrm>
          <a:prstGeom prst="rect">
            <a:avLst/>
          </a:prstGeom>
        </p:spPr>
      </p:pic>
    </p:spTree>
    <p:extLst>
      <p:ext uri="{BB962C8B-B14F-4D97-AF65-F5344CB8AC3E}">
        <p14:creationId xmlns:p14="http://schemas.microsoft.com/office/powerpoint/2010/main" val="3598620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Course Summary">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F816D950-FCCC-4886-9D48-894952DC8D48}"/>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16" name="Picture 15" descr="A person sitting at a table using a computer&#10;&#10;Description automatically generated">
            <a:extLst>
              <a:ext uri="{FF2B5EF4-FFF2-40B4-BE49-F238E27FC236}">
                <a16:creationId xmlns:a16="http://schemas.microsoft.com/office/drawing/2014/main" id="{AC057FDE-C1E9-480D-B71B-01AFDE117BA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14116"/>
          <a:stretch/>
        </p:blipFill>
        <p:spPr>
          <a:xfrm>
            <a:off x="5368556" y="877824"/>
            <a:ext cx="6823444" cy="5980176"/>
          </a:xfrm>
          <a:prstGeom prst="rect">
            <a:avLst/>
          </a:prstGeom>
        </p:spPr>
      </p:pic>
      <p:sp>
        <p:nvSpPr>
          <p:cNvPr id="3" name="Text Placeholder 2"/>
          <p:cNvSpPr>
            <a:spLocks noGrp="1"/>
          </p:cNvSpPr>
          <p:nvPr>
            <p:ph type="body" sz="quarter" idx="10" hasCustomPrompt="1"/>
          </p:nvPr>
        </p:nvSpPr>
        <p:spPr>
          <a:xfrm>
            <a:off x="384048" y="1187644"/>
            <a:ext cx="5811479" cy="5533196"/>
          </a:xfrm>
          <a:prstGeom prst="rect">
            <a:avLst/>
          </a:prstGeom>
        </p:spPr>
        <p:txBody>
          <a:bodyPr lIns="0" tIns="0" rIns="0" bIns="0"/>
          <a:lstStyle>
            <a:lvl1pPr marL="224097" indent="-224097">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1pPr>
            <a:lvl2pPr marL="448193" indent="-224097">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2pPr>
            <a:lvl3pPr marL="672290" indent="-224097">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896386" indent="-224097">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1120483" indent="-224097">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5">
            <a:extLst>
              <a:ext uri="{FF2B5EF4-FFF2-40B4-BE49-F238E27FC236}">
                <a16:creationId xmlns:a16="http://schemas.microsoft.com/office/drawing/2014/main" id="{FB571BCE-E50B-402F-AE57-7385CFCCB448}"/>
              </a:ext>
            </a:extLst>
          </p:cNvPr>
          <p:cNvSpPr>
            <a:spLocks noGrp="1"/>
          </p:cNvSpPr>
          <p:nvPr>
            <p:ph type="title"/>
          </p:nvPr>
        </p:nvSpPr>
        <p:spPr>
          <a:xfrm>
            <a:off x="384048" y="137160"/>
            <a:ext cx="10009632" cy="576072"/>
          </a:xfrm>
          <a:prstGeom prst="rect">
            <a:avLst/>
          </a:prstGeom>
        </p:spPr>
        <p:txBody>
          <a:bodyPr lIns="0" tIns="0" rIns="0" bIns="0" anchor="ctr" anchorCtr="0">
            <a:normAutofit/>
          </a:bodyPr>
          <a:lstStyle>
            <a:lvl1pPr>
              <a:defRPr sz="2800">
                <a:solidFill>
                  <a:schemeClr val="bg2"/>
                </a:solidFill>
                <a:latin typeface="Arial" panose="020B0604020202020204" pitchFamily="34" charset="0"/>
                <a:cs typeface="Arial" panose="020B0604020202020204" pitchFamily="34" charset="0"/>
              </a:defRPr>
            </a:lvl1pPr>
          </a:lstStyle>
          <a:p>
            <a:r>
              <a:rPr lang="en-US"/>
              <a:t>Click to edit Master title style</a:t>
            </a:r>
          </a:p>
        </p:txBody>
      </p:sp>
      <p:sp>
        <p:nvSpPr>
          <p:cNvPr id="13" name="Rectangle 12">
            <a:extLst>
              <a:ext uri="{FF2B5EF4-FFF2-40B4-BE49-F238E27FC236}">
                <a16:creationId xmlns:a16="http://schemas.microsoft.com/office/drawing/2014/main" id="{D82910AD-9F4B-410B-A018-61AB15896262}"/>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9" name="Picture 18" descr="A picture containing clock, drawing, meter&#10;&#10;Description automatically generated">
            <a:extLst>
              <a:ext uri="{FF2B5EF4-FFF2-40B4-BE49-F238E27FC236}">
                <a16:creationId xmlns:a16="http://schemas.microsoft.com/office/drawing/2014/main" id="{417CEF8F-82A9-465C-9DA8-1D0E7D6D89A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Tree>
    <p:extLst>
      <p:ext uri="{BB962C8B-B14F-4D97-AF65-F5344CB8AC3E}">
        <p14:creationId xmlns:p14="http://schemas.microsoft.com/office/powerpoint/2010/main" val="913111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Assessment Introduction">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4312BF16-5A2B-4FB4-B794-52205C0BB0D0}"/>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19" name="Picture 18" descr="A person sitting at a table looking at a computer&#10;&#10;Description automatically generated">
            <a:extLst>
              <a:ext uri="{FF2B5EF4-FFF2-40B4-BE49-F238E27FC236}">
                <a16:creationId xmlns:a16="http://schemas.microsoft.com/office/drawing/2014/main" id="{1606943D-DC6B-49D6-A7E7-A3C36394CF1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797696" y="877824"/>
            <a:ext cx="5394304" cy="5980176"/>
          </a:xfrm>
          <a:prstGeom prst="rect">
            <a:avLst/>
          </a:prstGeom>
        </p:spPr>
      </p:pic>
      <p:sp>
        <p:nvSpPr>
          <p:cNvPr id="3" name="Text Placeholder 2"/>
          <p:cNvSpPr>
            <a:spLocks noGrp="1"/>
          </p:cNvSpPr>
          <p:nvPr>
            <p:ph type="body" sz="quarter" idx="10" hasCustomPrompt="1"/>
          </p:nvPr>
        </p:nvSpPr>
        <p:spPr>
          <a:xfrm>
            <a:off x="384048" y="1187644"/>
            <a:ext cx="6155648" cy="5533196"/>
          </a:xfrm>
          <a:prstGeom prst="rect">
            <a:avLst/>
          </a:prstGeom>
        </p:spPr>
        <p:txBody>
          <a:bodyPr lIns="0" tIns="0" rIns="0" bIns="0"/>
          <a:lstStyle>
            <a:lvl1pPr marL="0" indent="0">
              <a:buFont typeface="Arial" panose="020B0604020202020204" pitchFamily="34" charset="0"/>
              <a:buNone/>
              <a:defRPr sz="2000">
                <a:solidFill>
                  <a:schemeClr val="tx1"/>
                </a:solidFill>
                <a:latin typeface="Arial" panose="020B0604020202020204" pitchFamily="34" charset="0"/>
                <a:cs typeface="Arial" panose="020B0604020202020204" pitchFamily="34" charset="0"/>
              </a:defRPr>
            </a:lvl1pPr>
            <a:lvl2pPr marL="224096" indent="0">
              <a:buFont typeface="Arial" panose="020B0604020202020204" pitchFamily="34" charset="0"/>
              <a:buNone/>
              <a:defRPr sz="2000">
                <a:solidFill>
                  <a:schemeClr val="tx1"/>
                </a:solidFill>
                <a:latin typeface="Segoe UI" panose="020B0502040204020203" pitchFamily="34" charset="0"/>
                <a:cs typeface="Segoe UI" panose="020B0502040204020203" pitchFamily="34" charset="0"/>
              </a:defRPr>
            </a:lvl2pPr>
            <a:lvl3pPr marL="448193" indent="0">
              <a:buFont typeface="Arial" panose="020B0604020202020204" pitchFamily="34" charset="0"/>
              <a:buNone/>
              <a:defRPr sz="2000">
                <a:solidFill>
                  <a:schemeClr val="tx1"/>
                </a:solidFill>
                <a:latin typeface="Segoe UI" panose="020B0502040204020203" pitchFamily="34" charset="0"/>
                <a:cs typeface="Segoe UI" panose="020B0502040204020203" pitchFamily="34" charset="0"/>
              </a:defRPr>
            </a:lvl3pPr>
            <a:lvl4pPr marL="672289" indent="0">
              <a:buFont typeface="Arial" panose="020B0604020202020204" pitchFamily="34" charset="0"/>
              <a:buNone/>
              <a:defRPr sz="2000">
                <a:solidFill>
                  <a:schemeClr val="tx1"/>
                </a:solidFill>
                <a:latin typeface="Segoe UI" panose="020B0502040204020203" pitchFamily="34" charset="0"/>
                <a:cs typeface="Segoe UI" panose="020B0502040204020203" pitchFamily="34" charset="0"/>
              </a:defRPr>
            </a:lvl4pPr>
            <a:lvl5pPr marL="896386" indent="0">
              <a:buFont typeface="Arial" panose="020B0604020202020204" pitchFamily="34" charset="0"/>
              <a:buNone/>
              <a:defRPr sz="2000">
                <a:solidFill>
                  <a:schemeClr val="tx1"/>
                </a:solidFill>
                <a:latin typeface="Segoe UI" panose="020B0502040204020203" pitchFamily="34" charset="0"/>
                <a:cs typeface="Segoe UI" panose="020B0502040204020203" pitchFamily="34" charset="0"/>
              </a:defRPr>
            </a:lvl5pPr>
          </a:lstStyle>
          <a:p>
            <a:pPr lvl="0"/>
            <a:r>
              <a:rPr lang="en-US"/>
              <a:t>Edit Master text styles</a:t>
            </a:r>
          </a:p>
        </p:txBody>
      </p:sp>
      <p:sp>
        <p:nvSpPr>
          <p:cNvPr id="11" name="Title 5">
            <a:extLst>
              <a:ext uri="{FF2B5EF4-FFF2-40B4-BE49-F238E27FC236}">
                <a16:creationId xmlns:a16="http://schemas.microsoft.com/office/drawing/2014/main" id="{F1AAA710-A7B5-4753-9B2A-5D6081D03F52}"/>
              </a:ext>
            </a:extLst>
          </p:cNvPr>
          <p:cNvSpPr>
            <a:spLocks noGrp="1"/>
          </p:cNvSpPr>
          <p:nvPr>
            <p:ph type="title"/>
          </p:nvPr>
        </p:nvSpPr>
        <p:spPr>
          <a:xfrm>
            <a:off x="384048" y="137160"/>
            <a:ext cx="10009632" cy="576072"/>
          </a:xfrm>
          <a:prstGeom prst="rect">
            <a:avLst/>
          </a:prstGeom>
        </p:spPr>
        <p:txBody>
          <a:bodyPr lIns="0" tIns="0" rIns="0" bIns="0" anchor="ctr" anchorCtr="0">
            <a:normAutofit/>
          </a:bodyPr>
          <a:lstStyle>
            <a:lvl1pPr>
              <a:defRPr sz="2800">
                <a:solidFill>
                  <a:schemeClr val="bg2"/>
                </a:solidFill>
                <a:latin typeface="Arial" panose="020B0604020202020204" pitchFamily="34" charset="0"/>
                <a:cs typeface="Arial" panose="020B0604020202020204" pitchFamily="34" charset="0"/>
              </a:defRPr>
            </a:lvl1pPr>
          </a:lstStyle>
          <a:p>
            <a:r>
              <a:rPr lang="en-US"/>
              <a:t>Click to edit Master title style</a:t>
            </a:r>
          </a:p>
        </p:txBody>
      </p:sp>
      <p:sp>
        <p:nvSpPr>
          <p:cNvPr id="13" name="Rectangle 12">
            <a:extLst>
              <a:ext uri="{FF2B5EF4-FFF2-40B4-BE49-F238E27FC236}">
                <a16:creationId xmlns:a16="http://schemas.microsoft.com/office/drawing/2014/main" id="{F5F1E28F-75A6-4D2E-8640-6E8E5C8321E3}"/>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3" name="Picture 22" descr="A picture containing clock, drawing, meter&#10;&#10;Description automatically generated">
            <a:extLst>
              <a:ext uri="{FF2B5EF4-FFF2-40B4-BE49-F238E27FC236}">
                <a16:creationId xmlns:a16="http://schemas.microsoft.com/office/drawing/2014/main" id="{5AA97642-AF9B-41B4-A210-079A8A2BCFA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Tree>
    <p:extLst>
      <p:ext uri="{BB962C8B-B14F-4D97-AF65-F5344CB8AC3E}">
        <p14:creationId xmlns:p14="http://schemas.microsoft.com/office/powerpoint/2010/main" val="5590888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Assessment Questions">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58229A97-A982-49DC-A34F-9B129FD5B00D}"/>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18" name="Rectangle 17">
            <a:extLst>
              <a:ext uri="{FF2B5EF4-FFF2-40B4-BE49-F238E27FC236}">
                <a16:creationId xmlns:a16="http://schemas.microsoft.com/office/drawing/2014/main" id="{7F204B0F-5690-47F8-AEE7-8A468B303B6A}"/>
              </a:ext>
            </a:extLst>
          </p:cNvPr>
          <p:cNvSpPr/>
          <p:nvPr userDrawn="1"/>
        </p:nvSpPr>
        <p:spPr bwMode="auto">
          <a:xfrm>
            <a:off x="0" y="1145540"/>
            <a:ext cx="12192000" cy="1082041"/>
          </a:xfrm>
          <a:prstGeom prst="rect">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19" name="Oval 18">
            <a:extLst>
              <a:ext uri="{FF2B5EF4-FFF2-40B4-BE49-F238E27FC236}">
                <a16:creationId xmlns:a16="http://schemas.microsoft.com/office/drawing/2014/main" id="{D7786165-3E57-45C7-980E-6EFB25D957F0}"/>
              </a:ext>
            </a:extLst>
          </p:cNvPr>
          <p:cNvSpPr/>
          <p:nvPr userDrawn="1"/>
        </p:nvSpPr>
        <p:spPr bwMode="auto">
          <a:xfrm>
            <a:off x="104685" y="994844"/>
            <a:ext cx="1371600" cy="1371600"/>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endParaRPr lang="en-US" sz="6000" dirty="0">
              <a:gradFill>
                <a:gsLst>
                  <a:gs pos="0">
                    <a:srgbClr val="FFFFFF"/>
                  </a:gs>
                  <a:gs pos="100000">
                    <a:srgbClr val="FFFFFF"/>
                  </a:gs>
                </a:gsLst>
                <a:lin ang="5400000" scaled="0"/>
              </a:gradFill>
              <a:ea typeface="Segoe UI" pitchFamily="34" charset="0"/>
              <a:cs typeface="Segoe UI" pitchFamily="34" charset="0"/>
            </a:endParaRPr>
          </a:p>
        </p:txBody>
      </p:sp>
      <p:sp>
        <p:nvSpPr>
          <p:cNvPr id="20" name="Rectangle 19">
            <a:extLst>
              <a:ext uri="{FF2B5EF4-FFF2-40B4-BE49-F238E27FC236}">
                <a16:creationId xmlns:a16="http://schemas.microsoft.com/office/drawing/2014/main" id="{85600C12-DDE2-490E-819B-0E2565EEE14D}"/>
              </a:ext>
            </a:extLst>
          </p:cNvPr>
          <p:cNvSpPr/>
          <p:nvPr userDrawn="1"/>
        </p:nvSpPr>
        <p:spPr bwMode="auto">
          <a:xfrm>
            <a:off x="0" y="1040564"/>
            <a:ext cx="937549" cy="1343821"/>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21" name="Oval 20">
            <a:extLst>
              <a:ext uri="{FF2B5EF4-FFF2-40B4-BE49-F238E27FC236}">
                <a16:creationId xmlns:a16="http://schemas.microsoft.com/office/drawing/2014/main" id="{BE45A741-72C8-42C3-AA1E-1322A51E854F}"/>
              </a:ext>
            </a:extLst>
          </p:cNvPr>
          <p:cNvSpPr/>
          <p:nvPr userDrawn="1"/>
        </p:nvSpPr>
        <p:spPr bwMode="auto">
          <a:xfrm>
            <a:off x="115102" y="1040564"/>
            <a:ext cx="1280160" cy="128016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6000" dirty="0">
                <a:solidFill>
                  <a:schemeClr val="tx1"/>
                </a:solidFill>
                <a:ea typeface="Segoe UI" pitchFamily="34" charset="0"/>
                <a:cs typeface="Segoe UI" pitchFamily="34" charset="0"/>
              </a:rPr>
              <a:t>Q</a:t>
            </a:r>
          </a:p>
        </p:txBody>
      </p:sp>
      <p:sp>
        <p:nvSpPr>
          <p:cNvPr id="3" name="Text Placeholder 2"/>
          <p:cNvSpPr>
            <a:spLocks noGrp="1"/>
          </p:cNvSpPr>
          <p:nvPr>
            <p:ph type="body" sz="quarter" idx="10" hasCustomPrompt="1"/>
          </p:nvPr>
        </p:nvSpPr>
        <p:spPr>
          <a:xfrm>
            <a:off x="1686560" y="1254221"/>
            <a:ext cx="10393680" cy="864678"/>
          </a:xfrm>
          <a:prstGeom prst="rect">
            <a:avLst/>
          </a:prstGeom>
        </p:spPr>
        <p:txBody>
          <a:bodyPr lIns="0" tIns="0" rIns="0" bIns="0"/>
          <a:lstStyle>
            <a:lvl1pPr marL="0" indent="0">
              <a:buFont typeface="Arial" panose="020B0604020202020204" pitchFamily="34" charset="0"/>
              <a:buNone/>
              <a:defRPr sz="2000">
                <a:solidFill>
                  <a:schemeClr val="tx1"/>
                </a:solidFill>
                <a:latin typeface="Arial" panose="020B0604020202020204" pitchFamily="34" charset="0"/>
                <a:cs typeface="Arial" panose="020B0604020202020204" pitchFamily="34" charset="0"/>
              </a:defRPr>
            </a:lvl1pPr>
            <a:lvl2pPr marL="448193"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2pPr>
            <a:lvl3pPr marL="672290"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3pPr>
            <a:lvl4pPr marL="896386"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4pPr>
            <a:lvl5pPr marL="1120483"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5pPr>
          </a:lstStyle>
          <a:p>
            <a:pPr lvl="0"/>
            <a:r>
              <a:rPr lang="en-US"/>
              <a:t>Question text goes here</a:t>
            </a:r>
          </a:p>
        </p:txBody>
      </p:sp>
      <p:sp>
        <p:nvSpPr>
          <p:cNvPr id="8" name="Text Placeholder 2">
            <a:extLst>
              <a:ext uri="{FF2B5EF4-FFF2-40B4-BE49-F238E27FC236}">
                <a16:creationId xmlns:a16="http://schemas.microsoft.com/office/drawing/2014/main" id="{781D44AD-6B87-4521-AE6A-61D11347790D}"/>
              </a:ext>
            </a:extLst>
          </p:cNvPr>
          <p:cNvSpPr>
            <a:spLocks noGrp="1"/>
          </p:cNvSpPr>
          <p:nvPr>
            <p:ph type="body" sz="quarter" idx="11" hasCustomPrompt="1"/>
          </p:nvPr>
        </p:nvSpPr>
        <p:spPr>
          <a:xfrm>
            <a:off x="1686560" y="2296160"/>
            <a:ext cx="5577840" cy="365760"/>
          </a:xfrm>
          <a:prstGeom prst="rect">
            <a:avLst/>
          </a:prstGeom>
        </p:spPr>
        <p:txBody>
          <a:bodyPr lIns="0" tIns="0" rIns="0" bIns="0"/>
          <a:lstStyle>
            <a:lvl1pPr marL="0" indent="0">
              <a:buFont typeface="Arial" panose="020B0604020202020204" pitchFamily="34" charset="0"/>
              <a:buNone/>
              <a:defRPr sz="1400" i="1">
                <a:solidFill>
                  <a:schemeClr val="bg2"/>
                </a:solidFill>
                <a:latin typeface="Arial" panose="020B0604020202020204" pitchFamily="34" charset="0"/>
                <a:cs typeface="Arial" panose="020B0604020202020204" pitchFamily="34" charset="0"/>
              </a:defRPr>
            </a:lvl1pPr>
            <a:lvl2pPr marL="448193"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2pPr>
            <a:lvl3pPr marL="672290"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3pPr>
            <a:lvl4pPr marL="896386"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4pPr>
            <a:lvl5pPr marL="1120483"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5pPr>
          </a:lstStyle>
          <a:p>
            <a:pPr lvl="0"/>
            <a:r>
              <a:rPr lang="en-US"/>
              <a:t>Instruction text goes here</a:t>
            </a:r>
          </a:p>
        </p:txBody>
      </p:sp>
      <p:sp>
        <p:nvSpPr>
          <p:cNvPr id="10" name="Text Placeholder 2">
            <a:extLst>
              <a:ext uri="{FF2B5EF4-FFF2-40B4-BE49-F238E27FC236}">
                <a16:creationId xmlns:a16="http://schemas.microsoft.com/office/drawing/2014/main" id="{D5397296-2B3F-498D-8321-B537DBF8E127}"/>
              </a:ext>
            </a:extLst>
          </p:cNvPr>
          <p:cNvSpPr>
            <a:spLocks noGrp="1"/>
          </p:cNvSpPr>
          <p:nvPr>
            <p:ph type="body" sz="quarter" idx="12" hasCustomPrompt="1"/>
          </p:nvPr>
        </p:nvSpPr>
        <p:spPr>
          <a:xfrm>
            <a:off x="1686560" y="2933491"/>
            <a:ext cx="5516880" cy="221599"/>
          </a:xfrm>
          <a:prstGeom prst="rect">
            <a:avLst/>
          </a:prstGeom>
        </p:spPr>
        <p:txBody>
          <a:bodyPr wrap="square" lIns="0" tIns="0" rIns="0" bIns="0">
            <a:spAutoFit/>
          </a:bodyPr>
          <a:lstStyle>
            <a:lvl1pPr marL="457200" indent="-457200">
              <a:buFont typeface="+mj-lt"/>
              <a:buAutoNum type="alphaUcPeriod"/>
              <a:defRPr sz="1600">
                <a:solidFill>
                  <a:schemeClr val="tx1"/>
                </a:solidFill>
                <a:latin typeface="Arial" panose="020B0604020202020204" pitchFamily="34" charset="0"/>
                <a:cs typeface="Arial" panose="020B0604020202020204" pitchFamily="34" charset="0"/>
              </a:defRPr>
            </a:lvl1pPr>
            <a:lvl2pPr marL="448193"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2pPr>
            <a:lvl3pPr marL="672290"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3pPr>
            <a:lvl4pPr marL="896386"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4pPr>
            <a:lvl5pPr marL="1120483"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5pPr>
          </a:lstStyle>
          <a:p>
            <a:pPr lvl="0"/>
            <a:r>
              <a:rPr lang="en-US"/>
              <a:t>Options text goes here</a:t>
            </a:r>
          </a:p>
        </p:txBody>
      </p:sp>
      <p:sp>
        <p:nvSpPr>
          <p:cNvPr id="15" name="Title 5">
            <a:extLst>
              <a:ext uri="{FF2B5EF4-FFF2-40B4-BE49-F238E27FC236}">
                <a16:creationId xmlns:a16="http://schemas.microsoft.com/office/drawing/2014/main" id="{4BA3696F-8B32-4EB4-897D-22A0A412A087}"/>
              </a:ext>
            </a:extLst>
          </p:cNvPr>
          <p:cNvSpPr>
            <a:spLocks noGrp="1"/>
          </p:cNvSpPr>
          <p:nvPr>
            <p:ph type="title"/>
          </p:nvPr>
        </p:nvSpPr>
        <p:spPr>
          <a:xfrm>
            <a:off x="384048" y="137160"/>
            <a:ext cx="10009632" cy="576072"/>
          </a:xfrm>
          <a:prstGeom prst="rect">
            <a:avLst/>
          </a:prstGeom>
        </p:spPr>
        <p:txBody>
          <a:bodyPr lIns="0" tIns="0" rIns="0" bIns="0" anchor="ctr" anchorCtr="0">
            <a:normAutofit/>
          </a:bodyPr>
          <a:lstStyle>
            <a:lvl1pPr>
              <a:defRPr sz="2800">
                <a:solidFill>
                  <a:schemeClr val="bg2"/>
                </a:solidFill>
                <a:latin typeface="Arial" panose="020B0604020202020204" pitchFamily="34" charset="0"/>
                <a:cs typeface="Arial" panose="020B0604020202020204" pitchFamily="34" charset="0"/>
              </a:defRPr>
            </a:lvl1pPr>
          </a:lstStyle>
          <a:p>
            <a:r>
              <a:rPr lang="en-US"/>
              <a:t>Click to edit Master title style</a:t>
            </a:r>
          </a:p>
        </p:txBody>
      </p:sp>
      <p:sp>
        <p:nvSpPr>
          <p:cNvPr id="17" name="Rectangle 16">
            <a:extLst>
              <a:ext uri="{FF2B5EF4-FFF2-40B4-BE49-F238E27FC236}">
                <a16:creationId xmlns:a16="http://schemas.microsoft.com/office/drawing/2014/main" id="{0AD6740E-366F-4962-B564-0720D7845AB5}"/>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4" name="Picture 23" descr="A picture containing clock, drawing, meter&#10;&#10;Description automatically generated">
            <a:extLst>
              <a:ext uri="{FF2B5EF4-FFF2-40B4-BE49-F238E27FC236}">
                <a16:creationId xmlns:a16="http://schemas.microsoft.com/office/drawing/2014/main" id="{82C711D1-E117-426D-85B3-2AE7E2DB89B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pic>
        <p:nvPicPr>
          <p:cNvPr id="14" name="Picture 13" descr="A hand holding an object in his hand&#10;&#10;Description automatically generated">
            <a:extLst>
              <a:ext uri="{FF2B5EF4-FFF2-40B4-BE49-F238E27FC236}">
                <a16:creationId xmlns:a16="http://schemas.microsoft.com/office/drawing/2014/main" id="{1FE8A041-2D99-4462-A338-1BC162A879A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361416" y="2226842"/>
            <a:ext cx="4830584" cy="4631157"/>
          </a:xfrm>
          <a:prstGeom prst="rect">
            <a:avLst/>
          </a:prstGeom>
        </p:spPr>
      </p:pic>
    </p:spTree>
    <p:extLst>
      <p:ext uri="{BB962C8B-B14F-4D97-AF65-F5344CB8AC3E}">
        <p14:creationId xmlns:p14="http://schemas.microsoft.com/office/powerpoint/2010/main" val="2744486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Course Title">
    <p:bg>
      <p:bgPr>
        <a:solidFill>
          <a:schemeClr val="tx1"/>
        </a:solidFill>
        <a:effectLst/>
      </p:bgPr>
    </p:bg>
    <p:spTree>
      <p:nvGrpSpPr>
        <p:cNvPr id="1" name=""/>
        <p:cNvGrpSpPr/>
        <p:nvPr/>
      </p:nvGrpSpPr>
      <p:grpSpPr>
        <a:xfrm>
          <a:off x="0" y="0"/>
          <a:ext cx="0" cy="0"/>
          <a:chOff x="0" y="0"/>
          <a:chExt cx="0" cy="0"/>
        </a:xfrm>
      </p:grpSpPr>
      <p:pic>
        <p:nvPicPr>
          <p:cNvPr id="1026" name="Picture 2" descr="Group of diverse people having a business meeting Free Photo">
            <a:extLst>
              <a:ext uri="{FF2B5EF4-FFF2-40B4-BE49-F238E27FC236}">
                <a16:creationId xmlns:a16="http://schemas.microsoft.com/office/drawing/2014/main" id="{9408313E-3B22-4D5E-81B6-BC8FF72D0566}"/>
              </a:ext>
            </a:extLst>
          </p:cNvPr>
          <p:cNvPicPr preferRelativeResize="0">
            <a:picLocks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88952"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Parallelogram 2">
            <a:extLst>
              <a:ext uri="{FF2B5EF4-FFF2-40B4-BE49-F238E27FC236}">
                <a16:creationId xmlns:a16="http://schemas.microsoft.com/office/drawing/2014/main" id="{F298E506-1B5C-4C78-B2BD-BF9668D49515}"/>
              </a:ext>
            </a:extLst>
          </p:cNvPr>
          <p:cNvSpPr/>
          <p:nvPr userDrawn="1"/>
        </p:nvSpPr>
        <p:spPr bwMode="auto">
          <a:xfrm>
            <a:off x="0" y="0"/>
            <a:ext cx="12188952" cy="6858000"/>
          </a:xfrm>
          <a:prstGeom prst="parallelogram">
            <a:avLst>
              <a:gd name="adj" fmla="val 0"/>
            </a:avLst>
          </a:prstGeom>
          <a:solidFill>
            <a:schemeClr val="tx2">
              <a:alpha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15" name="Rectangle 14">
            <a:extLst>
              <a:ext uri="{FF2B5EF4-FFF2-40B4-BE49-F238E27FC236}">
                <a16:creationId xmlns:a16="http://schemas.microsoft.com/office/drawing/2014/main" id="{4F038713-141C-4538-AC0C-CF912C076D97}"/>
              </a:ext>
            </a:extLst>
          </p:cNvPr>
          <p:cNvSpPr/>
          <p:nvPr userDrawn="1"/>
        </p:nvSpPr>
        <p:spPr bwMode="auto">
          <a:xfrm>
            <a:off x="0" y="2357322"/>
            <a:ext cx="12188952" cy="2143356"/>
          </a:xfrm>
          <a:prstGeom prst="rect">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4" name="Isosceles Triangle 3">
            <a:extLst>
              <a:ext uri="{FF2B5EF4-FFF2-40B4-BE49-F238E27FC236}">
                <a16:creationId xmlns:a16="http://schemas.microsoft.com/office/drawing/2014/main" id="{51A9DFB7-E228-40B7-9937-AEE5A9DB850E}"/>
              </a:ext>
            </a:extLst>
          </p:cNvPr>
          <p:cNvSpPr/>
          <p:nvPr userDrawn="1"/>
        </p:nvSpPr>
        <p:spPr bwMode="auto">
          <a:xfrm rot="5400000">
            <a:off x="-431598" y="2788920"/>
            <a:ext cx="2143356" cy="1280160"/>
          </a:xfrm>
          <a:prstGeom prst="triangl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18" name="Isosceles Triangle 17">
            <a:extLst>
              <a:ext uri="{FF2B5EF4-FFF2-40B4-BE49-F238E27FC236}">
                <a16:creationId xmlns:a16="http://schemas.microsoft.com/office/drawing/2014/main" id="{B13AF14E-AD18-4C83-8E73-F953E1FD6E2F}"/>
              </a:ext>
            </a:extLst>
          </p:cNvPr>
          <p:cNvSpPr/>
          <p:nvPr userDrawn="1"/>
        </p:nvSpPr>
        <p:spPr bwMode="auto">
          <a:xfrm rot="16200000" flipH="1">
            <a:off x="10480242" y="2788920"/>
            <a:ext cx="2143356" cy="1280160"/>
          </a:xfrm>
          <a:prstGeom prst="triangl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6" name="Title 1">
            <a:extLst>
              <a:ext uri="{FF2B5EF4-FFF2-40B4-BE49-F238E27FC236}">
                <a16:creationId xmlns:a16="http://schemas.microsoft.com/office/drawing/2014/main" id="{CE63B271-A58B-4A22-9939-C48CE3A3301A}"/>
              </a:ext>
            </a:extLst>
          </p:cNvPr>
          <p:cNvSpPr>
            <a:spLocks noGrp="1"/>
          </p:cNvSpPr>
          <p:nvPr userDrawn="1">
            <p:ph type="title" hasCustomPrompt="1"/>
          </p:nvPr>
        </p:nvSpPr>
        <p:spPr bwMode="ltGray">
          <a:xfrm>
            <a:off x="1488895" y="2426656"/>
            <a:ext cx="9211163" cy="2004688"/>
          </a:xfrm>
          <a:prstGeom prst="rect">
            <a:avLst/>
          </a:prstGeom>
          <a:noFill/>
        </p:spPr>
        <p:txBody>
          <a:bodyPr lIns="91440" tIns="91440" rIns="91440" bIns="91440" anchor="ctr" anchorCtr="0">
            <a:noAutofit/>
          </a:bodyPr>
          <a:lstStyle>
            <a:lvl1pPr algn="ctr">
              <a:defRPr sz="4800" spc="-98" baseline="0">
                <a:solidFill>
                  <a:schemeClr val="bg1"/>
                </a:solidFill>
                <a:latin typeface="Neue Haas Grotesk Text Pro" panose="020B0504020202020204" pitchFamily="34" charset="0"/>
                <a:cs typeface="Segoe UI" panose="020B0502040204020203" pitchFamily="34" charset="0"/>
              </a:defRPr>
            </a:lvl1pPr>
          </a:lstStyle>
          <a:p>
            <a:r>
              <a:rPr lang="en-US"/>
              <a:t>Course Name</a:t>
            </a:r>
          </a:p>
        </p:txBody>
      </p:sp>
      <p:sp>
        <p:nvSpPr>
          <p:cNvPr id="20" name="Isosceles Triangle 19">
            <a:extLst>
              <a:ext uri="{FF2B5EF4-FFF2-40B4-BE49-F238E27FC236}">
                <a16:creationId xmlns:a16="http://schemas.microsoft.com/office/drawing/2014/main" id="{A97C88E9-1674-4EAA-9753-0950BF63CF44}"/>
              </a:ext>
            </a:extLst>
          </p:cNvPr>
          <p:cNvSpPr/>
          <p:nvPr userDrawn="1"/>
        </p:nvSpPr>
        <p:spPr bwMode="auto">
          <a:xfrm rot="5400000">
            <a:off x="774072" y="3268252"/>
            <a:ext cx="538278" cy="321497"/>
          </a:xfrm>
          <a:prstGeom prst="triangl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23" name="Isosceles Triangle 22">
            <a:extLst>
              <a:ext uri="{FF2B5EF4-FFF2-40B4-BE49-F238E27FC236}">
                <a16:creationId xmlns:a16="http://schemas.microsoft.com/office/drawing/2014/main" id="{33C23EAB-927A-4CFC-B82D-00A51C05C0B1}"/>
              </a:ext>
            </a:extLst>
          </p:cNvPr>
          <p:cNvSpPr/>
          <p:nvPr userDrawn="1"/>
        </p:nvSpPr>
        <p:spPr bwMode="auto">
          <a:xfrm rot="16200000" flipH="1">
            <a:off x="10879650" y="3268252"/>
            <a:ext cx="538278" cy="321497"/>
          </a:xfrm>
          <a:prstGeom prst="triangl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26" name="Picture 25" descr="A picture containing drawing&#10;&#10;Description automatically generated">
            <a:extLst>
              <a:ext uri="{FF2B5EF4-FFF2-40B4-BE49-F238E27FC236}">
                <a16:creationId xmlns:a16="http://schemas.microsoft.com/office/drawing/2014/main" id="{AE2E4E43-00C8-4264-8A46-C7C6CA8A6554}"/>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b="22729"/>
          <a:stretch/>
        </p:blipFill>
        <p:spPr>
          <a:xfrm>
            <a:off x="4818356" y="1602047"/>
            <a:ext cx="2555289" cy="581862"/>
          </a:xfrm>
          <a:prstGeom prst="rect">
            <a:avLst/>
          </a:prstGeom>
        </p:spPr>
      </p:pic>
    </p:spTree>
    <p:extLst>
      <p:ext uri="{BB962C8B-B14F-4D97-AF65-F5344CB8AC3E}">
        <p14:creationId xmlns:p14="http://schemas.microsoft.com/office/powerpoint/2010/main" val="138901293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pic>
        <p:nvPicPr>
          <p:cNvPr id="42" name="Picture 41" descr="A group of clouds in the sky at sunset&#10;&#10;Description automatically generated">
            <a:extLst>
              <a:ext uri="{FF2B5EF4-FFF2-40B4-BE49-F238E27FC236}">
                <a16:creationId xmlns:a16="http://schemas.microsoft.com/office/drawing/2014/main" id="{98D825B7-F422-4513-866B-D235AE9FF639}"/>
              </a:ext>
            </a:extLst>
          </p:cNvPr>
          <p:cNvPicPr preferRelativeResize="0">
            <a:picLocks/>
          </p:cNvPicPr>
          <p:nvPr userDrawn="1"/>
        </p:nvPicPr>
        <p:blipFill rotWithShape="1">
          <a:blip r:embed="rId2">
            <a:extLst>
              <a:ext uri="{28A0092B-C50C-407E-A947-70E740481C1C}">
                <a14:useLocalDpi xmlns:a14="http://schemas.microsoft.com/office/drawing/2010/main" val="0"/>
              </a:ext>
            </a:extLst>
          </a:blip>
          <a:srcRect t="15157" b="12207"/>
          <a:stretch/>
        </p:blipFill>
        <p:spPr>
          <a:xfrm>
            <a:off x="1524" y="877824"/>
            <a:ext cx="12188952" cy="5980176"/>
          </a:xfrm>
          <a:prstGeom prst="rect">
            <a:avLst/>
          </a:prstGeom>
        </p:spPr>
      </p:pic>
      <p:sp>
        <p:nvSpPr>
          <p:cNvPr id="14" name="Parallelogram 13">
            <a:extLst>
              <a:ext uri="{FF2B5EF4-FFF2-40B4-BE49-F238E27FC236}">
                <a16:creationId xmlns:a16="http://schemas.microsoft.com/office/drawing/2014/main" id="{1A6130F7-3C79-4D0A-B82C-4BB4DED31720}"/>
              </a:ext>
            </a:extLst>
          </p:cNvPr>
          <p:cNvSpPr/>
          <p:nvPr userDrawn="1"/>
        </p:nvSpPr>
        <p:spPr bwMode="auto">
          <a:xfrm>
            <a:off x="0" y="875392"/>
            <a:ext cx="12188952" cy="5982607"/>
          </a:xfrm>
          <a:prstGeom prst="parallelogram">
            <a:avLst>
              <a:gd name="adj" fmla="val 0"/>
            </a:avLst>
          </a:prstGeom>
          <a:solidFill>
            <a:schemeClr val="bg2">
              <a:alpha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9" name="Rectangle 8">
            <a:extLst>
              <a:ext uri="{FF2B5EF4-FFF2-40B4-BE49-F238E27FC236}">
                <a16:creationId xmlns:a16="http://schemas.microsoft.com/office/drawing/2014/main" id="{A1262DB9-DA84-4E51-88AF-26B6AE176E59}"/>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6" name="Title 5"/>
          <p:cNvSpPr>
            <a:spLocks noGrp="1"/>
          </p:cNvSpPr>
          <p:nvPr>
            <p:ph type="title"/>
          </p:nvPr>
        </p:nvSpPr>
        <p:spPr>
          <a:xfrm>
            <a:off x="384048" y="137160"/>
            <a:ext cx="10009632" cy="576072"/>
          </a:xfrm>
          <a:prstGeom prst="rect">
            <a:avLst/>
          </a:prstGeom>
        </p:spPr>
        <p:txBody>
          <a:bodyPr lIns="0" tIns="0" rIns="0" bIns="0" anchor="ctr" anchorCtr="0">
            <a:normAutofit/>
          </a:bodyPr>
          <a:lstStyle>
            <a:lvl1pPr>
              <a:defRPr sz="2800">
                <a:solidFill>
                  <a:schemeClr val="bg2"/>
                </a:solidFill>
                <a:latin typeface="Neue Haas Grotesk Text Pro" panose="020B0504020202020204" pitchFamily="34" charset="0"/>
                <a:cs typeface="Segoe UI Semibold" panose="020B0702040204020203" pitchFamily="34" charset="0"/>
              </a:defRPr>
            </a:lvl1pPr>
          </a:lstStyle>
          <a:p>
            <a:r>
              <a:rPr lang="en-US"/>
              <a:t>Click to edit Master title style</a:t>
            </a:r>
          </a:p>
        </p:txBody>
      </p:sp>
      <p:sp>
        <p:nvSpPr>
          <p:cNvPr id="13" name="Rectangle 12">
            <a:extLst>
              <a:ext uri="{FF2B5EF4-FFF2-40B4-BE49-F238E27FC236}">
                <a16:creationId xmlns:a16="http://schemas.microsoft.com/office/drawing/2014/main" id="{6C2780E0-EB76-45EB-BBE8-3B68BBA07509}"/>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ight Triangle 14">
            <a:extLst>
              <a:ext uri="{FF2B5EF4-FFF2-40B4-BE49-F238E27FC236}">
                <a16:creationId xmlns:a16="http://schemas.microsoft.com/office/drawing/2014/main" id="{904757D4-488D-4F9E-BCD8-743916D67605}"/>
              </a:ext>
            </a:extLst>
          </p:cNvPr>
          <p:cNvSpPr/>
          <p:nvPr userDrawn="1"/>
        </p:nvSpPr>
        <p:spPr bwMode="auto">
          <a:xfrm flipV="1">
            <a:off x="0" y="875392"/>
            <a:ext cx="1966539" cy="1966539"/>
          </a:xfrm>
          <a:prstGeom prst="rtTriangl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16" name="Rectangle 15">
            <a:extLst>
              <a:ext uri="{FF2B5EF4-FFF2-40B4-BE49-F238E27FC236}">
                <a16:creationId xmlns:a16="http://schemas.microsoft.com/office/drawing/2014/main" id="{A6341799-B642-43B9-80FB-F7F5B39DDDB9}"/>
              </a:ext>
            </a:extLst>
          </p:cNvPr>
          <p:cNvSpPr/>
          <p:nvPr userDrawn="1"/>
        </p:nvSpPr>
        <p:spPr bwMode="auto">
          <a:xfrm>
            <a:off x="2720340" y="937549"/>
            <a:ext cx="6751320" cy="5833641"/>
          </a:xfrm>
          <a:prstGeom prst="rect">
            <a:avLst/>
          </a:prstGeom>
          <a:solidFill>
            <a:schemeClr val="tx1">
              <a:alpha val="6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40" name="Right Triangle 39">
            <a:extLst>
              <a:ext uri="{FF2B5EF4-FFF2-40B4-BE49-F238E27FC236}">
                <a16:creationId xmlns:a16="http://schemas.microsoft.com/office/drawing/2014/main" id="{CA355A64-3F45-4112-ADC1-D3A919D060BE}"/>
              </a:ext>
            </a:extLst>
          </p:cNvPr>
          <p:cNvSpPr/>
          <p:nvPr userDrawn="1"/>
        </p:nvSpPr>
        <p:spPr bwMode="auto">
          <a:xfrm flipH="1">
            <a:off x="10225461" y="4891461"/>
            <a:ext cx="1966539" cy="1966539"/>
          </a:xfrm>
          <a:prstGeom prst="rtTriangl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49" name="Picture 48" descr="A picture containing clock, drawing, meter&#10;&#10;Description automatically generated">
            <a:extLst>
              <a:ext uri="{FF2B5EF4-FFF2-40B4-BE49-F238E27FC236}">
                <a16:creationId xmlns:a16="http://schemas.microsoft.com/office/drawing/2014/main" id="{08359939-7147-4454-A088-FC31F65D6FA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Tree>
    <p:extLst>
      <p:ext uri="{BB962C8B-B14F-4D97-AF65-F5344CB8AC3E}">
        <p14:creationId xmlns:p14="http://schemas.microsoft.com/office/powerpoint/2010/main" val="34846575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Objectives">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3874A217-532C-4C55-A769-E41DB0AB8D75}"/>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5" name="Rectangle 4">
            <a:extLst>
              <a:ext uri="{FF2B5EF4-FFF2-40B4-BE49-F238E27FC236}">
                <a16:creationId xmlns:a16="http://schemas.microsoft.com/office/drawing/2014/main" id="{9307DF50-7F29-4DEA-BA78-97B45D60E27F}"/>
              </a:ext>
            </a:extLst>
          </p:cNvPr>
          <p:cNvSpPr/>
          <p:nvPr userDrawn="1"/>
        </p:nvSpPr>
        <p:spPr bwMode="auto">
          <a:xfrm>
            <a:off x="4629051" y="868680"/>
            <a:ext cx="138896" cy="598932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2" name="Rectangle 1">
            <a:extLst>
              <a:ext uri="{FF2B5EF4-FFF2-40B4-BE49-F238E27FC236}">
                <a16:creationId xmlns:a16="http://schemas.microsoft.com/office/drawing/2014/main" id="{BB8FDEF3-823D-41E2-8BD8-CBC964FB65D0}"/>
              </a:ext>
            </a:extLst>
          </p:cNvPr>
          <p:cNvSpPr/>
          <p:nvPr userDrawn="1"/>
        </p:nvSpPr>
        <p:spPr bwMode="auto">
          <a:xfrm>
            <a:off x="4560425" y="1099595"/>
            <a:ext cx="7208456" cy="524007"/>
          </a:xfrm>
          <a:prstGeom prst="rect">
            <a:avLst/>
          </a:prstGeom>
          <a:gradFill flip="none" rotWithShape="1">
            <a:gsLst>
              <a:gs pos="0">
                <a:schemeClr val="tx2"/>
              </a:gs>
              <a:gs pos="100000">
                <a:schemeClr val="tx2">
                  <a:alpha val="0"/>
                </a:schemeClr>
              </a:gs>
            </a:gsLst>
            <a:lin ang="0" scaled="0"/>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17" name="Picture 16" descr="A picture containing dart, missile, pinwheel, bicycle&#10;&#10;Description automatically generated">
            <a:extLst>
              <a:ext uri="{FF2B5EF4-FFF2-40B4-BE49-F238E27FC236}">
                <a16:creationId xmlns:a16="http://schemas.microsoft.com/office/drawing/2014/main" id="{920B56BC-1499-48D8-91A9-27B06BAC98B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868680"/>
            <a:ext cx="4650114" cy="5989320"/>
          </a:xfrm>
          <a:prstGeom prst="rect">
            <a:avLst/>
          </a:prstGeom>
        </p:spPr>
      </p:pic>
      <p:sp>
        <p:nvSpPr>
          <p:cNvPr id="3" name="Text Placeholder 2"/>
          <p:cNvSpPr>
            <a:spLocks noGrp="1"/>
          </p:cNvSpPr>
          <p:nvPr>
            <p:ph type="body" sz="quarter" idx="10" hasCustomPrompt="1"/>
          </p:nvPr>
        </p:nvSpPr>
        <p:spPr>
          <a:xfrm>
            <a:off x="5094946" y="1222369"/>
            <a:ext cx="6317694" cy="5533196"/>
          </a:xfrm>
          <a:prstGeom prst="rect">
            <a:avLst/>
          </a:prstGeom>
        </p:spPr>
        <p:txBody>
          <a:bodyPr lIns="0" tIns="0" rIns="0" bIns="0"/>
          <a:lstStyle>
            <a:lvl1pPr marL="0" indent="0">
              <a:buFont typeface="Arial" panose="020B0604020202020204" pitchFamily="34" charset="0"/>
              <a:buNone/>
              <a:defRPr sz="2000">
                <a:solidFill>
                  <a:schemeClr val="tx1"/>
                </a:solidFill>
                <a:latin typeface="Neue Haas Grotesk Text Pro" panose="020B0504020202020204" pitchFamily="34" charset="0"/>
                <a:cs typeface="Segoe UI" panose="020B0502040204020203" pitchFamily="34" charset="0"/>
              </a:defRPr>
            </a:lvl1pPr>
            <a:lvl2pPr marL="448193" indent="-224097">
              <a:buFont typeface="Arial" panose="020B0604020202020204" pitchFamily="34" charset="0"/>
              <a:buChar char="•"/>
              <a:defRPr sz="2000">
                <a:latin typeface="Segoe UI" panose="020B0502040204020203" pitchFamily="34" charset="0"/>
                <a:cs typeface="Segoe UI" panose="020B0502040204020203" pitchFamily="34" charset="0"/>
              </a:defRPr>
            </a:lvl2pPr>
            <a:lvl3pPr marL="672290" indent="-224097">
              <a:buFont typeface="Arial" panose="020B0604020202020204" pitchFamily="34" charset="0"/>
              <a:buChar char="•"/>
              <a:defRPr sz="2000">
                <a:latin typeface="Segoe UI" panose="020B0502040204020203" pitchFamily="34" charset="0"/>
                <a:cs typeface="Segoe UI" panose="020B0502040204020203" pitchFamily="34" charset="0"/>
              </a:defRPr>
            </a:lvl3pPr>
            <a:lvl4pPr marL="896386" indent="-224097">
              <a:buFont typeface="Arial" panose="020B0604020202020204" pitchFamily="34" charset="0"/>
              <a:buChar char="•"/>
              <a:defRPr sz="2000">
                <a:latin typeface="Segoe UI" panose="020B0502040204020203" pitchFamily="34" charset="0"/>
                <a:cs typeface="Segoe UI" panose="020B0502040204020203" pitchFamily="34" charset="0"/>
              </a:defRPr>
            </a:lvl4pPr>
            <a:lvl5pPr marL="1120483" indent="-224097">
              <a:buFont typeface="Arial" panose="020B0604020202020204" pitchFamily="34" charset="0"/>
              <a:buChar char="•"/>
              <a:defRPr sz="2000">
                <a:latin typeface="Segoe UI" panose="020B0502040204020203" pitchFamily="34" charset="0"/>
                <a:cs typeface="Segoe UI" panose="020B0502040204020203" pitchFamily="34" charset="0"/>
              </a:defRPr>
            </a:lvl5pPr>
          </a:lstStyle>
          <a:p>
            <a:pPr lvl="0"/>
            <a:r>
              <a:rPr lang="en-US"/>
              <a:t>Edit Master text styles</a:t>
            </a:r>
          </a:p>
        </p:txBody>
      </p:sp>
      <p:sp>
        <p:nvSpPr>
          <p:cNvPr id="14" name="Title 5">
            <a:extLst>
              <a:ext uri="{FF2B5EF4-FFF2-40B4-BE49-F238E27FC236}">
                <a16:creationId xmlns:a16="http://schemas.microsoft.com/office/drawing/2014/main" id="{71085026-B193-4387-8D94-315FD7F1AB5F}"/>
              </a:ext>
            </a:extLst>
          </p:cNvPr>
          <p:cNvSpPr>
            <a:spLocks noGrp="1"/>
          </p:cNvSpPr>
          <p:nvPr>
            <p:ph type="title"/>
          </p:nvPr>
        </p:nvSpPr>
        <p:spPr>
          <a:xfrm>
            <a:off x="384048" y="137160"/>
            <a:ext cx="10009632" cy="576072"/>
          </a:xfrm>
          <a:prstGeom prst="rect">
            <a:avLst/>
          </a:prstGeom>
        </p:spPr>
        <p:txBody>
          <a:bodyPr lIns="0" tIns="0" rIns="0" bIns="0" anchor="ctr" anchorCtr="0">
            <a:normAutofit/>
          </a:bodyPr>
          <a:lstStyle>
            <a:lvl1pPr>
              <a:defRPr sz="2800">
                <a:solidFill>
                  <a:schemeClr val="bg2"/>
                </a:solidFill>
                <a:latin typeface="Neue Haas Grotesk Text Pro" panose="020B0504020202020204" pitchFamily="34" charset="0"/>
                <a:cs typeface="Segoe UI Semibold" panose="020B0702040204020203" pitchFamily="34" charset="0"/>
              </a:defRPr>
            </a:lvl1pPr>
          </a:lstStyle>
          <a:p>
            <a:r>
              <a:rPr lang="en-US"/>
              <a:t>Click to edit Master title style</a:t>
            </a:r>
          </a:p>
        </p:txBody>
      </p:sp>
      <p:sp>
        <p:nvSpPr>
          <p:cNvPr id="16" name="Rectangle 15">
            <a:extLst>
              <a:ext uri="{FF2B5EF4-FFF2-40B4-BE49-F238E27FC236}">
                <a16:creationId xmlns:a16="http://schemas.microsoft.com/office/drawing/2014/main" id="{3F46A147-82DD-4D69-928A-EFB2CC1F07DA}"/>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 name="Picture 19" descr="A picture containing clock, drawing, meter&#10;&#10;Description automatically generated">
            <a:extLst>
              <a:ext uri="{FF2B5EF4-FFF2-40B4-BE49-F238E27FC236}">
                <a16:creationId xmlns:a16="http://schemas.microsoft.com/office/drawing/2014/main" id="{ECDD234F-F29C-4928-8581-993E4989BFE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Tree>
    <p:extLst>
      <p:ext uri="{BB962C8B-B14F-4D97-AF65-F5344CB8AC3E}">
        <p14:creationId xmlns:p14="http://schemas.microsoft.com/office/powerpoint/2010/main" val="6343063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Module Title">
    <p:spTree>
      <p:nvGrpSpPr>
        <p:cNvPr id="1" name=""/>
        <p:cNvGrpSpPr/>
        <p:nvPr/>
      </p:nvGrpSpPr>
      <p:grpSpPr>
        <a:xfrm>
          <a:off x="0" y="0"/>
          <a:ext cx="0" cy="0"/>
          <a:chOff x="0" y="0"/>
          <a:chExt cx="0" cy="0"/>
        </a:xfrm>
      </p:grpSpPr>
      <p:pic>
        <p:nvPicPr>
          <p:cNvPr id="6" name="Picture 5" descr="A sunset in the background&#10;&#10;Description automatically generated">
            <a:extLst>
              <a:ext uri="{FF2B5EF4-FFF2-40B4-BE49-F238E27FC236}">
                <a16:creationId xmlns:a16="http://schemas.microsoft.com/office/drawing/2014/main" id="{2D155F1C-A707-4226-9726-41A19988E37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40B9738C-7DF9-4011-BE7A-A97F5F748C48}"/>
              </a:ext>
            </a:extLst>
          </p:cNvPr>
          <p:cNvSpPr/>
          <p:nvPr userDrawn="1"/>
        </p:nvSpPr>
        <p:spPr bwMode="auto">
          <a:xfrm>
            <a:off x="1524" y="0"/>
            <a:ext cx="12188952" cy="6858000"/>
          </a:xfrm>
          <a:prstGeom prst="rect">
            <a:avLst/>
          </a:prstGeom>
          <a:solidFill>
            <a:schemeClr val="tx1">
              <a:alpha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4" name="Rectangle 3">
            <a:extLst>
              <a:ext uri="{FF2B5EF4-FFF2-40B4-BE49-F238E27FC236}">
                <a16:creationId xmlns:a16="http://schemas.microsoft.com/office/drawing/2014/main" id="{D234C962-EFA1-4E0A-9C08-6AD8A09DAEAB}"/>
              </a:ext>
            </a:extLst>
          </p:cNvPr>
          <p:cNvSpPr/>
          <p:nvPr userDrawn="1"/>
        </p:nvSpPr>
        <p:spPr bwMode="auto">
          <a:xfrm>
            <a:off x="2515565" y="1343821"/>
            <a:ext cx="7160870" cy="4170358"/>
          </a:xfrm>
          <a:prstGeom prst="rect">
            <a:avLst/>
          </a:prstGeom>
          <a:noFill/>
          <a:ln w="28575">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9" name="Rectangle 8">
            <a:extLst>
              <a:ext uri="{FF2B5EF4-FFF2-40B4-BE49-F238E27FC236}">
                <a16:creationId xmlns:a16="http://schemas.microsoft.com/office/drawing/2014/main" id="{91DC5FE5-832E-4C9F-82AC-DE2D7FBAE198}"/>
              </a:ext>
            </a:extLst>
          </p:cNvPr>
          <p:cNvSpPr/>
          <p:nvPr userDrawn="1"/>
        </p:nvSpPr>
        <p:spPr bwMode="auto">
          <a:xfrm>
            <a:off x="2689187" y="1528920"/>
            <a:ext cx="6813628" cy="3800161"/>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11" name="Title 1"/>
          <p:cNvSpPr>
            <a:spLocks noGrp="1"/>
          </p:cNvSpPr>
          <p:nvPr>
            <p:ph type="title" hasCustomPrompt="1"/>
          </p:nvPr>
        </p:nvSpPr>
        <p:spPr bwMode="ltGray">
          <a:xfrm>
            <a:off x="2828082" y="3152646"/>
            <a:ext cx="6535838" cy="1180572"/>
          </a:xfrm>
          <a:prstGeom prst="rect">
            <a:avLst/>
          </a:prstGeom>
          <a:noFill/>
        </p:spPr>
        <p:txBody>
          <a:bodyPr lIns="91440" tIns="91440" rIns="91440" bIns="91440" anchor="ctr" anchorCtr="0"/>
          <a:lstStyle>
            <a:lvl1pPr algn="ctr">
              <a:defRPr sz="2800" spc="-98" baseline="0">
                <a:solidFill>
                  <a:schemeClr val="tx1"/>
                </a:solidFill>
                <a:latin typeface="Neue Haas Grotesk Text Pro" panose="020B0504020202020204" pitchFamily="34" charset="0"/>
                <a:cs typeface="Segoe UI" panose="020B0502040204020203" pitchFamily="34" charset="0"/>
              </a:defRPr>
            </a:lvl1pPr>
          </a:lstStyle>
          <a:p>
            <a:r>
              <a:rPr lang="en-US"/>
              <a:t>Module Name</a:t>
            </a:r>
          </a:p>
        </p:txBody>
      </p:sp>
      <p:sp>
        <p:nvSpPr>
          <p:cNvPr id="8" name="Text Placeholder 7">
            <a:extLst>
              <a:ext uri="{FF2B5EF4-FFF2-40B4-BE49-F238E27FC236}">
                <a16:creationId xmlns:a16="http://schemas.microsoft.com/office/drawing/2014/main" id="{1636453E-2261-4F74-92ED-FD3938725B95}"/>
              </a:ext>
            </a:extLst>
          </p:cNvPr>
          <p:cNvSpPr>
            <a:spLocks noGrp="1"/>
          </p:cNvSpPr>
          <p:nvPr>
            <p:ph type="body" sz="quarter" idx="10" hasCustomPrompt="1"/>
          </p:nvPr>
        </p:nvSpPr>
        <p:spPr>
          <a:xfrm>
            <a:off x="5225249" y="2513207"/>
            <a:ext cx="1741502" cy="627864"/>
          </a:xfrm>
          <a:prstGeom prst="rect">
            <a:avLst/>
          </a:prstGeom>
          <a:noFill/>
        </p:spPr>
        <p:txBody>
          <a:bodyPr wrap="none" lIns="182880" tIns="146304" rIns="182880" bIns="146304" rtlCol="0">
            <a:spAutoFit/>
          </a:bodyPr>
          <a:lstStyle>
            <a:lvl1pPr marL="0" indent="0">
              <a:buNone/>
              <a:defRPr lang="en-US" sz="2400" b="1" dirty="0">
                <a:solidFill>
                  <a:schemeClr val="tx1"/>
                </a:solidFill>
                <a:latin typeface="Neue Haas Grotesk Text Pro" panose="020B0504020202020204" pitchFamily="34" charset="0"/>
              </a:defRPr>
            </a:lvl1pPr>
          </a:lstStyle>
          <a:p>
            <a:pPr marL="0" lvl="0" algn="ctr" defTabSz="914400">
              <a:spcAft>
                <a:spcPts val="600"/>
              </a:spcAft>
            </a:pPr>
            <a:r>
              <a:rPr lang="en-US"/>
              <a:t>Module #</a:t>
            </a:r>
          </a:p>
        </p:txBody>
      </p:sp>
    </p:spTree>
    <p:extLst>
      <p:ext uri="{BB962C8B-B14F-4D97-AF65-F5344CB8AC3E}">
        <p14:creationId xmlns:p14="http://schemas.microsoft.com/office/powerpoint/2010/main" val="3755712894"/>
      </p:ext>
    </p:extLst>
  </p:cSld>
  <p:clrMapOvr>
    <a:masterClrMapping/>
  </p:clrMapOvr>
  <mc:AlternateContent xmlns:mc="http://schemas.openxmlformats.org/markup-compatibility/2006" xmlns:p14="http://schemas.microsoft.com/office/powerpoint/2010/main">
    <mc:Choice Requires="p14">
      <p:transition spd="slow" p14:dur="2500">
        <p14:reveal/>
      </p:transition>
    </mc:Choice>
    <mc:Fallback xmlns="">
      <p:transition spd="slow">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378228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12039EF-9987-49F4-B017-D3861BCA9D5B}"/>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9" name="Title 5">
            <a:extLst>
              <a:ext uri="{FF2B5EF4-FFF2-40B4-BE49-F238E27FC236}">
                <a16:creationId xmlns:a16="http://schemas.microsoft.com/office/drawing/2014/main" id="{2C8A3548-824B-4D68-88AD-C1C919DEE967}"/>
              </a:ext>
            </a:extLst>
          </p:cNvPr>
          <p:cNvSpPr>
            <a:spLocks noGrp="1"/>
          </p:cNvSpPr>
          <p:nvPr>
            <p:ph type="title"/>
          </p:nvPr>
        </p:nvSpPr>
        <p:spPr>
          <a:xfrm>
            <a:off x="384048" y="137160"/>
            <a:ext cx="10009632" cy="576072"/>
          </a:xfrm>
          <a:prstGeom prst="rect">
            <a:avLst/>
          </a:prstGeom>
        </p:spPr>
        <p:txBody>
          <a:bodyPr lIns="0" tIns="0" rIns="0" bIns="0" anchor="ctr" anchorCtr="0">
            <a:normAutofit/>
          </a:bodyPr>
          <a:lstStyle>
            <a:lvl1pPr>
              <a:defRPr sz="2800">
                <a:solidFill>
                  <a:schemeClr val="bg2"/>
                </a:solidFill>
                <a:latin typeface="Neue Haas Grotesk Text Pro" panose="020B0504020202020204" pitchFamily="34" charset="0"/>
                <a:cs typeface="Segoe UI Semibold" panose="020B0702040204020203" pitchFamily="34" charset="0"/>
              </a:defRPr>
            </a:lvl1pPr>
          </a:lstStyle>
          <a:p>
            <a:r>
              <a:rPr lang="en-US"/>
              <a:t>Click to edit Master title style</a:t>
            </a:r>
          </a:p>
        </p:txBody>
      </p:sp>
      <p:sp>
        <p:nvSpPr>
          <p:cNvPr id="11" name="Rectangle 10">
            <a:extLst>
              <a:ext uri="{FF2B5EF4-FFF2-40B4-BE49-F238E27FC236}">
                <a16:creationId xmlns:a16="http://schemas.microsoft.com/office/drawing/2014/main" id="{A70FAA89-0C0F-4D48-AEB4-4CCBEB468F0B}"/>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Picture 13" descr="A picture containing clock, drawing, meter&#10;&#10;Description automatically generated">
            <a:extLst>
              <a:ext uri="{FF2B5EF4-FFF2-40B4-BE49-F238E27FC236}">
                <a16:creationId xmlns:a16="http://schemas.microsoft.com/office/drawing/2014/main" id="{8C5EDBC5-05BB-49B8-B23C-E16915CEF62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Tree>
    <p:extLst>
      <p:ext uri="{BB962C8B-B14F-4D97-AF65-F5344CB8AC3E}">
        <p14:creationId xmlns:p14="http://schemas.microsoft.com/office/powerpoint/2010/main" val="3653049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itle and Content - 1">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FDB8AE6-16AB-4407-ABC2-9194AEBF3139}"/>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ext Placeholder 2"/>
          <p:cNvSpPr>
            <a:spLocks noGrp="1"/>
          </p:cNvSpPr>
          <p:nvPr>
            <p:ph type="body" sz="quarter" idx="10" hasCustomPrompt="1"/>
          </p:nvPr>
        </p:nvSpPr>
        <p:spPr>
          <a:xfrm>
            <a:off x="384048" y="1187644"/>
            <a:ext cx="11430000" cy="5533196"/>
          </a:xfrm>
          <a:prstGeom prst="rect">
            <a:avLst/>
          </a:prstGeom>
        </p:spPr>
        <p:txBody>
          <a:bodyPr lIns="0" tIns="0" rIns="0" bIns="0"/>
          <a:lstStyle>
            <a:lvl1pPr marL="0" indent="0">
              <a:buFont typeface="Arial" panose="020B0604020202020204" pitchFamily="34" charset="0"/>
              <a:buNone/>
              <a:defRPr sz="2000">
                <a:solidFill>
                  <a:schemeClr val="tx1"/>
                </a:solidFill>
                <a:latin typeface="Neue Haas Grotesk Text Pro" panose="020B0504020202020204" pitchFamily="34" charset="0"/>
                <a:cs typeface="Segoe UI" panose="020B0502040204020203" pitchFamily="34" charset="0"/>
              </a:defRPr>
            </a:lvl1pPr>
            <a:lvl2pPr marL="448193" indent="-224097">
              <a:buFont typeface="Arial" panose="020B0604020202020204" pitchFamily="34" charset="0"/>
              <a:buChar char="•"/>
              <a:defRPr sz="2000">
                <a:latin typeface="Segoe UI" panose="020B0502040204020203" pitchFamily="34" charset="0"/>
                <a:cs typeface="Segoe UI" panose="020B0502040204020203" pitchFamily="34" charset="0"/>
              </a:defRPr>
            </a:lvl2pPr>
            <a:lvl3pPr marL="672290" indent="-224097">
              <a:buFont typeface="Arial" panose="020B0604020202020204" pitchFamily="34" charset="0"/>
              <a:buChar char="•"/>
              <a:defRPr sz="2000">
                <a:latin typeface="Segoe UI" panose="020B0502040204020203" pitchFamily="34" charset="0"/>
                <a:cs typeface="Segoe UI" panose="020B0502040204020203" pitchFamily="34" charset="0"/>
              </a:defRPr>
            </a:lvl3pPr>
            <a:lvl4pPr marL="896386" indent="-224097">
              <a:buFont typeface="Arial" panose="020B0604020202020204" pitchFamily="34" charset="0"/>
              <a:buChar char="•"/>
              <a:defRPr sz="2000">
                <a:latin typeface="Segoe UI" panose="020B0502040204020203" pitchFamily="34" charset="0"/>
                <a:cs typeface="Segoe UI" panose="020B0502040204020203" pitchFamily="34" charset="0"/>
              </a:defRPr>
            </a:lvl4pPr>
            <a:lvl5pPr marL="1120483" indent="-224097">
              <a:buFont typeface="Arial" panose="020B0604020202020204" pitchFamily="34" charset="0"/>
              <a:buChar char="•"/>
              <a:defRPr sz="2000">
                <a:latin typeface="Segoe UI" panose="020B0502040204020203" pitchFamily="34" charset="0"/>
                <a:cs typeface="Segoe UI" panose="020B0502040204020203" pitchFamily="34" charset="0"/>
              </a:defRPr>
            </a:lvl5pPr>
          </a:lstStyle>
          <a:p>
            <a:pPr lvl="0"/>
            <a:r>
              <a:rPr lang="en-US"/>
              <a:t>Edit Master text styles</a:t>
            </a:r>
          </a:p>
        </p:txBody>
      </p:sp>
      <p:sp>
        <p:nvSpPr>
          <p:cNvPr id="9" name="Title 5">
            <a:extLst>
              <a:ext uri="{FF2B5EF4-FFF2-40B4-BE49-F238E27FC236}">
                <a16:creationId xmlns:a16="http://schemas.microsoft.com/office/drawing/2014/main" id="{E1B9AD57-5B83-44BC-BCD2-181992203154}"/>
              </a:ext>
            </a:extLst>
          </p:cNvPr>
          <p:cNvSpPr>
            <a:spLocks noGrp="1"/>
          </p:cNvSpPr>
          <p:nvPr>
            <p:ph type="title"/>
          </p:nvPr>
        </p:nvSpPr>
        <p:spPr>
          <a:xfrm>
            <a:off x="384048" y="137160"/>
            <a:ext cx="10009632" cy="576072"/>
          </a:xfrm>
          <a:prstGeom prst="rect">
            <a:avLst/>
          </a:prstGeom>
        </p:spPr>
        <p:txBody>
          <a:bodyPr lIns="0" tIns="0" rIns="0" bIns="0" anchor="ctr" anchorCtr="0">
            <a:normAutofit/>
          </a:bodyPr>
          <a:lstStyle>
            <a:lvl1pPr>
              <a:defRPr sz="2800">
                <a:solidFill>
                  <a:schemeClr val="bg2"/>
                </a:solidFill>
                <a:latin typeface="Neue Haas Grotesk Text Pro" panose="020B0504020202020204" pitchFamily="34" charset="0"/>
                <a:cs typeface="Segoe UI Semibold" panose="020B0702040204020203" pitchFamily="34" charset="0"/>
              </a:defRPr>
            </a:lvl1pPr>
          </a:lstStyle>
          <a:p>
            <a:r>
              <a:rPr lang="en-US"/>
              <a:t>Click to edit Master title style</a:t>
            </a:r>
          </a:p>
        </p:txBody>
      </p:sp>
      <p:sp>
        <p:nvSpPr>
          <p:cNvPr id="11" name="Rectangle 10">
            <a:extLst>
              <a:ext uri="{FF2B5EF4-FFF2-40B4-BE49-F238E27FC236}">
                <a16:creationId xmlns:a16="http://schemas.microsoft.com/office/drawing/2014/main" id="{31BD9E8D-F04B-4D3D-A088-96BFE0B5C4DA}"/>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Picture 13" descr="A picture containing clock, drawing, meter&#10;&#10;Description automatically generated">
            <a:extLst>
              <a:ext uri="{FF2B5EF4-FFF2-40B4-BE49-F238E27FC236}">
                <a16:creationId xmlns:a16="http://schemas.microsoft.com/office/drawing/2014/main" id="{05C5E2B1-9F9E-4741-85B8-9A22E617F91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Tree>
    <p:extLst>
      <p:ext uri="{BB962C8B-B14F-4D97-AF65-F5344CB8AC3E}">
        <p14:creationId xmlns:p14="http://schemas.microsoft.com/office/powerpoint/2010/main" val="40483287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 and Content - 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D57A1A25-E6A2-4FD8-920E-C9ED7D2C43FE}"/>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ext Placeholder 2"/>
          <p:cNvSpPr>
            <a:spLocks noGrp="1"/>
          </p:cNvSpPr>
          <p:nvPr>
            <p:ph type="body" sz="quarter" idx="10" hasCustomPrompt="1"/>
          </p:nvPr>
        </p:nvSpPr>
        <p:spPr>
          <a:xfrm>
            <a:off x="384048" y="1187644"/>
            <a:ext cx="11430000" cy="5533196"/>
          </a:xfrm>
          <a:prstGeom prst="rect">
            <a:avLst/>
          </a:prstGeom>
        </p:spPr>
        <p:txBody>
          <a:bodyPr lIns="0" tIns="0" rIns="0" bIns="0"/>
          <a:lstStyle>
            <a:lvl1pPr marL="224097"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1pPr>
            <a:lvl2pPr marL="448193"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2pPr>
            <a:lvl3pPr marL="672290"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3pPr>
            <a:lvl4pPr marL="896386"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4pPr>
            <a:lvl5pPr marL="1120483"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5">
            <a:extLst>
              <a:ext uri="{FF2B5EF4-FFF2-40B4-BE49-F238E27FC236}">
                <a16:creationId xmlns:a16="http://schemas.microsoft.com/office/drawing/2014/main" id="{334C1D39-952B-4D35-8F09-B705792CBA54}"/>
              </a:ext>
            </a:extLst>
          </p:cNvPr>
          <p:cNvSpPr>
            <a:spLocks noGrp="1"/>
          </p:cNvSpPr>
          <p:nvPr>
            <p:ph type="title"/>
          </p:nvPr>
        </p:nvSpPr>
        <p:spPr>
          <a:xfrm>
            <a:off x="384048" y="137160"/>
            <a:ext cx="10009632" cy="576072"/>
          </a:xfrm>
          <a:prstGeom prst="rect">
            <a:avLst/>
          </a:prstGeom>
        </p:spPr>
        <p:txBody>
          <a:bodyPr lIns="0" tIns="0" rIns="0" bIns="0" anchor="ctr" anchorCtr="0">
            <a:normAutofit/>
          </a:bodyPr>
          <a:lstStyle>
            <a:lvl1pPr>
              <a:defRPr sz="2800">
                <a:solidFill>
                  <a:schemeClr val="bg2"/>
                </a:solidFill>
                <a:latin typeface="Neue Haas Grotesk Text Pro" panose="020B0504020202020204" pitchFamily="34" charset="0"/>
                <a:cs typeface="Segoe UI Semibold" panose="020B0702040204020203" pitchFamily="34" charset="0"/>
              </a:defRPr>
            </a:lvl1pPr>
          </a:lstStyle>
          <a:p>
            <a:r>
              <a:rPr lang="en-US"/>
              <a:t>Click to edit Master title style</a:t>
            </a:r>
          </a:p>
        </p:txBody>
      </p:sp>
      <p:sp>
        <p:nvSpPr>
          <p:cNvPr id="11" name="Rectangle 10">
            <a:extLst>
              <a:ext uri="{FF2B5EF4-FFF2-40B4-BE49-F238E27FC236}">
                <a16:creationId xmlns:a16="http://schemas.microsoft.com/office/drawing/2014/main" id="{C00A85FE-5FA6-4852-8746-5180FF06CA22}"/>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Picture 13" descr="A picture containing clock, drawing, meter&#10;&#10;Description automatically generated">
            <a:extLst>
              <a:ext uri="{FF2B5EF4-FFF2-40B4-BE49-F238E27FC236}">
                <a16:creationId xmlns:a16="http://schemas.microsoft.com/office/drawing/2014/main" id="{29BF0E8A-BC2A-4070-ABD8-BCC26F40D25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Tree>
    <p:extLst>
      <p:ext uri="{BB962C8B-B14F-4D97-AF65-F5344CB8AC3E}">
        <p14:creationId xmlns:p14="http://schemas.microsoft.com/office/powerpoint/2010/main" val="33302775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itle and Image - 1">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95F09D0-A99E-477F-AB8E-5658C71E6FB0}"/>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ext Placeholder 2"/>
          <p:cNvSpPr>
            <a:spLocks noGrp="1"/>
          </p:cNvSpPr>
          <p:nvPr>
            <p:ph type="body" sz="quarter" idx="10" hasCustomPrompt="1"/>
          </p:nvPr>
        </p:nvSpPr>
        <p:spPr>
          <a:xfrm>
            <a:off x="384048" y="1187644"/>
            <a:ext cx="6240272" cy="5294436"/>
          </a:xfrm>
          <a:prstGeom prst="rect">
            <a:avLst/>
          </a:prstGeom>
        </p:spPr>
        <p:txBody>
          <a:bodyPr lIns="0" tIns="0" rIns="0" bIns="0"/>
          <a:lstStyle>
            <a:lvl1pPr marL="224097"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1pPr>
            <a:lvl2pPr marL="448193"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2pPr>
            <a:lvl3pPr marL="672290"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3pPr>
            <a:lvl4pPr marL="896386"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4pPr>
            <a:lvl5pPr marL="1120483"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itle 5">
            <a:extLst>
              <a:ext uri="{FF2B5EF4-FFF2-40B4-BE49-F238E27FC236}">
                <a16:creationId xmlns:a16="http://schemas.microsoft.com/office/drawing/2014/main" id="{D6C41031-6DE8-47CC-93B3-346651AAA1EE}"/>
              </a:ext>
            </a:extLst>
          </p:cNvPr>
          <p:cNvSpPr>
            <a:spLocks noGrp="1"/>
          </p:cNvSpPr>
          <p:nvPr>
            <p:ph type="title"/>
          </p:nvPr>
        </p:nvSpPr>
        <p:spPr>
          <a:xfrm>
            <a:off x="384048" y="137160"/>
            <a:ext cx="10009632" cy="576072"/>
          </a:xfrm>
          <a:prstGeom prst="rect">
            <a:avLst/>
          </a:prstGeom>
        </p:spPr>
        <p:txBody>
          <a:bodyPr lIns="0" tIns="0" rIns="0" bIns="0" anchor="ctr" anchorCtr="0">
            <a:normAutofit/>
          </a:bodyPr>
          <a:lstStyle>
            <a:lvl1pPr>
              <a:defRPr sz="2800">
                <a:solidFill>
                  <a:schemeClr val="bg2"/>
                </a:solidFill>
                <a:latin typeface="Neue Haas Grotesk Text Pro" panose="020B0504020202020204" pitchFamily="34" charset="0"/>
                <a:cs typeface="Segoe UI Semibold" panose="020B0702040204020203" pitchFamily="34" charset="0"/>
              </a:defRPr>
            </a:lvl1pPr>
          </a:lstStyle>
          <a:p>
            <a:r>
              <a:rPr lang="en-US"/>
              <a:t>Click to edit Master title style</a:t>
            </a:r>
          </a:p>
        </p:txBody>
      </p:sp>
      <p:sp>
        <p:nvSpPr>
          <p:cNvPr id="14" name="Rectangle 13">
            <a:extLst>
              <a:ext uri="{FF2B5EF4-FFF2-40B4-BE49-F238E27FC236}">
                <a16:creationId xmlns:a16="http://schemas.microsoft.com/office/drawing/2014/main" id="{14E201B6-DFC7-4949-9C7C-7B4343D884E0}"/>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5" name="Group 14">
            <a:extLst>
              <a:ext uri="{FF2B5EF4-FFF2-40B4-BE49-F238E27FC236}">
                <a16:creationId xmlns:a16="http://schemas.microsoft.com/office/drawing/2014/main" id="{8DE39EAE-9ED1-40FC-986D-446FB70D2119}"/>
              </a:ext>
            </a:extLst>
          </p:cNvPr>
          <p:cNvGrpSpPr/>
          <p:nvPr userDrawn="1"/>
        </p:nvGrpSpPr>
        <p:grpSpPr>
          <a:xfrm>
            <a:off x="6378666" y="1168712"/>
            <a:ext cx="5334674" cy="5324500"/>
            <a:chOff x="5706599" y="365100"/>
            <a:chExt cx="6039478" cy="6027960"/>
          </a:xfrm>
        </p:grpSpPr>
        <p:sp>
          <p:nvSpPr>
            <p:cNvPr id="16" name="Rectangle 15">
              <a:extLst>
                <a:ext uri="{FF2B5EF4-FFF2-40B4-BE49-F238E27FC236}">
                  <a16:creationId xmlns:a16="http://schemas.microsoft.com/office/drawing/2014/main" id="{5B1A9DDE-C336-47D2-9295-392EAEE88F3C}"/>
                </a:ext>
              </a:extLst>
            </p:cNvPr>
            <p:cNvSpPr/>
            <p:nvPr/>
          </p:nvSpPr>
          <p:spPr>
            <a:xfrm rot="17512666">
              <a:off x="6203404" y="745838"/>
              <a:ext cx="4906248" cy="5366800"/>
            </a:xfrm>
            <a:prstGeom prst="rect">
              <a:avLst/>
            </a:prstGeom>
            <a:solidFill>
              <a:schemeClr val="bg1"/>
            </a:solidFill>
            <a:ln w="254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solidFill>
                  <a:schemeClr val="tx1"/>
                </a:solidFill>
              </a:endParaRPr>
            </a:p>
          </p:txBody>
        </p:sp>
        <p:sp>
          <p:nvSpPr>
            <p:cNvPr id="17" name="Parallelogram 16">
              <a:extLst>
                <a:ext uri="{FF2B5EF4-FFF2-40B4-BE49-F238E27FC236}">
                  <a16:creationId xmlns:a16="http://schemas.microsoft.com/office/drawing/2014/main" id="{EE01285C-8D32-4A61-B3D5-9F36F41BD6D4}"/>
                </a:ext>
              </a:extLst>
            </p:cNvPr>
            <p:cNvSpPr/>
            <p:nvPr/>
          </p:nvSpPr>
          <p:spPr>
            <a:xfrm rot="1054851">
              <a:off x="6307791" y="365100"/>
              <a:ext cx="419623" cy="2412839"/>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Parallelogram 17">
              <a:extLst>
                <a:ext uri="{FF2B5EF4-FFF2-40B4-BE49-F238E27FC236}">
                  <a16:creationId xmlns:a16="http://schemas.microsoft.com/office/drawing/2014/main" id="{285C5726-A9D3-466F-9B0A-989B26AE3E6B}"/>
                </a:ext>
              </a:extLst>
            </p:cNvPr>
            <p:cNvSpPr/>
            <p:nvPr/>
          </p:nvSpPr>
          <p:spPr>
            <a:xfrm rot="17384689">
              <a:off x="9919115" y="-205855"/>
              <a:ext cx="419623" cy="3234301"/>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arallelogram 18">
              <a:extLst>
                <a:ext uri="{FF2B5EF4-FFF2-40B4-BE49-F238E27FC236}">
                  <a16:creationId xmlns:a16="http://schemas.microsoft.com/office/drawing/2014/main" id="{46BFD04D-210B-4129-8E70-BDB1E9593607}"/>
                </a:ext>
              </a:extLst>
            </p:cNvPr>
            <p:cNvSpPr/>
            <p:nvPr/>
          </p:nvSpPr>
          <p:spPr>
            <a:xfrm rot="17428880">
              <a:off x="7190638" y="3912714"/>
              <a:ext cx="419623" cy="3387701"/>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Parallelogram 19">
              <a:extLst>
                <a:ext uri="{FF2B5EF4-FFF2-40B4-BE49-F238E27FC236}">
                  <a16:creationId xmlns:a16="http://schemas.microsoft.com/office/drawing/2014/main" id="{DDE0B14C-5D03-4CCF-8C5B-6657F2F25CB7}"/>
                </a:ext>
              </a:extLst>
            </p:cNvPr>
            <p:cNvSpPr/>
            <p:nvPr/>
          </p:nvSpPr>
          <p:spPr>
            <a:xfrm rot="1054851">
              <a:off x="10741557" y="3526550"/>
              <a:ext cx="419623" cy="2866510"/>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1" name="Picture 2" descr="https://hookagency.com/wp-content/uploads/2017/10/financial-services-keywords.jpg">
              <a:extLst>
                <a:ext uri="{FF2B5EF4-FFF2-40B4-BE49-F238E27FC236}">
                  <a16:creationId xmlns:a16="http://schemas.microsoft.com/office/drawing/2014/main" id="{AA84CCB0-9CE5-4CFC-809E-BC893C50FCEB}"/>
                </a:ext>
              </a:extLst>
            </p:cNvPr>
            <p:cNvPicPr preferRelativeResize="0">
              <a:picLocks noChangeArrowheads="1"/>
            </p:cNvPicPr>
            <p:nvPr/>
          </p:nvPicPr>
          <p:blipFill rotWithShape="1">
            <a:blip r:embed="rId2">
              <a:extLst>
                <a:ext uri="{28A0092B-C50C-407E-A947-70E740481C1C}">
                  <a14:useLocalDpi xmlns:a14="http://schemas.microsoft.com/office/drawing/2010/main" val="0"/>
                </a:ext>
              </a:extLst>
            </a:blip>
            <a:srcRect l="13559" r="19596"/>
            <a:stretch/>
          </p:blipFill>
          <p:spPr bwMode="auto">
            <a:xfrm>
              <a:off x="6241144" y="976084"/>
              <a:ext cx="5080000" cy="5080000"/>
            </a:xfrm>
            <a:prstGeom prst="rect">
              <a:avLst/>
            </a:prstGeom>
            <a:noFill/>
            <a:extLst>
              <a:ext uri="{909E8E84-426E-40DD-AFC4-6F175D3DCCD1}">
                <a14:hiddenFill xmlns:a14="http://schemas.microsoft.com/office/drawing/2010/main">
                  <a:solidFill>
                    <a:srgbClr val="FFFFFF"/>
                  </a:solidFill>
                </a14:hiddenFill>
              </a:ext>
            </a:extLst>
          </p:spPr>
        </p:pic>
      </p:grpSp>
      <p:pic>
        <p:nvPicPr>
          <p:cNvPr id="24" name="Picture 23" descr="A picture containing clock, drawing, meter&#10;&#10;Description automatically generated">
            <a:extLst>
              <a:ext uri="{FF2B5EF4-FFF2-40B4-BE49-F238E27FC236}">
                <a16:creationId xmlns:a16="http://schemas.microsoft.com/office/drawing/2014/main" id="{9DF05919-77A3-4896-A903-CC88CAC3F1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Tree>
    <p:extLst>
      <p:ext uri="{BB962C8B-B14F-4D97-AF65-F5344CB8AC3E}">
        <p14:creationId xmlns:p14="http://schemas.microsoft.com/office/powerpoint/2010/main" val="2778967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itle and Image - 2">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C502CD4D-97B2-45AE-8AA9-8D7F63214C86}"/>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18" name="Picture 17" descr="A picture containing outdoor, light, building, street&#10;&#10;Description automatically generated">
            <a:extLst>
              <a:ext uri="{FF2B5EF4-FFF2-40B4-BE49-F238E27FC236}">
                <a16:creationId xmlns:a16="http://schemas.microsoft.com/office/drawing/2014/main" id="{4D33CEA2-DF75-4312-B745-1C2A15496AC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559408" y="877824"/>
            <a:ext cx="7632592" cy="5980176"/>
          </a:xfrm>
          <a:prstGeom prst="rect">
            <a:avLst/>
          </a:prstGeom>
        </p:spPr>
      </p:pic>
      <p:sp>
        <p:nvSpPr>
          <p:cNvPr id="3" name="Text Placeholder 2"/>
          <p:cNvSpPr>
            <a:spLocks noGrp="1"/>
          </p:cNvSpPr>
          <p:nvPr>
            <p:ph type="body" sz="quarter" idx="10" hasCustomPrompt="1"/>
          </p:nvPr>
        </p:nvSpPr>
        <p:spPr>
          <a:xfrm>
            <a:off x="384048" y="1187644"/>
            <a:ext cx="5565339" cy="5294436"/>
          </a:xfrm>
          <a:prstGeom prst="rect">
            <a:avLst/>
          </a:prstGeom>
        </p:spPr>
        <p:txBody>
          <a:bodyPr lIns="0" tIns="0" rIns="0" bIns="0"/>
          <a:lstStyle>
            <a:lvl1pPr marL="224097"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1pPr>
            <a:lvl2pPr marL="448193"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2pPr>
            <a:lvl3pPr marL="672290"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3pPr>
            <a:lvl4pPr marL="896386"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4pPr>
            <a:lvl5pPr marL="1120483"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5">
            <a:extLst>
              <a:ext uri="{FF2B5EF4-FFF2-40B4-BE49-F238E27FC236}">
                <a16:creationId xmlns:a16="http://schemas.microsoft.com/office/drawing/2014/main" id="{8C4ABF09-61BB-41BF-A04F-444D5E5EDDC6}"/>
              </a:ext>
            </a:extLst>
          </p:cNvPr>
          <p:cNvSpPr>
            <a:spLocks noGrp="1"/>
          </p:cNvSpPr>
          <p:nvPr>
            <p:ph type="title"/>
          </p:nvPr>
        </p:nvSpPr>
        <p:spPr>
          <a:xfrm>
            <a:off x="384048" y="137160"/>
            <a:ext cx="10009632" cy="576072"/>
          </a:xfrm>
          <a:prstGeom prst="rect">
            <a:avLst/>
          </a:prstGeom>
        </p:spPr>
        <p:txBody>
          <a:bodyPr lIns="0" tIns="0" rIns="0" bIns="0" anchor="ctr" anchorCtr="0">
            <a:normAutofit/>
          </a:bodyPr>
          <a:lstStyle>
            <a:lvl1pPr>
              <a:defRPr sz="2800">
                <a:solidFill>
                  <a:schemeClr val="bg2"/>
                </a:solidFill>
                <a:latin typeface="Neue Haas Grotesk Text Pro" panose="020B0504020202020204" pitchFamily="34" charset="0"/>
                <a:cs typeface="Segoe UI Semibold" panose="020B0702040204020203" pitchFamily="34" charset="0"/>
              </a:defRPr>
            </a:lvl1pPr>
          </a:lstStyle>
          <a:p>
            <a:r>
              <a:rPr lang="en-US"/>
              <a:t>Click to edit Master title style</a:t>
            </a:r>
          </a:p>
        </p:txBody>
      </p:sp>
      <p:sp>
        <p:nvSpPr>
          <p:cNvPr id="15" name="Rectangle 14">
            <a:extLst>
              <a:ext uri="{FF2B5EF4-FFF2-40B4-BE49-F238E27FC236}">
                <a16:creationId xmlns:a16="http://schemas.microsoft.com/office/drawing/2014/main" id="{52915C34-5CFB-4DC7-8FDC-A5CBB0D25E96}"/>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1" name="Picture 20" descr="A picture containing clock, drawing, meter&#10;&#10;Description automatically generated">
            <a:extLst>
              <a:ext uri="{FF2B5EF4-FFF2-40B4-BE49-F238E27FC236}">
                <a16:creationId xmlns:a16="http://schemas.microsoft.com/office/drawing/2014/main" id="{1E471E15-BAC7-4390-8E5C-C0A118BBAED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Tree>
    <p:extLst>
      <p:ext uri="{BB962C8B-B14F-4D97-AF65-F5344CB8AC3E}">
        <p14:creationId xmlns:p14="http://schemas.microsoft.com/office/powerpoint/2010/main" val="34482757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1_Title and Image - 2">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22C55EF4-01CF-457D-B639-B82FFCC2E718}"/>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5" name="Picture 4" descr="A person standing in a room&#10;&#10;Description automatically generated">
            <a:extLst>
              <a:ext uri="{FF2B5EF4-FFF2-40B4-BE49-F238E27FC236}">
                <a16:creationId xmlns:a16="http://schemas.microsoft.com/office/drawing/2014/main" id="{E5F41123-31E7-41E0-8EA1-6ADF64295736}"/>
              </a:ext>
            </a:extLst>
          </p:cNvPr>
          <p:cNvPicPr preferRelativeResize="0">
            <a:picLocks/>
          </p:cNvPicPr>
          <p:nvPr userDrawn="1"/>
        </p:nvPicPr>
        <p:blipFill rotWithShape="1">
          <a:blip r:embed="rId2">
            <a:extLst>
              <a:ext uri="{28A0092B-C50C-407E-A947-70E740481C1C}">
                <a14:useLocalDpi xmlns:a14="http://schemas.microsoft.com/office/drawing/2010/main" val="0"/>
              </a:ext>
            </a:extLst>
          </a:blip>
          <a:srcRect b="14264"/>
          <a:stretch/>
        </p:blipFill>
        <p:spPr>
          <a:xfrm>
            <a:off x="0" y="885365"/>
            <a:ext cx="12192000" cy="5980176"/>
          </a:xfrm>
          <a:prstGeom prst="rect">
            <a:avLst/>
          </a:prstGeom>
        </p:spPr>
      </p:pic>
      <p:sp>
        <p:nvSpPr>
          <p:cNvPr id="10" name="Rectangle 9">
            <a:extLst>
              <a:ext uri="{FF2B5EF4-FFF2-40B4-BE49-F238E27FC236}">
                <a16:creationId xmlns:a16="http://schemas.microsoft.com/office/drawing/2014/main" id="{6C7B82B4-C2D7-4CDC-82E6-5AD689EF5945}"/>
              </a:ext>
            </a:extLst>
          </p:cNvPr>
          <p:cNvSpPr/>
          <p:nvPr userDrawn="1"/>
        </p:nvSpPr>
        <p:spPr bwMode="auto">
          <a:xfrm>
            <a:off x="193040" y="1026160"/>
            <a:ext cx="11833056" cy="5628640"/>
          </a:xfrm>
          <a:prstGeom prst="rect">
            <a:avLst/>
          </a:prstGeom>
          <a:solidFill>
            <a:schemeClr val="bg1">
              <a:alpha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ext Placeholder 2"/>
          <p:cNvSpPr>
            <a:spLocks noGrp="1"/>
          </p:cNvSpPr>
          <p:nvPr>
            <p:ph type="body" sz="quarter" idx="10" hasCustomPrompt="1"/>
          </p:nvPr>
        </p:nvSpPr>
        <p:spPr>
          <a:xfrm>
            <a:off x="384047" y="1187644"/>
            <a:ext cx="11480003" cy="5294436"/>
          </a:xfrm>
          <a:prstGeom prst="rect">
            <a:avLst/>
          </a:prstGeom>
        </p:spPr>
        <p:txBody>
          <a:bodyPr lIns="0" tIns="0" rIns="0" bIns="0"/>
          <a:lstStyle>
            <a:lvl1pPr marL="224097"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1pPr>
            <a:lvl2pPr marL="448193"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2pPr>
            <a:lvl3pPr marL="672290"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3pPr>
            <a:lvl4pPr marL="896386"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4pPr>
            <a:lvl5pPr marL="1120483"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5">
            <a:extLst>
              <a:ext uri="{FF2B5EF4-FFF2-40B4-BE49-F238E27FC236}">
                <a16:creationId xmlns:a16="http://schemas.microsoft.com/office/drawing/2014/main" id="{77FCA14F-2AC9-4ECA-99B9-E8CCB07686AC}"/>
              </a:ext>
            </a:extLst>
          </p:cNvPr>
          <p:cNvSpPr>
            <a:spLocks noGrp="1"/>
          </p:cNvSpPr>
          <p:nvPr>
            <p:ph type="title"/>
          </p:nvPr>
        </p:nvSpPr>
        <p:spPr>
          <a:xfrm>
            <a:off x="384048" y="137160"/>
            <a:ext cx="10009632" cy="576072"/>
          </a:xfrm>
          <a:prstGeom prst="rect">
            <a:avLst/>
          </a:prstGeom>
        </p:spPr>
        <p:txBody>
          <a:bodyPr lIns="0" tIns="0" rIns="0" bIns="0" anchor="ctr" anchorCtr="0">
            <a:normAutofit/>
          </a:bodyPr>
          <a:lstStyle>
            <a:lvl1pPr>
              <a:defRPr sz="2800">
                <a:solidFill>
                  <a:schemeClr val="bg2"/>
                </a:solidFill>
                <a:latin typeface="Neue Haas Grotesk Text Pro" panose="020B0504020202020204" pitchFamily="34" charset="0"/>
                <a:cs typeface="Segoe UI Semibold" panose="020B0702040204020203" pitchFamily="34" charset="0"/>
              </a:defRPr>
            </a:lvl1pPr>
          </a:lstStyle>
          <a:p>
            <a:r>
              <a:rPr lang="en-US"/>
              <a:t>Click to edit Master title style</a:t>
            </a:r>
          </a:p>
        </p:txBody>
      </p:sp>
      <p:sp>
        <p:nvSpPr>
          <p:cNvPr id="13" name="Rectangle 12">
            <a:extLst>
              <a:ext uri="{FF2B5EF4-FFF2-40B4-BE49-F238E27FC236}">
                <a16:creationId xmlns:a16="http://schemas.microsoft.com/office/drawing/2014/main" id="{47F4DDFF-2319-4B67-B921-E09629CBC54C}"/>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6" name="Picture 15" descr="A picture containing clock, drawing, meter&#10;&#10;Description automatically generated">
            <a:extLst>
              <a:ext uri="{FF2B5EF4-FFF2-40B4-BE49-F238E27FC236}">
                <a16:creationId xmlns:a16="http://schemas.microsoft.com/office/drawing/2014/main" id="{5ABE42DC-5660-4A5A-82FB-B225F8A5B9D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Tree>
    <p:extLst>
      <p:ext uri="{BB962C8B-B14F-4D97-AF65-F5344CB8AC3E}">
        <p14:creationId xmlns:p14="http://schemas.microsoft.com/office/powerpoint/2010/main" val="2461245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Title and Image - 3">
    <p:spTree>
      <p:nvGrpSpPr>
        <p:cNvPr id="1" name=""/>
        <p:cNvGrpSpPr/>
        <p:nvPr/>
      </p:nvGrpSpPr>
      <p:grpSpPr>
        <a:xfrm>
          <a:off x="0" y="0"/>
          <a:ext cx="0" cy="0"/>
          <a:chOff x="0" y="0"/>
          <a:chExt cx="0" cy="0"/>
        </a:xfrm>
      </p:grpSpPr>
      <p:pic>
        <p:nvPicPr>
          <p:cNvPr id="5" name="Picture 4" descr="A picture containing person, indoor, person, person&#10;&#10;Description automatically generated">
            <a:extLst>
              <a:ext uri="{FF2B5EF4-FFF2-40B4-BE49-F238E27FC236}">
                <a16:creationId xmlns:a16="http://schemas.microsoft.com/office/drawing/2014/main" id="{48F97FD7-F557-4BBC-9EE5-13B66DC50C8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9087" r="23419"/>
          <a:stretch/>
        </p:blipFill>
        <p:spPr>
          <a:xfrm>
            <a:off x="6146800" y="885367"/>
            <a:ext cx="6045200" cy="5971032"/>
          </a:xfrm>
          <a:prstGeom prst="rect">
            <a:avLst/>
          </a:prstGeom>
        </p:spPr>
      </p:pic>
      <p:sp>
        <p:nvSpPr>
          <p:cNvPr id="8" name="Rectangle 7">
            <a:extLst>
              <a:ext uri="{FF2B5EF4-FFF2-40B4-BE49-F238E27FC236}">
                <a16:creationId xmlns:a16="http://schemas.microsoft.com/office/drawing/2014/main" id="{DCAF901D-59EB-4AA6-A5C6-18C0F5868CB6}"/>
              </a:ext>
            </a:extLst>
          </p:cNvPr>
          <p:cNvSpPr/>
          <p:nvPr userDrawn="1"/>
        </p:nvSpPr>
        <p:spPr bwMode="auto">
          <a:xfrm flipH="1">
            <a:off x="3863848" y="882609"/>
            <a:ext cx="5711952" cy="5971032"/>
          </a:xfrm>
          <a:prstGeom prst="rect">
            <a:avLst/>
          </a:prstGeom>
          <a:gradFill>
            <a:gsLst>
              <a:gs pos="44000">
                <a:schemeClr val="accent1">
                  <a:lumMod val="5000"/>
                  <a:lumOff val="95000"/>
                </a:schemeClr>
              </a:gs>
              <a:gs pos="86000">
                <a:schemeClr val="bg1">
                  <a:alpha val="0"/>
                </a:schemeClr>
              </a:gs>
            </a:gsLst>
            <a:lin ang="10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13" name="Rectangle 12">
            <a:extLst>
              <a:ext uri="{FF2B5EF4-FFF2-40B4-BE49-F238E27FC236}">
                <a16:creationId xmlns:a16="http://schemas.microsoft.com/office/drawing/2014/main" id="{F467B81B-F3C5-4811-AC39-4CE6296E6D29}"/>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ext Placeholder 2"/>
          <p:cNvSpPr>
            <a:spLocks noGrp="1"/>
          </p:cNvSpPr>
          <p:nvPr>
            <p:ph type="body" sz="quarter" idx="10" hasCustomPrompt="1"/>
          </p:nvPr>
        </p:nvSpPr>
        <p:spPr>
          <a:xfrm>
            <a:off x="384048" y="1187644"/>
            <a:ext cx="5711952" cy="5294436"/>
          </a:xfrm>
          <a:prstGeom prst="rect">
            <a:avLst/>
          </a:prstGeom>
        </p:spPr>
        <p:txBody>
          <a:bodyPr lIns="0" tIns="0" rIns="0" bIns="0"/>
          <a:lstStyle>
            <a:lvl1pPr marL="224097"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1pPr>
            <a:lvl2pPr marL="448193"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2pPr>
            <a:lvl3pPr marL="672290"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3pPr>
            <a:lvl4pPr marL="896386"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4pPr>
            <a:lvl5pPr marL="1120483"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5">
            <a:extLst>
              <a:ext uri="{FF2B5EF4-FFF2-40B4-BE49-F238E27FC236}">
                <a16:creationId xmlns:a16="http://schemas.microsoft.com/office/drawing/2014/main" id="{FFCE332B-6F01-42C8-88C6-AA3DB2E97321}"/>
              </a:ext>
            </a:extLst>
          </p:cNvPr>
          <p:cNvSpPr>
            <a:spLocks noGrp="1"/>
          </p:cNvSpPr>
          <p:nvPr>
            <p:ph type="title"/>
          </p:nvPr>
        </p:nvSpPr>
        <p:spPr>
          <a:xfrm>
            <a:off x="384048" y="137160"/>
            <a:ext cx="10009632" cy="576072"/>
          </a:xfrm>
          <a:prstGeom prst="rect">
            <a:avLst/>
          </a:prstGeom>
        </p:spPr>
        <p:txBody>
          <a:bodyPr lIns="0" tIns="0" rIns="0" bIns="0" anchor="ctr" anchorCtr="0">
            <a:normAutofit/>
          </a:bodyPr>
          <a:lstStyle>
            <a:lvl1pPr>
              <a:defRPr sz="2800">
                <a:solidFill>
                  <a:schemeClr val="bg2"/>
                </a:solidFill>
                <a:latin typeface="Neue Haas Grotesk Text Pro" panose="020B0504020202020204" pitchFamily="34" charset="0"/>
                <a:cs typeface="Segoe UI Semibold" panose="020B0702040204020203" pitchFamily="34" charset="0"/>
              </a:defRPr>
            </a:lvl1pPr>
          </a:lstStyle>
          <a:p>
            <a:r>
              <a:rPr lang="en-US"/>
              <a:t>Click to edit Master title style</a:t>
            </a:r>
          </a:p>
        </p:txBody>
      </p:sp>
      <p:sp>
        <p:nvSpPr>
          <p:cNvPr id="12" name="Rectangle 11">
            <a:extLst>
              <a:ext uri="{FF2B5EF4-FFF2-40B4-BE49-F238E27FC236}">
                <a16:creationId xmlns:a16="http://schemas.microsoft.com/office/drawing/2014/main" id="{A4583DAE-A972-4A89-9637-7EA37F356C17}"/>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descr="A picture containing clock, drawing, meter&#10;&#10;Description automatically generated">
            <a:extLst>
              <a:ext uri="{FF2B5EF4-FFF2-40B4-BE49-F238E27FC236}">
                <a16:creationId xmlns:a16="http://schemas.microsoft.com/office/drawing/2014/main" id="{52FA6BD3-D324-4470-9F82-F306BBAE015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Tree>
    <p:extLst>
      <p:ext uri="{BB962C8B-B14F-4D97-AF65-F5344CB8AC3E}">
        <p14:creationId xmlns:p14="http://schemas.microsoft.com/office/powerpoint/2010/main" val="14057560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itle and Image - 4">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6E6122DD-7792-45EF-9B42-1C4C4E7BEAA2}"/>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5" name="Picture 4" descr="A picture containing person, indoor, person, person&#10;&#10;Description automatically generated">
            <a:extLst>
              <a:ext uri="{FF2B5EF4-FFF2-40B4-BE49-F238E27FC236}">
                <a16:creationId xmlns:a16="http://schemas.microsoft.com/office/drawing/2014/main" id="{48F97FD7-F557-4BBC-9EE5-13B66DC50C8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9087" r="23419"/>
          <a:stretch/>
        </p:blipFill>
        <p:spPr>
          <a:xfrm>
            <a:off x="6146800" y="885367"/>
            <a:ext cx="6045200" cy="5971032"/>
          </a:xfrm>
          <a:prstGeom prst="parallelogram">
            <a:avLst>
              <a:gd name="adj" fmla="val 16471"/>
            </a:avLst>
          </a:prstGeom>
        </p:spPr>
      </p:pic>
      <p:sp>
        <p:nvSpPr>
          <p:cNvPr id="2" name="Parallelogram 1">
            <a:extLst>
              <a:ext uri="{FF2B5EF4-FFF2-40B4-BE49-F238E27FC236}">
                <a16:creationId xmlns:a16="http://schemas.microsoft.com/office/drawing/2014/main" id="{1C274E36-A7CD-44A6-95DC-25B50DD862BD}"/>
              </a:ext>
            </a:extLst>
          </p:cNvPr>
          <p:cNvSpPr/>
          <p:nvPr userDrawn="1"/>
        </p:nvSpPr>
        <p:spPr bwMode="auto">
          <a:xfrm>
            <a:off x="6146800" y="883766"/>
            <a:ext cx="6053328" cy="5971032"/>
          </a:xfrm>
          <a:prstGeom prst="parallelogram">
            <a:avLst>
              <a:gd name="adj" fmla="val 16730"/>
            </a:avLst>
          </a:prstGeom>
          <a:gradFill>
            <a:gsLst>
              <a:gs pos="0">
                <a:schemeClr val="tx2">
                  <a:alpha val="30000"/>
                </a:schemeClr>
              </a:gs>
              <a:gs pos="100000">
                <a:schemeClr val="tx2">
                  <a:alpha val="6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b="0" i="0" u="none" strike="noStrike" kern="0" cap="none" spc="0" normalizeH="0" baseline="0" dirty="0">
              <a:ln>
                <a:noFill/>
              </a:ln>
              <a:solidFill>
                <a:sysClr val="windowText" lastClr="000000"/>
              </a:solidFill>
              <a:effectLst/>
              <a:uLnTx/>
              <a:uFillTx/>
            </a:endParaRPr>
          </a:p>
        </p:txBody>
      </p:sp>
      <p:sp>
        <p:nvSpPr>
          <p:cNvPr id="3" name="Text Placeholder 2"/>
          <p:cNvSpPr>
            <a:spLocks noGrp="1"/>
          </p:cNvSpPr>
          <p:nvPr>
            <p:ph type="body" sz="quarter" idx="10" hasCustomPrompt="1"/>
          </p:nvPr>
        </p:nvSpPr>
        <p:spPr>
          <a:xfrm>
            <a:off x="384048" y="1187644"/>
            <a:ext cx="5711952" cy="5294436"/>
          </a:xfrm>
          <a:prstGeom prst="rect">
            <a:avLst/>
          </a:prstGeom>
        </p:spPr>
        <p:txBody>
          <a:bodyPr lIns="0" tIns="0" rIns="0" bIns="0"/>
          <a:lstStyle>
            <a:lvl1pPr marL="224097"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1pPr>
            <a:lvl2pPr marL="448193"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2pPr>
            <a:lvl3pPr marL="672290"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3pPr>
            <a:lvl4pPr marL="896386"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4pPr>
            <a:lvl5pPr marL="1120483"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5">
            <a:extLst>
              <a:ext uri="{FF2B5EF4-FFF2-40B4-BE49-F238E27FC236}">
                <a16:creationId xmlns:a16="http://schemas.microsoft.com/office/drawing/2014/main" id="{CAA630D0-0EA9-4A18-9A43-D8E33EE1168A}"/>
              </a:ext>
            </a:extLst>
          </p:cNvPr>
          <p:cNvSpPr>
            <a:spLocks noGrp="1"/>
          </p:cNvSpPr>
          <p:nvPr>
            <p:ph type="title"/>
          </p:nvPr>
        </p:nvSpPr>
        <p:spPr>
          <a:xfrm>
            <a:off x="384048" y="137160"/>
            <a:ext cx="10009632" cy="576072"/>
          </a:xfrm>
          <a:prstGeom prst="rect">
            <a:avLst/>
          </a:prstGeom>
        </p:spPr>
        <p:txBody>
          <a:bodyPr lIns="0" tIns="0" rIns="0" bIns="0" anchor="ctr" anchorCtr="0">
            <a:normAutofit/>
          </a:bodyPr>
          <a:lstStyle>
            <a:lvl1pPr>
              <a:defRPr sz="2800">
                <a:solidFill>
                  <a:schemeClr val="bg2"/>
                </a:solidFill>
                <a:latin typeface="Neue Haas Grotesk Text Pro" panose="020B0504020202020204" pitchFamily="34" charset="0"/>
                <a:cs typeface="Segoe UI Semibold" panose="020B0702040204020203" pitchFamily="34" charset="0"/>
              </a:defRPr>
            </a:lvl1pPr>
          </a:lstStyle>
          <a:p>
            <a:r>
              <a:rPr lang="en-US"/>
              <a:t>Click to edit Master title style</a:t>
            </a:r>
          </a:p>
        </p:txBody>
      </p:sp>
      <p:sp>
        <p:nvSpPr>
          <p:cNvPr id="12" name="Rectangle 11">
            <a:extLst>
              <a:ext uri="{FF2B5EF4-FFF2-40B4-BE49-F238E27FC236}">
                <a16:creationId xmlns:a16="http://schemas.microsoft.com/office/drawing/2014/main" id="{D193AD5B-9461-4853-80E8-6B8264A665F7}"/>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descr="A picture containing clock, drawing, meter&#10;&#10;Description automatically generated">
            <a:extLst>
              <a:ext uri="{FF2B5EF4-FFF2-40B4-BE49-F238E27FC236}">
                <a16:creationId xmlns:a16="http://schemas.microsoft.com/office/drawing/2014/main" id="{5A65C973-368A-474F-8E72-A459991036B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Tree>
    <p:extLst>
      <p:ext uri="{BB962C8B-B14F-4D97-AF65-F5344CB8AC3E}">
        <p14:creationId xmlns:p14="http://schemas.microsoft.com/office/powerpoint/2010/main" val="22605950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Knowledge Check">
    <p:spTree>
      <p:nvGrpSpPr>
        <p:cNvPr id="1" name=""/>
        <p:cNvGrpSpPr/>
        <p:nvPr/>
      </p:nvGrpSpPr>
      <p:grpSpPr>
        <a:xfrm>
          <a:off x="0" y="0"/>
          <a:ext cx="0" cy="0"/>
          <a:chOff x="0" y="0"/>
          <a:chExt cx="0" cy="0"/>
        </a:xfrm>
      </p:grpSpPr>
      <p:pic>
        <p:nvPicPr>
          <p:cNvPr id="22" name="Picture 21" descr="A hand holding an object in his hand&#10;&#10;Description automatically generated">
            <a:extLst>
              <a:ext uri="{FF2B5EF4-FFF2-40B4-BE49-F238E27FC236}">
                <a16:creationId xmlns:a16="http://schemas.microsoft.com/office/drawing/2014/main" id="{7A322D95-7F25-460D-A56A-AFEBF4C4EEC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361416" y="2226842"/>
            <a:ext cx="4830584" cy="4631157"/>
          </a:xfrm>
          <a:prstGeom prst="rect">
            <a:avLst/>
          </a:prstGeom>
        </p:spPr>
      </p:pic>
      <p:sp>
        <p:nvSpPr>
          <p:cNvPr id="15" name="Rectangle 14">
            <a:extLst>
              <a:ext uri="{FF2B5EF4-FFF2-40B4-BE49-F238E27FC236}">
                <a16:creationId xmlns:a16="http://schemas.microsoft.com/office/drawing/2014/main" id="{3A36DEA3-000E-4AA5-AEE5-452B2E520E1B}"/>
              </a:ext>
            </a:extLst>
          </p:cNvPr>
          <p:cNvSpPr/>
          <p:nvPr userDrawn="1"/>
        </p:nvSpPr>
        <p:spPr bwMode="auto">
          <a:xfrm flipH="1">
            <a:off x="5438648" y="882609"/>
            <a:ext cx="5711952" cy="5971032"/>
          </a:xfrm>
          <a:prstGeom prst="rect">
            <a:avLst/>
          </a:prstGeom>
          <a:gradFill>
            <a:gsLst>
              <a:gs pos="44000">
                <a:schemeClr val="accent1">
                  <a:lumMod val="5000"/>
                  <a:lumOff val="95000"/>
                </a:schemeClr>
              </a:gs>
              <a:gs pos="86000">
                <a:schemeClr val="bg1">
                  <a:alpha val="0"/>
                </a:schemeClr>
              </a:gs>
            </a:gsLst>
            <a:lin ang="10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23" name="Rectangle 22">
            <a:extLst>
              <a:ext uri="{FF2B5EF4-FFF2-40B4-BE49-F238E27FC236}">
                <a16:creationId xmlns:a16="http://schemas.microsoft.com/office/drawing/2014/main" id="{455F4812-8182-4FC8-9324-53F0C844DA1D}"/>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2" name="Rectangle 1">
            <a:extLst>
              <a:ext uri="{FF2B5EF4-FFF2-40B4-BE49-F238E27FC236}">
                <a16:creationId xmlns:a16="http://schemas.microsoft.com/office/drawing/2014/main" id="{B0A0B547-8C58-4B13-A3D0-97487F1DD112}"/>
              </a:ext>
            </a:extLst>
          </p:cNvPr>
          <p:cNvSpPr/>
          <p:nvPr userDrawn="1"/>
        </p:nvSpPr>
        <p:spPr bwMode="auto">
          <a:xfrm>
            <a:off x="0" y="1145540"/>
            <a:ext cx="12192000" cy="1082041"/>
          </a:xfrm>
          <a:prstGeom prst="rect">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18" name="Oval 17">
            <a:extLst>
              <a:ext uri="{FF2B5EF4-FFF2-40B4-BE49-F238E27FC236}">
                <a16:creationId xmlns:a16="http://schemas.microsoft.com/office/drawing/2014/main" id="{AF9B415A-5593-4506-959C-8C76BFDD8B24}"/>
              </a:ext>
            </a:extLst>
          </p:cNvPr>
          <p:cNvSpPr/>
          <p:nvPr userDrawn="1"/>
        </p:nvSpPr>
        <p:spPr bwMode="auto">
          <a:xfrm>
            <a:off x="104685" y="994844"/>
            <a:ext cx="1371600" cy="1371600"/>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endParaRPr lang="en-US" sz="6000" dirty="0">
              <a:gradFill>
                <a:gsLst>
                  <a:gs pos="0">
                    <a:srgbClr val="FFFFFF"/>
                  </a:gs>
                  <a:gs pos="100000">
                    <a:srgbClr val="FFFFFF"/>
                  </a:gs>
                </a:gsLst>
                <a:lin ang="5400000" scaled="0"/>
              </a:gradFill>
              <a:ea typeface="Segoe UI" pitchFamily="34" charset="0"/>
              <a:cs typeface="Segoe UI" pitchFamily="34" charset="0"/>
            </a:endParaRPr>
          </a:p>
        </p:txBody>
      </p:sp>
      <p:sp>
        <p:nvSpPr>
          <p:cNvPr id="17" name="Rectangle 16">
            <a:extLst>
              <a:ext uri="{FF2B5EF4-FFF2-40B4-BE49-F238E27FC236}">
                <a16:creationId xmlns:a16="http://schemas.microsoft.com/office/drawing/2014/main" id="{BDD58815-EFB8-47B5-8BB8-2731DEB2FC30}"/>
              </a:ext>
            </a:extLst>
          </p:cNvPr>
          <p:cNvSpPr/>
          <p:nvPr userDrawn="1"/>
        </p:nvSpPr>
        <p:spPr bwMode="auto">
          <a:xfrm>
            <a:off x="0" y="1040564"/>
            <a:ext cx="937549" cy="1343821"/>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7" name="Oval 6">
            <a:extLst>
              <a:ext uri="{FF2B5EF4-FFF2-40B4-BE49-F238E27FC236}">
                <a16:creationId xmlns:a16="http://schemas.microsoft.com/office/drawing/2014/main" id="{E5C6231A-8F08-47FB-8DA2-BE72057E3A9D}"/>
              </a:ext>
            </a:extLst>
          </p:cNvPr>
          <p:cNvSpPr/>
          <p:nvPr userDrawn="1"/>
        </p:nvSpPr>
        <p:spPr bwMode="auto">
          <a:xfrm>
            <a:off x="115102" y="1040564"/>
            <a:ext cx="1280160" cy="128016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6000" dirty="0">
                <a:solidFill>
                  <a:schemeClr val="tx1"/>
                </a:solidFill>
                <a:ea typeface="Segoe UI" pitchFamily="34" charset="0"/>
                <a:cs typeface="Segoe UI" pitchFamily="34" charset="0"/>
              </a:rPr>
              <a:t>Q</a:t>
            </a:r>
          </a:p>
        </p:txBody>
      </p:sp>
      <p:sp>
        <p:nvSpPr>
          <p:cNvPr id="3" name="Text Placeholder 2"/>
          <p:cNvSpPr>
            <a:spLocks noGrp="1"/>
          </p:cNvSpPr>
          <p:nvPr>
            <p:ph type="body" sz="quarter" idx="10" hasCustomPrompt="1"/>
          </p:nvPr>
        </p:nvSpPr>
        <p:spPr>
          <a:xfrm>
            <a:off x="1686560" y="1254221"/>
            <a:ext cx="10393680" cy="864678"/>
          </a:xfrm>
          <a:prstGeom prst="rect">
            <a:avLst/>
          </a:prstGeom>
        </p:spPr>
        <p:txBody>
          <a:bodyPr lIns="0" tIns="0" rIns="0" bIns="0"/>
          <a:lstStyle>
            <a:lvl1pPr marL="0" indent="0">
              <a:buFont typeface="Arial" panose="020B0604020202020204" pitchFamily="34" charset="0"/>
              <a:buNone/>
              <a:defRPr sz="2000">
                <a:solidFill>
                  <a:schemeClr val="tx1"/>
                </a:solidFill>
                <a:latin typeface="Neue Haas Grotesk Text Pro" panose="020B0504020202020204" pitchFamily="34" charset="0"/>
                <a:cs typeface="Segoe UI" panose="020B0502040204020203" pitchFamily="34" charset="0"/>
              </a:defRPr>
            </a:lvl1pPr>
            <a:lvl2pPr marL="448193"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2pPr>
            <a:lvl3pPr marL="672290"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3pPr>
            <a:lvl4pPr marL="896386"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4pPr>
            <a:lvl5pPr marL="1120483"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5pPr>
          </a:lstStyle>
          <a:p>
            <a:pPr lvl="0"/>
            <a:r>
              <a:rPr lang="en-US"/>
              <a:t>Question text goes here</a:t>
            </a:r>
          </a:p>
        </p:txBody>
      </p:sp>
      <p:sp>
        <p:nvSpPr>
          <p:cNvPr id="8" name="Text Placeholder 2">
            <a:extLst>
              <a:ext uri="{FF2B5EF4-FFF2-40B4-BE49-F238E27FC236}">
                <a16:creationId xmlns:a16="http://schemas.microsoft.com/office/drawing/2014/main" id="{781D44AD-6B87-4521-AE6A-61D11347790D}"/>
              </a:ext>
            </a:extLst>
          </p:cNvPr>
          <p:cNvSpPr>
            <a:spLocks noGrp="1"/>
          </p:cNvSpPr>
          <p:nvPr>
            <p:ph type="body" sz="quarter" idx="11" hasCustomPrompt="1"/>
          </p:nvPr>
        </p:nvSpPr>
        <p:spPr>
          <a:xfrm>
            <a:off x="1686560" y="2296160"/>
            <a:ext cx="6126480" cy="365760"/>
          </a:xfrm>
          <a:prstGeom prst="rect">
            <a:avLst/>
          </a:prstGeom>
        </p:spPr>
        <p:txBody>
          <a:bodyPr lIns="0" tIns="0" rIns="0" bIns="0"/>
          <a:lstStyle>
            <a:lvl1pPr marL="0" indent="0">
              <a:buFont typeface="Arial" panose="020B0604020202020204" pitchFamily="34" charset="0"/>
              <a:buNone/>
              <a:defRPr sz="1600" i="1">
                <a:solidFill>
                  <a:schemeClr val="bg2"/>
                </a:solidFill>
                <a:latin typeface="Neue Haas Grotesk Text Pro" panose="020B0504020202020204" pitchFamily="34" charset="0"/>
                <a:cs typeface="Segoe UI" panose="020B0502040204020203" pitchFamily="34" charset="0"/>
              </a:defRPr>
            </a:lvl1pPr>
            <a:lvl2pPr marL="448193"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2pPr>
            <a:lvl3pPr marL="672290"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3pPr>
            <a:lvl4pPr marL="896386"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4pPr>
            <a:lvl5pPr marL="1120483"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5pPr>
          </a:lstStyle>
          <a:p>
            <a:pPr lvl="0"/>
            <a:r>
              <a:rPr lang="en-US"/>
              <a:t>Instruction text goes here</a:t>
            </a:r>
          </a:p>
        </p:txBody>
      </p:sp>
      <p:sp>
        <p:nvSpPr>
          <p:cNvPr id="10" name="Text Placeholder 2">
            <a:extLst>
              <a:ext uri="{FF2B5EF4-FFF2-40B4-BE49-F238E27FC236}">
                <a16:creationId xmlns:a16="http://schemas.microsoft.com/office/drawing/2014/main" id="{D5397296-2B3F-498D-8321-B537DBF8E127}"/>
              </a:ext>
            </a:extLst>
          </p:cNvPr>
          <p:cNvSpPr>
            <a:spLocks noGrp="1"/>
          </p:cNvSpPr>
          <p:nvPr>
            <p:ph type="body" sz="quarter" idx="12" hasCustomPrompt="1"/>
          </p:nvPr>
        </p:nvSpPr>
        <p:spPr>
          <a:xfrm>
            <a:off x="1686560" y="2933490"/>
            <a:ext cx="6065520" cy="276999"/>
          </a:xfrm>
          <a:prstGeom prst="rect">
            <a:avLst/>
          </a:prstGeom>
        </p:spPr>
        <p:txBody>
          <a:bodyPr wrap="square" lIns="0" tIns="0" rIns="0" bIns="0">
            <a:spAutoFit/>
          </a:bodyPr>
          <a:lstStyle>
            <a:lvl1pPr marL="457200" indent="-457200">
              <a:buFont typeface="+mj-lt"/>
              <a:buAutoNum type="alphaUcPeriod"/>
              <a:defRPr sz="2000">
                <a:solidFill>
                  <a:schemeClr val="tx1"/>
                </a:solidFill>
                <a:latin typeface="Neue Haas Grotesk Text Pro" panose="020B0504020202020204" pitchFamily="34" charset="0"/>
                <a:cs typeface="Segoe UI" panose="020B0502040204020203" pitchFamily="34" charset="0"/>
              </a:defRPr>
            </a:lvl1pPr>
            <a:lvl2pPr marL="448193"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2pPr>
            <a:lvl3pPr marL="672290"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3pPr>
            <a:lvl4pPr marL="896386"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4pPr>
            <a:lvl5pPr marL="1120483"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5pPr>
          </a:lstStyle>
          <a:p>
            <a:pPr lvl="0"/>
            <a:r>
              <a:rPr lang="en-US"/>
              <a:t>Options text goes here</a:t>
            </a:r>
          </a:p>
        </p:txBody>
      </p:sp>
      <p:sp>
        <p:nvSpPr>
          <p:cNvPr id="14" name="Title 5">
            <a:extLst>
              <a:ext uri="{FF2B5EF4-FFF2-40B4-BE49-F238E27FC236}">
                <a16:creationId xmlns:a16="http://schemas.microsoft.com/office/drawing/2014/main" id="{84617783-2591-42A2-B927-B81D12658AC8}"/>
              </a:ext>
            </a:extLst>
          </p:cNvPr>
          <p:cNvSpPr>
            <a:spLocks noGrp="1"/>
          </p:cNvSpPr>
          <p:nvPr>
            <p:ph type="title"/>
          </p:nvPr>
        </p:nvSpPr>
        <p:spPr>
          <a:xfrm>
            <a:off x="384048" y="137160"/>
            <a:ext cx="10009632" cy="576072"/>
          </a:xfrm>
          <a:prstGeom prst="rect">
            <a:avLst/>
          </a:prstGeom>
        </p:spPr>
        <p:txBody>
          <a:bodyPr lIns="0" tIns="0" rIns="0" bIns="0" anchor="ctr" anchorCtr="0">
            <a:normAutofit/>
          </a:bodyPr>
          <a:lstStyle>
            <a:lvl1pPr>
              <a:defRPr sz="2800">
                <a:solidFill>
                  <a:schemeClr val="bg2"/>
                </a:solidFill>
                <a:latin typeface="Neue Haas Grotesk Text Pro" panose="020B0504020202020204" pitchFamily="34" charset="0"/>
                <a:cs typeface="Segoe UI Semibold" panose="020B0702040204020203" pitchFamily="34" charset="0"/>
              </a:defRPr>
            </a:lvl1pPr>
          </a:lstStyle>
          <a:p>
            <a:r>
              <a:rPr lang="en-US"/>
              <a:t>Click to edit Master title style</a:t>
            </a:r>
          </a:p>
        </p:txBody>
      </p:sp>
      <p:sp>
        <p:nvSpPr>
          <p:cNvPr id="16" name="Rectangle 15">
            <a:extLst>
              <a:ext uri="{FF2B5EF4-FFF2-40B4-BE49-F238E27FC236}">
                <a16:creationId xmlns:a16="http://schemas.microsoft.com/office/drawing/2014/main" id="{1C31B344-9358-422A-8D4C-CD4AE48E736D}"/>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5" name="Picture 24" descr="A picture containing clock, drawing, meter&#10;&#10;Description automatically generated">
            <a:extLst>
              <a:ext uri="{FF2B5EF4-FFF2-40B4-BE49-F238E27FC236}">
                <a16:creationId xmlns:a16="http://schemas.microsoft.com/office/drawing/2014/main" id="{39A5BB0E-CC7D-48C3-8D95-35B9546F2F7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Tree>
    <p:extLst>
      <p:ext uri="{BB962C8B-B14F-4D97-AF65-F5344CB8AC3E}">
        <p14:creationId xmlns:p14="http://schemas.microsoft.com/office/powerpoint/2010/main" val="23530380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Simulation">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63779F53-7C66-47AB-B265-0B04DB29A00B}"/>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5" name="Rectangle 4">
            <a:extLst>
              <a:ext uri="{FF2B5EF4-FFF2-40B4-BE49-F238E27FC236}">
                <a16:creationId xmlns:a16="http://schemas.microsoft.com/office/drawing/2014/main" id="{D5E0D2A3-77D2-4E3A-B6BF-609FF142EEC9}"/>
              </a:ext>
            </a:extLst>
          </p:cNvPr>
          <p:cNvSpPr/>
          <p:nvPr userDrawn="1"/>
        </p:nvSpPr>
        <p:spPr bwMode="auto">
          <a:xfrm>
            <a:off x="995680" y="1351280"/>
            <a:ext cx="10520680" cy="701040"/>
          </a:xfrm>
          <a:prstGeom prst="rect">
            <a:avLst/>
          </a:prstGeom>
          <a:solidFill>
            <a:schemeClr val="tx2"/>
          </a:solidFill>
          <a:ln>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2" name="Oval 1">
            <a:extLst>
              <a:ext uri="{FF2B5EF4-FFF2-40B4-BE49-F238E27FC236}">
                <a16:creationId xmlns:a16="http://schemas.microsoft.com/office/drawing/2014/main" id="{FF527B1C-8890-4298-87BB-6A45D4E3D31A}"/>
              </a:ext>
            </a:extLst>
          </p:cNvPr>
          <p:cNvSpPr/>
          <p:nvPr userDrawn="1"/>
        </p:nvSpPr>
        <p:spPr bwMode="auto">
          <a:xfrm>
            <a:off x="614680" y="1351280"/>
            <a:ext cx="713232" cy="713232"/>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ext Placeholder 2"/>
          <p:cNvSpPr>
            <a:spLocks noGrp="1"/>
          </p:cNvSpPr>
          <p:nvPr>
            <p:ph type="body" sz="quarter" idx="10" hasCustomPrompt="1"/>
          </p:nvPr>
        </p:nvSpPr>
        <p:spPr>
          <a:xfrm>
            <a:off x="1440180" y="1563301"/>
            <a:ext cx="9966960" cy="276999"/>
          </a:xfrm>
          <a:prstGeom prst="rect">
            <a:avLst/>
          </a:prstGeom>
        </p:spPr>
        <p:txBody>
          <a:bodyPr lIns="0" tIns="0" rIns="0" bIns="0" anchor="ctr" anchorCtr="0">
            <a:spAutoFit/>
          </a:bodyPr>
          <a:lstStyle>
            <a:lvl1pPr marL="0" indent="0" algn="l">
              <a:buFont typeface="Arial" panose="020B0604020202020204" pitchFamily="34" charset="0"/>
              <a:buNone/>
              <a:defRPr sz="2000">
                <a:solidFill>
                  <a:schemeClr val="tx1"/>
                </a:solidFill>
                <a:latin typeface="Neue Haas Grotesk Text Pro" panose="020B0504020202020204" pitchFamily="34" charset="0"/>
                <a:cs typeface="Segoe UI" panose="020B0502040204020203" pitchFamily="34" charset="0"/>
              </a:defRPr>
            </a:lvl1pPr>
            <a:lvl2pPr marL="448193"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2pPr>
            <a:lvl3pPr marL="672290"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3pPr>
            <a:lvl4pPr marL="896386"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4pPr>
            <a:lvl5pPr marL="1120483"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5pPr>
          </a:lstStyle>
          <a:p>
            <a:pPr lvl="0"/>
            <a:r>
              <a:rPr lang="en-US"/>
              <a:t>Exercise name goes here</a:t>
            </a:r>
          </a:p>
        </p:txBody>
      </p:sp>
      <p:sp>
        <p:nvSpPr>
          <p:cNvPr id="10" name="Rectangle 9">
            <a:extLst>
              <a:ext uri="{FF2B5EF4-FFF2-40B4-BE49-F238E27FC236}">
                <a16:creationId xmlns:a16="http://schemas.microsoft.com/office/drawing/2014/main" id="{1EB455DE-95D3-4E71-86C4-63499EAA7738}"/>
              </a:ext>
            </a:extLst>
          </p:cNvPr>
          <p:cNvSpPr/>
          <p:nvPr userDrawn="1"/>
        </p:nvSpPr>
        <p:spPr bwMode="auto">
          <a:xfrm>
            <a:off x="995680" y="2052320"/>
            <a:ext cx="10520680" cy="4226560"/>
          </a:xfrm>
          <a:prstGeom prst="rect">
            <a:avLst/>
          </a:prstGeom>
          <a:solidFill>
            <a:schemeClr val="bg1"/>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12" name="Text Placeholder 2">
            <a:extLst>
              <a:ext uri="{FF2B5EF4-FFF2-40B4-BE49-F238E27FC236}">
                <a16:creationId xmlns:a16="http://schemas.microsoft.com/office/drawing/2014/main" id="{59F8A6E5-CADD-44E6-B535-70314ACFE3E1}"/>
              </a:ext>
            </a:extLst>
          </p:cNvPr>
          <p:cNvSpPr>
            <a:spLocks noGrp="1"/>
          </p:cNvSpPr>
          <p:nvPr>
            <p:ph type="body" sz="quarter" idx="11" hasCustomPrompt="1"/>
          </p:nvPr>
        </p:nvSpPr>
        <p:spPr>
          <a:xfrm>
            <a:off x="1440180" y="2241234"/>
            <a:ext cx="5207000" cy="276999"/>
          </a:xfrm>
          <a:prstGeom prst="rect">
            <a:avLst/>
          </a:prstGeom>
        </p:spPr>
        <p:txBody>
          <a:bodyPr wrap="square" lIns="0" tIns="0" rIns="0" bIns="0" anchor="ctr" anchorCtr="0">
            <a:spAutoFit/>
          </a:bodyPr>
          <a:lstStyle>
            <a:lvl1pPr marL="0" indent="0" algn="l">
              <a:buFont typeface="Arial" panose="020B0604020202020204" pitchFamily="34" charset="0"/>
              <a:buNone/>
              <a:defRPr sz="2000">
                <a:solidFill>
                  <a:schemeClr val="tx1"/>
                </a:solidFill>
                <a:latin typeface="Neue Haas Grotesk Text Pro" panose="020B0504020202020204" pitchFamily="34" charset="0"/>
                <a:cs typeface="Segoe UI" panose="020B0502040204020203" pitchFamily="34" charset="0"/>
              </a:defRPr>
            </a:lvl1pPr>
            <a:lvl2pPr marL="448193"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2pPr>
            <a:lvl3pPr marL="672290"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3pPr>
            <a:lvl4pPr marL="896386"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4pPr>
            <a:lvl5pPr marL="1120483"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5pPr>
          </a:lstStyle>
          <a:p>
            <a:pPr lvl="0"/>
            <a:r>
              <a:rPr lang="en-US"/>
              <a:t>Exercise description text goes here</a:t>
            </a:r>
          </a:p>
        </p:txBody>
      </p:sp>
      <p:sp>
        <p:nvSpPr>
          <p:cNvPr id="16" name="Title 5">
            <a:extLst>
              <a:ext uri="{FF2B5EF4-FFF2-40B4-BE49-F238E27FC236}">
                <a16:creationId xmlns:a16="http://schemas.microsoft.com/office/drawing/2014/main" id="{F8DB6F04-A142-42D8-8602-BB25B9E43DFC}"/>
              </a:ext>
            </a:extLst>
          </p:cNvPr>
          <p:cNvSpPr>
            <a:spLocks noGrp="1"/>
          </p:cNvSpPr>
          <p:nvPr>
            <p:ph type="title"/>
          </p:nvPr>
        </p:nvSpPr>
        <p:spPr>
          <a:xfrm>
            <a:off x="384048" y="137160"/>
            <a:ext cx="10009632" cy="576072"/>
          </a:xfrm>
          <a:prstGeom prst="rect">
            <a:avLst/>
          </a:prstGeom>
        </p:spPr>
        <p:txBody>
          <a:bodyPr lIns="0" tIns="0" rIns="0" bIns="0" anchor="ctr" anchorCtr="0">
            <a:normAutofit/>
          </a:bodyPr>
          <a:lstStyle>
            <a:lvl1pPr>
              <a:defRPr sz="2800">
                <a:solidFill>
                  <a:schemeClr val="bg2"/>
                </a:solidFill>
                <a:latin typeface="Neue Haas Grotesk Text Pro" panose="020B0504020202020204" pitchFamily="34" charset="0"/>
                <a:cs typeface="Segoe UI Semibold" panose="020B0702040204020203" pitchFamily="34" charset="0"/>
              </a:defRPr>
            </a:lvl1pPr>
          </a:lstStyle>
          <a:p>
            <a:r>
              <a:rPr lang="en-US"/>
              <a:t>Click to edit Master title style</a:t>
            </a:r>
          </a:p>
        </p:txBody>
      </p:sp>
      <p:sp>
        <p:nvSpPr>
          <p:cNvPr id="18" name="Rectangle 17">
            <a:extLst>
              <a:ext uri="{FF2B5EF4-FFF2-40B4-BE49-F238E27FC236}">
                <a16:creationId xmlns:a16="http://schemas.microsoft.com/office/drawing/2014/main" id="{D8B5C49D-2BB6-4D3E-B985-1B47246B5431}"/>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1" name="Picture 20" descr="A picture containing clock, drawing, meter&#10;&#10;Description automatically generated">
            <a:extLst>
              <a:ext uri="{FF2B5EF4-FFF2-40B4-BE49-F238E27FC236}">
                <a16:creationId xmlns:a16="http://schemas.microsoft.com/office/drawing/2014/main" id="{08E63656-40DD-4EAD-A76A-A81E31C5981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pic>
        <p:nvPicPr>
          <p:cNvPr id="13" name="Picture 12">
            <a:extLst>
              <a:ext uri="{FF2B5EF4-FFF2-40B4-BE49-F238E27FC236}">
                <a16:creationId xmlns:a16="http://schemas.microsoft.com/office/drawing/2014/main" id="{1D5C3591-DA02-4E44-AB56-7081EC5BE8D3}"/>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57918"/>
          <a:stretch/>
        </p:blipFill>
        <p:spPr>
          <a:xfrm>
            <a:off x="8351520" y="2064511"/>
            <a:ext cx="3164840" cy="4214369"/>
          </a:xfrm>
          <a:prstGeom prst="rect">
            <a:avLst/>
          </a:prstGeom>
        </p:spPr>
      </p:pic>
      <p:pic>
        <p:nvPicPr>
          <p:cNvPr id="14" name="Graphic 8">
            <a:extLst>
              <a:ext uri="{FF2B5EF4-FFF2-40B4-BE49-F238E27FC236}">
                <a16:creationId xmlns:a16="http://schemas.microsoft.com/office/drawing/2014/main" id="{AC19FAD1-1DC7-4879-B750-4A8132DC9B18}"/>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632460" y="1379220"/>
            <a:ext cx="670560" cy="670560"/>
          </a:xfrm>
          <a:prstGeom prst="rect">
            <a:avLst/>
          </a:prstGeom>
        </p:spPr>
      </p:pic>
    </p:spTree>
    <p:extLst>
      <p:ext uri="{BB962C8B-B14F-4D97-AF65-F5344CB8AC3E}">
        <p14:creationId xmlns:p14="http://schemas.microsoft.com/office/powerpoint/2010/main" val="21201058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Course Summary">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F816D950-FCCC-4886-9D48-894952DC8D48}"/>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16" name="Picture 15" descr="A person sitting at a table using a computer&#10;&#10;Description automatically generated">
            <a:extLst>
              <a:ext uri="{FF2B5EF4-FFF2-40B4-BE49-F238E27FC236}">
                <a16:creationId xmlns:a16="http://schemas.microsoft.com/office/drawing/2014/main" id="{AC057FDE-C1E9-480D-B71B-01AFDE117BA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14116"/>
          <a:stretch/>
        </p:blipFill>
        <p:spPr>
          <a:xfrm>
            <a:off x="5368556" y="877824"/>
            <a:ext cx="6823444" cy="5980176"/>
          </a:xfrm>
          <a:prstGeom prst="rect">
            <a:avLst/>
          </a:prstGeom>
        </p:spPr>
      </p:pic>
      <p:sp>
        <p:nvSpPr>
          <p:cNvPr id="3" name="Text Placeholder 2"/>
          <p:cNvSpPr>
            <a:spLocks noGrp="1"/>
          </p:cNvSpPr>
          <p:nvPr>
            <p:ph type="body" sz="quarter" idx="10" hasCustomPrompt="1"/>
          </p:nvPr>
        </p:nvSpPr>
        <p:spPr>
          <a:xfrm>
            <a:off x="384048" y="1187644"/>
            <a:ext cx="5811479" cy="5533196"/>
          </a:xfrm>
          <a:prstGeom prst="rect">
            <a:avLst/>
          </a:prstGeom>
        </p:spPr>
        <p:txBody>
          <a:bodyPr lIns="0" tIns="0" rIns="0" bIns="0"/>
          <a:lstStyle>
            <a:lvl1pPr marL="224097"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1pPr>
            <a:lvl2pPr marL="448193"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2pPr>
            <a:lvl3pPr marL="672290"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3pPr>
            <a:lvl4pPr marL="896386"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4pPr>
            <a:lvl5pPr marL="1120483" indent="-224097">
              <a:buFont typeface="Arial" panose="020B0604020202020204" pitchFamily="34" charset="0"/>
              <a:buChar char="•"/>
              <a:defRPr sz="2000">
                <a:solidFill>
                  <a:schemeClr val="tx1"/>
                </a:solidFill>
                <a:latin typeface="Neue Haas Grotesk Text Pro" panose="020B0504020202020204" pitchFamily="34" charset="0"/>
                <a:cs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5">
            <a:extLst>
              <a:ext uri="{FF2B5EF4-FFF2-40B4-BE49-F238E27FC236}">
                <a16:creationId xmlns:a16="http://schemas.microsoft.com/office/drawing/2014/main" id="{FB571BCE-E50B-402F-AE57-7385CFCCB448}"/>
              </a:ext>
            </a:extLst>
          </p:cNvPr>
          <p:cNvSpPr>
            <a:spLocks noGrp="1"/>
          </p:cNvSpPr>
          <p:nvPr>
            <p:ph type="title"/>
          </p:nvPr>
        </p:nvSpPr>
        <p:spPr>
          <a:xfrm>
            <a:off x="384048" y="137160"/>
            <a:ext cx="10009632" cy="576072"/>
          </a:xfrm>
          <a:prstGeom prst="rect">
            <a:avLst/>
          </a:prstGeom>
        </p:spPr>
        <p:txBody>
          <a:bodyPr lIns="0" tIns="0" rIns="0" bIns="0" anchor="ctr" anchorCtr="0">
            <a:normAutofit/>
          </a:bodyPr>
          <a:lstStyle>
            <a:lvl1pPr>
              <a:defRPr sz="2800">
                <a:solidFill>
                  <a:schemeClr val="bg2"/>
                </a:solidFill>
                <a:latin typeface="Neue Haas Grotesk Text Pro" panose="020B0504020202020204" pitchFamily="34" charset="0"/>
                <a:cs typeface="Segoe UI Semibold" panose="020B0702040204020203" pitchFamily="34" charset="0"/>
              </a:defRPr>
            </a:lvl1pPr>
          </a:lstStyle>
          <a:p>
            <a:r>
              <a:rPr lang="en-US"/>
              <a:t>Click to edit Master title style</a:t>
            </a:r>
          </a:p>
        </p:txBody>
      </p:sp>
      <p:sp>
        <p:nvSpPr>
          <p:cNvPr id="13" name="Rectangle 12">
            <a:extLst>
              <a:ext uri="{FF2B5EF4-FFF2-40B4-BE49-F238E27FC236}">
                <a16:creationId xmlns:a16="http://schemas.microsoft.com/office/drawing/2014/main" id="{D82910AD-9F4B-410B-A018-61AB15896262}"/>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9" name="Picture 18" descr="A picture containing clock, drawing, meter&#10;&#10;Description automatically generated">
            <a:extLst>
              <a:ext uri="{FF2B5EF4-FFF2-40B4-BE49-F238E27FC236}">
                <a16:creationId xmlns:a16="http://schemas.microsoft.com/office/drawing/2014/main" id="{417CEF8F-82A9-465C-9DA8-1D0E7D6D89A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Tree>
    <p:extLst>
      <p:ext uri="{BB962C8B-B14F-4D97-AF65-F5344CB8AC3E}">
        <p14:creationId xmlns:p14="http://schemas.microsoft.com/office/powerpoint/2010/main" val="3224288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Assessment Introduction">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4312BF16-5A2B-4FB4-B794-52205C0BB0D0}"/>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19" name="Picture 18" descr="A person sitting at a table looking at a computer&#10;&#10;Description automatically generated">
            <a:extLst>
              <a:ext uri="{FF2B5EF4-FFF2-40B4-BE49-F238E27FC236}">
                <a16:creationId xmlns:a16="http://schemas.microsoft.com/office/drawing/2014/main" id="{1606943D-DC6B-49D6-A7E7-A3C36394CF1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797696" y="877824"/>
            <a:ext cx="5394304" cy="5980176"/>
          </a:xfrm>
          <a:prstGeom prst="rect">
            <a:avLst/>
          </a:prstGeom>
        </p:spPr>
      </p:pic>
      <p:sp>
        <p:nvSpPr>
          <p:cNvPr id="3" name="Text Placeholder 2"/>
          <p:cNvSpPr>
            <a:spLocks noGrp="1"/>
          </p:cNvSpPr>
          <p:nvPr>
            <p:ph type="body" sz="quarter" idx="10" hasCustomPrompt="1"/>
          </p:nvPr>
        </p:nvSpPr>
        <p:spPr>
          <a:xfrm>
            <a:off x="384048" y="1187644"/>
            <a:ext cx="6155648" cy="5533196"/>
          </a:xfrm>
          <a:prstGeom prst="rect">
            <a:avLst/>
          </a:prstGeom>
        </p:spPr>
        <p:txBody>
          <a:bodyPr lIns="0" tIns="0" rIns="0" bIns="0"/>
          <a:lstStyle>
            <a:lvl1pPr marL="0" indent="0">
              <a:buFont typeface="Arial" panose="020B0604020202020204" pitchFamily="34" charset="0"/>
              <a:buNone/>
              <a:defRPr sz="2000">
                <a:solidFill>
                  <a:schemeClr val="tx1"/>
                </a:solidFill>
                <a:latin typeface="Neue Haas Grotesk Text Pro" panose="020B0504020202020204" pitchFamily="34" charset="0"/>
                <a:cs typeface="Segoe UI" panose="020B0502040204020203" pitchFamily="34" charset="0"/>
              </a:defRPr>
            </a:lvl1pPr>
            <a:lvl2pPr marL="224096" indent="0">
              <a:buFont typeface="Arial" panose="020B0604020202020204" pitchFamily="34" charset="0"/>
              <a:buNone/>
              <a:defRPr sz="2000">
                <a:solidFill>
                  <a:schemeClr val="tx1"/>
                </a:solidFill>
                <a:latin typeface="Segoe UI" panose="020B0502040204020203" pitchFamily="34" charset="0"/>
                <a:cs typeface="Segoe UI" panose="020B0502040204020203" pitchFamily="34" charset="0"/>
              </a:defRPr>
            </a:lvl2pPr>
            <a:lvl3pPr marL="448193" indent="0">
              <a:buFont typeface="Arial" panose="020B0604020202020204" pitchFamily="34" charset="0"/>
              <a:buNone/>
              <a:defRPr sz="2000">
                <a:solidFill>
                  <a:schemeClr val="tx1"/>
                </a:solidFill>
                <a:latin typeface="Segoe UI" panose="020B0502040204020203" pitchFamily="34" charset="0"/>
                <a:cs typeface="Segoe UI" panose="020B0502040204020203" pitchFamily="34" charset="0"/>
              </a:defRPr>
            </a:lvl3pPr>
            <a:lvl4pPr marL="672289" indent="0">
              <a:buFont typeface="Arial" panose="020B0604020202020204" pitchFamily="34" charset="0"/>
              <a:buNone/>
              <a:defRPr sz="2000">
                <a:solidFill>
                  <a:schemeClr val="tx1"/>
                </a:solidFill>
                <a:latin typeface="Segoe UI" panose="020B0502040204020203" pitchFamily="34" charset="0"/>
                <a:cs typeface="Segoe UI" panose="020B0502040204020203" pitchFamily="34" charset="0"/>
              </a:defRPr>
            </a:lvl4pPr>
            <a:lvl5pPr marL="896386" indent="0">
              <a:buFont typeface="Arial" panose="020B0604020202020204" pitchFamily="34" charset="0"/>
              <a:buNone/>
              <a:defRPr sz="2000">
                <a:solidFill>
                  <a:schemeClr val="tx1"/>
                </a:solidFill>
                <a:latin typeface="Segoe UI" panose="020B0502040204020203" pitchFamily="34" charset="0"/>
                <a:cs typeface="Segoe UI" panose="020B0502040204020203" pitchFamily="34" charset="0"/>
              </a:defRPr>
            </a:lvl5pPr>
          </a:lstStyle>
          <a:p>
            <a:pPr lvl="0"/>
            <a:r>
              <a:rPr lang="en-US"/>
              <a:t>Edit Master text styles</a:t>
            </a:r>
          </a:p>
        </p:txBody>
      </p:sp>
      <p:sp>
        <p:nvSpPr>
          <p:cNvPr id="11" name="Title 5">
            <a:extLst>
              <a:ext uri="{FF2B5EF4-FFF2-40B4-BE49-F238E27FC236}">
                <a16:creationId xmlns:a16="http://schemas.microsoft.com/office/drawing/2014/main" id="{F1AAA710-A7B5-4753-9B2A-5D6081D03F52}"/>
              </a:ext>
            </a:extLst>
          </p:cNvPr>
          <p:cNvSpPr>
            <a:spLocks noGrp="1"/>
          </p:cNvSpPr>
          <p:nvPr>
            <p:ph type="title"/>
          </p:nvPr>
        </p:nvSpPr>
        <p:spPr>
          <a:xfrm>
            <a:off x="384048" y="137160"/>
            <a:ext cx="10009632" cy="576072"/>
          </a:xfrm>
          <a:prstGeom prst="rect">
            <a:avLst/>
          </a:prstGeom>
        </p:spPr>
        <p:txBody>
          <a:bodyPr lIns="0" tIns="0" rIns="0" bIns="0" anchor="ctr" anchorCtr="0">
            <a:normAutofit/>
          </a:bodyPr>
          <a:lstStyle>
            <a:lvl1pPr>
              <a:defRPr sz="2800">
                <a:solidFill>
                  <a:schemeClr val="bg2"/>
                </a:solidFill>
                <a:latin typeface="Neue Haas Grotesk Text Pro" panose="020B0504020202020204" pitchFamily="34" charset="0"/>
                <a:cs typeface="Segoe UI Semibold" panose="020B0702040204020203" pitchFamily="34" charset="0"/>
              </a:defRPr>
            </a:lvl1pPr>
          </a:lstStyle>
          <a:p>
            <a:r>
              <a:rPr lang="en-US"/>
              <a:t>Click to edit Master title style</a:t>
            </a:r>
          </a:p>
        </p:txBody>
      </p:sp>
      <p:sp>
        <p:nvSpPr>
          <p:cNvPr id="13" name="Rectangle 12">
            <a:extLst>
              <a:ext uri="{FF2B5EF4-FFF2-40B4-BE49-F238E27FC236}">
                <a16:creationId xmlns:a16="http://schemas.microsoft.com/office/drawing/2014/main" id="{F5F1E28F-75A6-4D2E-8640-6E8E5C8321E3}"/>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3" name="Picture 22" descr="A picture containing clock, drawing, meter&#10;&#10;Description automatically generated">
            <a:extLst>
              <a:ext uri="{FF2B5EF4-FFF2-40B4-BE49-F238E27FC236}">
                <a16:creationId xmlns:a16="http://schemas.microsoft.com/office/drawing/2014/main" id="{5AA97642-AF9B-41B4-A210-079A8A2BCFA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Tree>
    <p:extLst>
      <p:ext uri="{BB962C8B-B14F-4D97-AF65-F5344CB8AC3E}">
        <p14:creationId xmlns:p14="http://schemas.microsoft.com/office/powerpoint/2010/main" val="3663743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1_Assessment Questions">
    <p:spTree>
      <p:nvGrpSpPr>
        <p:cNvPr id="1" name=""/>
        <p:cNvGrpSpPr/>
        <p:nvPr/>
      </p:nvGrpSpPr>
      <p:grpSpPr>
        <a:xfrm>
          <a:off x="0" y="0"/>
          <a:ext cx="0" cy="0"/>
          <a:chOff x="0" y="0"/>
          <a:chExt cx="0" cy="0"/>
        </a:xfrm>
      </p:grpSpPr>
      <p:pic>
        <p:nvPicPr>
          <p:cNvPr id="9" name="Picture 8" descr="A picture containing person, person, holding, looking&#10;&#10;Description automatically generated">
            <a:extLst>
              <a:ext uri="{FF2B5EF4-FFF2-40B4-BE49-F238E27FC236}">
                <a16:creationId xmlns:a16="http://schemas.microsoft.com/office/drawing/2014/main" id="{7EFEC8B0-E14E-4232-9F1C-7DAD44CF432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2047" r="18756"/>
          <a:stretch/>
        </p:blipFill>
        <p:spPr>
          <a:xfrm>
            <a:off x="7362548" y="2227579"/>
            <a:ext cx="4829452" cy="4630627"/>
          </a:xfrm>
          <a:prstGeom prst="rect">
            <a:avLst/>
          </a:prstGeom>
        </p:spPr>
      </p:pic>
      <p:sp>
        <p:nvSpPr>
          <p:cNvPr id="14" name="Rectangle 13">
            <a:extLst>
              <a:ext uri="{FF2B5EF4-FFF2-40B4-BE49-F238E27FC236}">
                <a16:creationId xmlns:a16="http://schemas.microsoft.com/office/drawing/2014/main" id="{C5A5BE5E-41B0-46C9-AA99-C1DA24CFCECB}"/>
              </a:ext>
            </a:extLst>
          </p:cNvPr>
          <p:cNvSpPr/>
          <p:nvPr userDrawn="1"/>
        </p:nvSpPr>
        <p:spPr bwMode="auto">
          <a:xfrm flipH="1">
            <a:off x="5133848" y="882609"/>
            <a:ext cx="5711952" cy="5971032"/>
          </a:xfrm>
          <a:prstGeom prst="rect">
            <a:avLst/>
          </a:prstGeom>
          <a:gradFill>
            <a:gsLst>
              <a:gs pos="44000">
                <a:schemeClr val="accent1">
                  <a:lumMod val="5000"/>
                  <a:lumOff val="95000"/>
                </a:schemeClr>
              </a:gs>
              <a:gs pos="86000">
                <a:schemeClr val="bg1">
                  <a:alpha val="0"/>
                </a:schemeClr>
              </a:gs>
            </a:gsLst>
            <a:lin ang="10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22" name="Rectangle 21">
            <a:extLst>
              <a:ext uri="{FF2B5EF4-FFF2-40B4-BE49-F238E27FC236}">
                <a16:creationId xmlns:a16="http://schemas.microsoft.com/office/drawing/2014/main" id="{58229A97-A982-49DC-A34F-9B129FD5B00D}"/>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18" name="Rectangle 17">
            <a:extLst>
              <a:ext uri="{FF2B5EF4-FFF2-40B4-BE49-F238E27FC236}">
                <a16:creationId xmlns:a16="http://schemas.microsoft.com/office/drawing/2014/main" id="{7F204B0F-5690-47F8-AEE7-8A468B303B6A}"/>
              </a:ext>
            </a:extLst>
          </p:cNvPr>
          <p:cNvSpPr/>
          <p:nvPr userDrawn="1"/>
        </p:nvSpPr>
        <p:spPr bwMode="auto">
          <a:xfrm>
            <a:off x="0" y="1145540"/>
            <a:ext cx="12192000" cy="1082041"/>
          </a:xfrm>
          <a:prstGeom prst="rect">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19" name="Oval 18">
            <a:extLst>
              <a:ext uri="{FF2B5EF4-FFF2-40B4-BE49-F238E27FC236}">
                <a16:creationId xmlns:a16="http://schemas.microsoft.com/office/drawing/2014/main" id="{D7786165-3E57-45C7-980E-6EFB25D957F0}"/>
              </a:ext>
            </a:extLst>
          </p:cNvPr>
          <p:cNvSpPr/>
          <p:nvPr userDrawn="1"/>
        </p:nvSpPr>
        <p:spPr bwMode="auto">
          <a:xfrm>
            <a:off x="104685" y="994844"/>
            <a:ext cx="1371600" cy="1371600"/>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endParaRPr lang="en-US" sz="6000" dirty="0">
              <a:gradFill>
                <a:gsLst>
                  <a:gs pos="0">
                    <a:srgbClr val="FFFFFF"/>
                  </a:gs>
                  <a:gs pos="100000">
                    <a:srgbClr val="FFFFFF"/>
                  </a:gs>
                </a:gsLst>
                <a:lin ang="5400000" scaled="0"/>
              </a:gradFill>
              <a:ea typeface="Segoe UI" pitchFamily="34" charset="0"/>
              <a:cs typeface="Segoe UI" pitchFamily="34" charset="0"/>
            </a:endParaRPr>
          </a:p>
        </p:txBody>
      </p:sp>
      <p:sp>
        <p:nvSpPr>
          <p:cNvPr id="20" name="Rectangle 19">
            <a:extLst>
              <a:ext uri="{FF2B5EF4-FFF2-40B4-BE49-F238E27FC236}">
                <a16:creationId xmlns:a16="http://schemas.microsoft.com/office/drawing/2014/main" id="{85600C12-DDE2-490E-819B-0E2565EEE14D}"/>
              </a:ext>
            </a:extLst>
          </p:cNvPr>
          <p:cNvSpPr/>
          <p:nvPr userDrawn="1"/>
        </p:nvSpPr>
        <p:spPr bwMode="auto">
          <a:xfrm>
            <a:off x="0" y="1040564"/>
            <a:ext cx="937549" cy="1343821"/>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21" name="Oval 20">
            <a:extLst>
              <a:ext uri="{FF2B5EF4-FFF2-40B4-BE49-F238E27FC236}">
                <a16:creationId xmlns:a16="http://schemas.microsoft.com/office/drawing/2014/main" id="{BE45A741-72C8-42C3-AA1E-1322A51E854F}"/>
              </a:ext>
            </a:extLst>
          </p:cNvPr>
          <p:cNvSpPr/>
          <p:nvPr userDrawn="1"/>
        </p:nvSpPr>
        <p:spPr bwMode="auto">
          <a:xfrm>
            <a:off x="115102" y="1040564"/>
            <a:ext cx="1280160" cy="128016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6000" dirty="0">
                <a:solidFill>
                  <a:schemeClr val="tx1"/>
                </a:solidFill>
                <a:ea typeface="Segoe UI" pitchFamily="34" charset="0"/>
                <a:cs typeface="Segoe UI" pitchFamily="34" charset="0"/>
              </a:rPr>
              <a:t>Q</a:t>
            </a:r>
          </a:p>
        </p:txBody>
      </p:sp>
      <p:sp>
        <p:nvSpPr>
          <p:cNvPr id="3" name="Text Placeholder 2"/>
          <p:cNvSpPr>
            <a:spLocks noGrp="1"/>
          </p:cNvSpPr>
          <p:nvPr>
            <p:ph type="body" sz="quarter" idx="10" hasCustomPrompt="1"/>
          </p:nvPr>
        </p:nvSpPr>
        <p:spPr>
          <a:xfrm>
            <a:off x="1686560" y="1254221"/>
            <a:ext cx="10393680" cy="864678"/>
          </a:xfrm>
          <a:prstGeom prst="rect">
            <a:avLst/>
          </a:prstGeom>
        </p:spPr>
        <p:txBody>
          <a:bodyPr lIns="0" tIns="0" rIns="0" bIns="0"/>
          <a:lstStyle>
            <a:lvl1pPr marL="0" indent="0">
              <a:buFont typeface="Arial" panose="020B0604020202020204" pitchFamily="34" charset="0"/>
              <a:buNone/>
              <a:defRPr sz="2000">
                <a:solidFill>
                  <a:schemeClr val="tx1"/>
                </a:solidFill>
                <a:latin typeface="Neue Haas Grotesk Text Pro" panose="020B0504020202020204" pitchFamily="34" charset="0"/>
                <a:cs typeface="Segoe UI" panose="020B0502040204020203" pitchFamily="34" charset="0"/>
              </a:defRPr>
            </a:lvl1pPr>
            <a:lvl2pPr marL="448193"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2pPr>
            <a:lvl3pPr marL="672290"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3pPr>
            <a:lvl4pPr marL="896386"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4pPr>
            <a:lvl5pPr marL="1120483"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5pPr>
          </a:lstStyle>
          <a:p>
            <a:pPr lvl="0"/>
            <a:r>
              <a:rPr lang="en-US"/>
              <a:t>Question text goes here</a:t>
            </a:r>
          </a:p>
        </p:txBody>
      </p:sp>
      <p:sp>
        <p:nvSpPr>
          <p:cNvPr id="8" name="Text Placeholder 2">
            <a:extLst>
              <a:ext uri="{FF2B5EF4-FFF2-40B4-BE49-F238E27FC236}">
                <a16:creationId xmlns:a16="http://schemas.microsoft.com/office/drawing/2014/main" id="{781D44AD-6B87-4521-AE6A-61D11347790D}"/>
              </a:ext>
            </a:extLst>
          </p:cNvPr>
          <p:cNvSpPr>
            <a:spLocks noGrp="1"/>
          </p:cNvSpPr>
          <p:nvPr>
            <p:ph type="body" sz="quarter" idx="11" hasCustomPrompt="1"/>
          </p:nvPr>
        </p:nvSpPr>
        <p:spPr>
          <a:xfrm>
            <a:off x="1686560" y="2296160"/>
            <a:ext cx="5577840" cy="365760"/>
          </a:xfrm>
          <a:prstGeom prst="rect">
            <a:avLst/>
          </a:prstGeom>
        </p:spPr>
        <p:txBody>
          <a:bodyPr lIns="0" tIns="0" rIns="0" bIns="0"/>
          <a:lstStyle>
            <a:lvl1pPr marL="0" indent="0">
              <a:buFont typeface="Arial" panose="020B0604020202020204" pitchFamily="34" charset="0"/>
              <a:buNone/>
              <a:defRPr sz="1600" i="1">
                <a:solidFill>
                  <a:schemeClr val="bg2"/>
                </a:solidFill>
                <a:latin typeface="Neue Haas Grotesk Text Pro" panose="020B0504020202020204" pitchFamily="34" charset="0"/>
                <a:cs typeface="Segoe UI" panose="020B0502040204020203" pitchFamily="34" charset="0"/>
              </a:defRPr>
            </a:lvl1pPr>
            <a:lvl2pPr marL="448193"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2pPr>
            <a:lvl3pPr marL="672290"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3pPr>
            <a:lvl4pPr marL="896386"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4pPr>
            <a:lvl5pPr marL="1120483"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5pPr>
          </a:lstStyle>
          <a:p>
            <a:pPr lvl="0"/>
            <a:r>
              <a:rPr lang="en-US"/>
              <a:t>Instruction text goes here</a:t>
            </a:r>
          </a:p>
        </p:txBody>
      </p:sp>
      <p:sp>
        <p:nvSpPr>
          <p:cNvPr id="10" name="Text Placeholder 2">
            <a:extLst>
              <a:ext uri="{FF2B5EF4-FFF2-40B4-BE49-F238E27FC236}">
                <a16:creationId xmlns:a16="http://schemas.microsoft.com/office/drawing/2014/main" id="{D5397296-2B3F-498D-8321-B537DBF8E127}"/>
              </a:ext>
            </a:extLst>
          </p:cNvPr>
          <p:cNvSpPr>
            <a:spLocks noGrp="1"/>
          </p:cNvSpPr>
          <p:nvPr>
            <p:ph type="body" sz="quarter" idx="12" hasCustomPrompt="1"/>
          </p:nvPr>
        </p:nvSpPr>
        <p:spPr>
          <a:xfrm>
            <a:off x="1686560" y="2933490"/>
            <a:ext cx="5516880" cy="276999"/>
          </a:xfrm>
          <a:prstGeom prst="rect">
            <a:avLst/>
          </a:prstGeom>
        </p:spPr>
        <p:txBody>
          <a:bodyPr wrap="square" lIns="0" tIns="0" rIns="0" bIns="0">
            <a:spAutoFit/>
          </a:bodyPr>
          <a:lstStyle>
            <a:lvl1pPr marL="457200" indent="-457200">
              <a:buFont typeface="+mj-lt"/>
              <a:buAutoNum type="alphaUcPeriod"/>
              <a:defRPr sz="2000">
                <a:solidFill>
                  <a:schemeClr val="tx1"/>
                </a:solidFill>
                <a:latin typeface="Neue Haas Grotesk Text Pro" panose="020B0504020202020204" pitchFamily="34" charset="0"/>
                <a:cs typeface="Segoe UI" panose="020B0502040204020203" pitchFamily="34" charset="0"/>
              </a:defRPr>
            </a:lvl1pPr>
            <a:lvl2pPr marL="448193"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2pPr>
            <a:lvl3pPr marL="672290"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3pPr>
            <a:lvl4pPr marL="896386"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4pPr>
            <a:lvl5pPr marL="1120483"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5pPr>
          </a:lstStyle>
          <a:p>
            <a:pPr lvl="0"/>
            <a:r>
              <a:rPr lang="en-US"/>
              <a:t>Options text goes here</a:t>
            </a:r>
          </a:p>
        </p:txBody>
      </p:sp>
      <p:sp>
        <p:nvSpPr>
          <p:cNvPr id="15" name="Title 5">
            <a:extLst>
              <a:ext uri="{FF2B5EF4-FFF2-40B4-BE49-F238E27FC236}">
                <a16:creationId xmlns:a16="http://schemas.microsoft.com/office/drawing/2014/main" id="{4BA3696F-8B32-4EB4-897D-22A0A412A087}"/>
              </a:ext>
            </a:extLst>
          </p:cNvPr>
          <p:cNvSpPr>
            <a:spLocks noGrp="1"/>
          </p:cNvSpPr>
          <p:nvPr>
            <p:ph type="title"/>
          </p:nvPr>
        </p:nvSpPr>
        <p:spPr>
          <a:xfrm>
            <a:off x="384048" y="137160"/>
            <a:ext cx="10009632" cy="576072"/>
          </a:xfrm>
          <a:prstGeom prst="rect">
            <a:avLst/>
          </a:prstGeom>
        </p:spPr>
        <p:txBody>
          <a:bodyPr lIns="0" tIns="0" rIns="0" bIns="0" anchor="ctr" anchorCtr="0">
            <a:normAutofit/>
          </a:bodyPr>
          <a:lstStyle>
            <a:lvl1pPr>
              <a:defRPr sz="2800">
                <a:solidFill>
                  <a:schemeClr val="bg2"/>
                </a:solidFill>
                <a:latin typeface="Neue Haas Grotesk Text Pro" panose="020B0504020202020204" pitchFamily="34" charset="0"/>
                <a:cs typeface="Segoe UI Semibold" panose="020B0702040204020203" pitchFamily="34" charset="0"/>
              </a:defRPr>
            </a:lvl1pPr>
          </a:lstStyle>
          <a:p>
            <a:r>
              <a:rPr lang="en-US"/>
              <a:t>Click to edit Master title style</a:t>
            </a:r>
          </a:p>
        </p:txBody>
      </p:sp>
      <p:sp>
        <p:nvSpPr>
          <p:cNvPr id="17" name="Rectangle 16">
            <a:extLst>
              <a:ext uri="{FF2B5EF4-FFF2-40B4-BE49-F238E27FC236}">
                <a16:creationId xmlns:a16="http://schemas.microsoft.com/office/drawing/2014/main" id="{0AD6740E-366F-4962-B564-0720D7845AB5}"/>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4" name="Picture 23" descr="A picture containing clock, drawing, meter&#10;&#10;Description automatically generated">
            <a:extLst>
              <a:ext uri="{FF2B5EF4-FFF2-40B4-BE49-F238E27FC236}">
                <a16:creationId xmlns:a16="http://schemas.microsoft.com/office/drawing/2014/main" id="{82C711D1-E117-426D-85B3-2AE7E2DB89B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Tree>
    <p:extLst>
      <p:ext uri="{BB962C8B-B14F-4D97-AF65-F5344CB8AC3E}">
        <p14:creationId xmlns:p14="http://schemas.microsoft.com/office/powerpoint/2010/main" val="21558840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10091" y="316756"/>
            <a:ext cx="8898696" cy="546305"/>
          </a:xfrm>
        </p:spPr>
        <p:txBody>
          <a:bodyPr/>
          <a:lstStyle/>
          <a:p>
            <a:r>
              <a:rPr lang="en-US"/>
              <a:t>Click to edit Master title style</a:t>
            </a:r>
          </a:p>
        </p:txBody>
      </p:sp>
      <p:sp>
        <p:nvSpPr>
          <p:cNvPr id="3" name="Content Placeholder 2"/>
          <p:cNvSpPr>
            <a:spLocks noGrp="1"/>
          </p:cNvSpPr>
          <p:nvPr>
            <p:ph idx="1"/>
          </p:nvPr>
        </p:nvSpPr>
        <p:spPr>
          <a:xfrm>
            <a:off x="333320" y="1618060"/>
            <a:ext cx="10515600" cy="414889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6"/>
          <p:cNvSpPr>
            <a:spLocks noGrp="1"/>
          </p:cNvSpPr>
          <p:nvPr>
            <p:ph type="body" sz="quarter" idx="33"/>
          </p:nvPr>
        </p:nvSpPr>
        <p:spPr>
          <a:xfrm>
            <a:off x="321740" y="859372"/>
            <a:ext cx="8887047" cy="613830"/>
          </a:xfrm>
        </p:spPr>
        <p:txBody>
          <a:bodyPr tIns="0">
            <a:noAutofit/>
          </a:bodyPr>
          <a:lstStyle>
            <a:lvl1pPr marL="0" indent="0">
              <a:lnSpc>
                <a:spcPts val="2200"/>
              </a:lnSpc>
              <a:spcBef>
                <a:spcPts val="0"/>
              </a:spcBef>
              <a:buNone/>
              <a:defRPr b="1"/>
            </a:lvl1pPr>
          </a:lstStyle>
          <a:p>
            <a:pPr lvl="0"/>
            <a:r>
              <a:rPr lang="en-US"/>
              <a:t>Edit Master text styles</a:t>
            </a:r>
          </a:p>
        </p:txBody>
      </p:sp>
      <p:sp>
        <p:nvSpPr>
          <p:cNvPr id="7" name="Slide Number Placeholder 15"/>
          <p:cNvSpPr>
            <a:spLocks noGrp="1"/>
          </p:cNvSpPr>
          <p:nvPr>
            <p:ph type="sldNum" sz="quarter" idx="4"/>
          </p:nvPr>
        </p:nvSpPr>
        <p:spPr>
          <a:xfrm>
            <a:off x="9264352" y="6324184"/>
            <a:ext cx="2743200" cy="365125"/>
          </a:xfrm>
          <a:prstGeom prst="rect">
            <a:avLst/>
          </a:prstGeom>
        </p:spPr>
        <p:txBody>
          <a:bodyPr vert="horz" lIns="91372" tIns="45687" rIns="91372" bIns="45687" rtlCol="0" anchor="ctr"/>
          <a:lstStyle>
            <a:lvl1pPr algn="r">
              <a:defRPr sz="1000">
                <a:solidFill>
                  <a:schemeClr val="tx1"/>
                </a:solidFill>
              </a:defRPr>
            </a:lvl1pPr>
          </a:lstStyle>
          <a:p>
            <a:fld id="{50A71C89-2D7F-4DE3-B686-B567B7CE4AF9}" type="slidenum">
              <a:rPr lang="en-US" b="1" smtClean="0"/>
              <a:pPr/>
              <a:t>‹#›</a:t>
            </a:fld>
            <a:endParaRPr lang="en-US" b="1" dirty="0"/>
          </a:p>
        </p:txBody>
      </p:sp>
    </p:spTree>
    <p:extLst>
      <p:ext uri="{BB962C8B-B14F-4D97-AF65-F5344CB8AC3E}">
        <p14:creationId xmlns:p14="http://schemas.microsoft.com/office/powerpoint/2010/main" val="1429329648"/>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672">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cSld name="4_Title Only">
    <p:spTree>
      <p:nvGrpSpPr>
        <p:cNvPr id="1" name=""/>
        <p:cNvGrpSpPr/>
        <p:nvPr/>
      </p:nvGrpSpPr>
      <p:grpSpPr>
        <a:xfrm>
          <a:off x="0" y="0"/>
          <a:ext cx="0" cy="0"/>
          <a:chOff x="0" y="0"/>
          <a:chExt cx="0" cy="0"/>
        </a:xfrm>
      </p:grpSpPr>
      <p:sp>
        <p:nvSpPr>
          <p:cNvPr id="2" name="Title 1"/>
          <p:cNvSpPr>
            <a:spLocks noGrp="1"/>
          </p:cNvSpPr>
          <p:nvPr>
            <p:ph type="title"/>
          </p:nvPr>
        </p:nvSpPr>
        <p:spPr>
          <a:xfrm>
            <a:off x="224540" y="144758"/>
            <a:ext cx="11572805" cy="490715"/>
          </a:xfrm>
        </p:spPr>
        <p:txBody>
          <a:bodyPr/>
          <a:lstStyle>
            <a:lvl1pPr>
              <a:defRPr sz="2658"/>
            </a:lvl1pPr>
          </a:lstStyle>
          <a:p>
            <a:r>
              <a:rPr lang="en-US"/>
              <a:t>Click to edit Master title style</a:t>
            </a:r>
            <a:endParaRPr lang="fr-FR"/>
          </a:p>
        </p:txBody>
      </p:sp>
      <p:sp>
        <p:nvSpPr>
          <p:cNvPr id="5" name="Text Placeholder 4"/>
          <p:cNvSpPr>
            <a:spLocks noGrp="1"/>
          </p:cNvSpPr>
          <p:nvPr>
            <p:ph type="body" sz="quarter" idx="10"/>
          </p:nvPr>
        </p:nvSpPr>
        <p:spPr>
          <a:xfrm>
            <a:off x="224540" y="635470"/>
            <a:ext cx="6936282" cy="366962"/>
          </a:xfrm>
          <a:prstGeom prst="rect">
            <a:avLst/>
          </a:prstGeom>
        </p:spPr>
        <p:txBody>
          <a:bodyPr lIns="0" tIns="45716" rIns="91431" bIns="45716">
            <a:normAutofit/>
          </a:bodyPr>
          <a:lstStyle>
            <a:lvl1pPr marL="0" indent="0">
              <a:buNone/>
              <a:defRPr sz="1709" b="1">
                <a:solidFill>
                  <a:schemeClr val="tx1"/>
                </a:solidFill>
              </a:defRPr>
            </a:lvl1pPr>
          </a:lstStyle>
          <a:p>
            <a:pPr lvl="0"/>
            <a:r>
              <a:rPr lang="en-US"/>
              <a:t>Edit Master text styles</a:t>
            </a:r>
          </a:p>
        </p:txBody>
      </p:sp>
    </p:spTree>
    <p:custDataLst>
      <p:tags r:id="rId1"/>
    </p:custDataLst>
    <p:extLst>
      <p:ext uri="{BB962C8B-B14F-4D97-AF65-F5344CB8AC3E}">
        <p14:creationId xmlns:p14="http://schemas.microsoft.com/office/powerpoint/2010/main" val="56091123"/>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obj">
  <p:cSld name="3_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FFB81E"/>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11/5/2021</a:t>
            </a:fld>
            <a:endParaRPr lang="en-US"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extLst>
      <p:ext uri="{BB962C8B-B14F-4D97-AF65-F5344CB8AC3E}">
        <p14:creationId xmlns:p14="http://schemas.microsoft.com/office/powerpoint/2010/main" val="1013531118"/>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10091" y="316748"/>
            <a:ext cx="10238380" cy="546305"/>
          </a:xfrm>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7"/>
          <p:cNvSpPr>
            <a:spLocks noGrp="1"/>
          </p:cNvSpPr>
          <p:nvPr>
            <p:ph type="sldNum" sz="quarter" idx="19"/>
          </p:nvPr>
        </p:nvSpPr>
        <p:spPr/>
        <p:txBody>
          <a:bodyPr/>
          <a:lstStyle/>
          <a:p>
            <a:fld id="{50A71C89-2D7F-4DE3-B686-B567B7CE4AF9}" type="slidenum">
              <a:rPr lang="en-US" b="1" smtClean="0"/>
              <a:pPr/>
              <a:t>‹#›</a:t>
            </a:fld>
            <a:endParaRPr lang="en-US" b="1" dirty="0"/>
          </a:p>
        </p:txBody>
      </p:sp>
      <p:sp>
        <p:nvSpPr>
          <p:cNvPr id="6" name="Text Placeholder 6"/>
          <p:cNvSpPr>
            <a:spLocks noGrp="1"/>
          </p:cNvSpPr>
          <p:nvPr>
            <p:ph type="body" sz="quarter" idx="33"/>
          </p:nvPr>
        </p:nvSpPr>
        <p:spPr>
          <a:xfrm>
            <a:off x="321734" y="859372"/>
            <a:ext cx="10236199" cy="613830"/>
          </a:xfrm>
        </p:spPr>
        <p:txBody>
          <a:bodyPr tIns="0">
            <a:noAutofit/>
          </a:bodyPr>
          <a:lstStyle>
            <a:lvl1pPr marL="0" indent="0">
              <a:lnSpc>
                <a:spcPts val="2200"/>
              </a:lnSpc>
              <a:spcBef>
                <a:spcPts val="0"/>
              </a:spcBef>
              <a:buNone/>
              <a:defRPr b="1"/>
            </a:lvl1pPr>
          </a:lstStyle>
          <a:p>
            <a:pPr lvl="0"/>
            <a:r>
              <a:rPr lang="en-US"/>
              <a:t>Click to edit Master text styles</a:t>
            </a:r>
          </a:p>
        </p:txBody>
      </p:sp>
      <p:sp>
        <p:nvSpPr>
          <p:cNvPr id="10" name="Text Placeholder 9"/>
          <p:cNvSpPr>
            <a:spLocks noGrp="1"/>
          </p:cNvSpPr>
          <p:nvPr>
            <p:ph type="body" sz="quarter" idx="34"/>
          </p:nvPr>
        </p:nvSpPr>
        <p:spPr>
          <a:xfrm>
            <a:off x="419100" y="6466584"/>
            <a:ext cx="6662738" cy="276293"/>
          </a:xfrm>
        </p:spPr>
        <p:txBody>
          <a:bodyPr lIns="0" tIns="0" rIns="0" bIns="0">
            <a:noAutofit/>
          </a:bodyPr>
          <a:lstStyle>
            <a:lvl1pPr marL="0" indent="0">
              <a:buNone/>
              <a:defRPr sz="8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Tree>
    <p:extLst>
      <p:ext uri="{BB962C8B-B14F-4D97-AF65-F5344CB8AC3E}">
        <p14:creationId xmlns:p14="http://schemas.microsoft.com/office/powerpoint/2010/main" val="170371986"/>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672">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userDrawn="1">
  <p:cSld name="icons_image_titl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A8B64F0-0A34-439D-95D3-392BE1C6F316}"/>
              </a:ext>
            </a:extLst>
          </p:cNvPr>
          <p:cNvPicPr preferRelativeResize="0">
            <a:picLocks/>
          </p:cNvPicPr>
          <p:nvPr userDrawn="1"/>
        </p:nvPicPr>
        <p:blipFill rotWithShape="1">
          <a:blip r:embed="rId2">
            <a:extLst>
              <a:ext uri="{28A0092B-C50C-407E-A947-70E740481C1C}">
                <a14:useLocalDpi xmlns:a14="http://schemas.microsoft.com/office/drawing/2010/main" val="0"/>
              </a:ext>
            </a:extLst>
          </a:blip>
          <a:srcRect r="13895"/>
          <a:stretch/>
        </p:blipFill>
        <p:spPr>
          <a:xfrm>
            <a:off x="4457568" y="877824"/>
            <a:ext cx="7731384" cy="5980176"/>
          </a:xfrm>
          <a:prstGeom prst="rect">
            <a:avLst/>
          </a:prstGeom>
        </p:spPr>
      </p:pic>
      <p:sp>
        <p:nvSpPr>
          <p:cNvPr id="9" name="Rectangle 8">
            <a:extLst>
              <a:ext uri="{FF2B5EF4-FFF2-40B4-BE49-F238E27FC236}">
                <a16:creationId xmlns:a16="http://schemas.microsoft.com/office/drawing/2014/main" id="{9E8ACD7C-7D2A-4E00-8099-70D51D1F1AE3}"/>
              </a:ext>
            </a:extLst>
          </p:cNvPr>
          <p:cNvSpPr/>
          <p:nvPr userDrawn="1"/>
        </p:nvSpPr>
        <p:spPr bwMode="auto">
          <a:xfrm flipH="1">
            <a:off x="2514600" y="884352"/>
            <a:ext cx="7061200" cy="5980175"/>
          </a:xfrm>
          <a:prstGeom prst="rect">
            <a:avLst/>
          </a:prstGeom>
          <a:gradFill>
            <a:gsLst>
              <a:gs pos="44000">
                <a:schemeClr val="accent1">
                  <a:lumMod val="5000"/>
                  <a:lumOff val="95000"/>
                </a:schemeClr>
              </a:gs>
              <a:gs pos="86000">
                <a:schemeClr val="bg1">
                  <a:alpha val="0"/>
                </a:schemeClr>
              </a:gs>
            </a:gsLst>
            <a:lin ang="10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13" name="Rectangle 12">
            <a:extLst>
              <a:ext uri="{FF2B5EF4-FFF2-40B4-BE49-F238E27FC236}">
                <a16:creationId xmlns:a16="http://schemas.microsoft.com/office/drawing/2014/main" id="{F467B81B-F3C5-4811-AC39-4CE6296E6D29}"/>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ext Placeholder 2"/>
          <p:cNvSpPr>
            <a:spLocks noGrp="1"/>
          </p:cNvSpPr>
          <p:nvPr>
            <p:ph type="body" sz="quarter" idx="10" hasCustomPrompt="1"/>
          </p:nvPr>
        </p:nvSpPr>
        <p:spPr>
          <a:xfrm>
            <a:off x="384048" y="1187644"/>
            <a:ext cx="5711952" cy="5294436"/>
          </a:xfrm>
          <a:prstGeom prst="rect">
            <a:avLst/>
          </a:prstGeom>
        </p:spPr>
        <p:txBody>
          <a:bodyPr lIns="0" tIns="0" rIns="0" bIns="0"/>
          <a:lstStyle>
            <a:lvl1pPr marL="224097" indent="-224097">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1pPr>
            <a:lvl2pPr marL="448193" indent="-224097">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2pPr>
            <a:lvl3pPr marL="672290" indent="-224097">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896386" indent="-224097">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1120483" indent="-224097">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5">
            <a:extLst>
              <a:ext uri="{FF2B5EF4-FFF2-40B4-BE49-F238E27FC236}">
                <a16:creationId xmlns:a16="http://schemas.microsoft.com/office/drawing/2014/main" id="{FFCE332B-6F01-42C8-88C6-AA3DB2E97321}"/>
              </a:ext>
            </a:extLst>
          </p:cNvPr>
          <p:cNvSpPr>
            <a:spLocks noGrp="1"/>
          </p:cNvSpPr>
          <p:nvPr>
            <p:ph type="title"/>
          </p:nvPr>
        </p:nvSpPr>
        <p:spPr>
          <a:xfrm>
            <a:off x="384048" y="137160"/>
            <a:ext cx="10009632" cy="576072"/>
          </a:xfrm>
          <a:prstGeom prst="rect">
            <a:avLst/>
          </a:prstGeom>
        </p:spPr>
        <p:txBody>
          <a:bodyPr lIns="0" tIns="0" rIns="0" bIns="0" anchor="ctr" anchorCtr="0">
            <a:normAutofit/>
          </a:bodyPr>
          <a:lstStyle>
            <a:lvl1pPr>
              <a:defRPr sz="2800">
                <a:solidFill>
                  <a:schemeClr val="bg2"/>
                </a:solidFill>
                <a:latin typeface="Arial" panose="020B0604020202020204" pitchFamily="34" charset="0"/>
                <a:cs typeface="Arial" panose="020B0604020202020204" pitchFamily="34" charset="0"/>
              </a:defRPr>
            </a:lvl1pPr>
          </a:lstStyle>
          <a:p>
            <a:r>
              <a:rPr lang="en-US"/>
              <a:t>Click to edit Master title style</a:t>
            </a:r>
          </a:p>
        </p:txBody>
      </p:sp>
      <p:sp>
        <p:nvSpPr>
          <p:cNvPr id="12" name="Rectangle 11">
            <a:extLst>
              <a:ext uri="{FF2B5EF4-FFF2-40B4-BE49-F238E27FC236}">
                <a16:creationId xmlns:a16="http://schemas.microsoft.com/office/drawing/2014/main" id="{A4583DAE-A972-4A89-9637-7EA37F356C17}"/>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descr="A picture containing clock, drawing, meter&#10;&#10;Description automatically generated">
            <a:extLst>
              <a:ext uri="{FF2B5EF4-FFF2-40B4-BE49-F238E27FC236}">
                <a16:creationId xmlns:a16="http://schemas.microsoft.com/office/drawing/2014/main" id="{52FA6BD3-D324-4470-9F82-F306BBAE015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
        <p:nvSpPr>
          <p:cNvPr id="11" name="Rectangle 10">
            <a:extLst>
              <a:ext uri="{FF2B5EF4-FFF2-40B4-BE49-F238E27FC236}">
                <a16:creationId xmlns:a16="http://schemas.microsoft.com/office/drawing/2014/main" id="{76A448AC-B5FB-4D19-BE8A-5340355ECA30}"/>
              </a:ext>
            </a:extLst>
          </p:cNvPr>
          <p:cNvSpPr/>
          <p:nvPr userDrawn="1"/>
        </p:nvSpPr>
        <p:spPr bwMode="auto">
          <a:xfrm>
            <a:off x="0" y="889000"/>
            <a:ext cx="6536095" cy="5971032"/>
          </a:xfrm>
          <a:prstGeom prst="rect">
            <a:avLst/>
          </a:prstGeom>
          <a:solidFill>
            <a:schemeClr val="tx1">
              <a:alpha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2386552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Course Title">
    <p:bg>
      <p:bgPr>
        <a:solidFill>
          <a:schemeClr val="tx1"/>
        </a:solidFill>
        <a:effectLst/>
      </p:bgPr>
    </p:bg>
    <p:spTree>
      <p:nvGrpSpPr>
        <p:cNvPr id="1" name=""/>
        <p:cNvGrpSpPr/>
        <p:nvPr/>
      </p:nvGrpSpPr>
      <p:grpSpPr>
        <a:xfrm>
          <a:off x="0" y="0"/>
          <a:ext cx="0" cy="0"/>
          <a:chOff x="0" y="0"/>
          <a:chExt cx="0" cy="0"/>
        </a:xfrm>
      </p:grpSpPr>
      <p:pic>
        <p:nvPicPr>
          <p:cNvPr id="11" name="Picture 2" descr="Group of diverse people having a business meeting Free Photo">
            <a:extLst>
              <a:ext uri="{FF2B5EF4-FFF2-40B4-BE49-F238E27FC236}">
                <a16:creationId xmlns:a16="http://schemas.microsoft.com/office/drawing/2014/main" id="{0437C2AA-20C3-4E1C-A82B-9DECADE71993}"/>
              </a:ext>
            </a:extLst>
          </p:cNvPr>
          <p:cNvPicPr preferRelativeResize="0">
            <a:picLocks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88952" cy="6858000"/>
          </a:xfrm>
          <a:prstGeom prst="rect">
            <a:avLst/>
          </a:prstGeom>
          <a:noFill/>
          <a:extLst>
            <a:ext uri="{909E8E84-426E-40DD-AFC4-6F175D3DCCD1}">
              <a14:hiddenFill xmlns:a14="http://schemas.microsoft.com/office/drawing/2010/main">
                <a:solidFill>
                  <a:srgbClr val="FFFFFF"/>
                </a:solidFill>
              </a14:hiddenFill>
            </a:ext>
          </a:extLst>
        </p:spPr>
      </p:pic>
      <p:sp>
        <p:nvSpPr>
          <p:cNvPr id="12" name="Parallelogram 11">
            <a:extLst>
              <a:ext uri="{FF2B5EF4-FFF2-40B4-BE49-F238E27FC236}">
                <a16:creationId xmlns:a16="http://schemas.microsoft.com/office/drawing/2014/main" id="{6E085A38-1845-4F8D-9F8A-C34AE434C903}"/>
              </a:ext>
            </a:extLst>
          </p:cNvPr>
          <p:cNvSpPr/>
          <p:nvPr userDrawn="1"/>
        </p:nvSpPr>
        <p:spPr bwMode="auto">
          <a:xfrm>
            <a:off x="0" y="0"/>
            <a:ext cx="12188952" cy="6858000"/>
          </a:xfrm>
          <a:prstGeom prst="parallelogram">
            <a:avLst>
              <a:gd name="adj" fmla="val 0"/>
            </a:avLst>
          </a:prstGeom>
          <a:solidFill>
            <a:schemeClr val="tx2">
              <a:alpha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sp>
        <p:nvSpPr>
          <p:cNvPr id="13" name="Rectangle 12">
            <a:extLst>
              <a:ext uri="{FF2B5EF4-FFF2-40B4-BE49-F238E27FC236}">
                <a16:creationId xmlns:a16="http://schemas.microsoft.com/office/drawing/2014/main" id="{046C3E47-464E-4AE2-81D8-A356E9DD2055}"/>
              </a:ext>
            </a:extLst>
          </p:cNvPr>
          <p:cNvSpPr/>
          <p:nvPr userDrawn="1"/>
        </p:nvSpPr>
        <p:spPr bwMode="auto">
          <a:xfrm>
            <a:off x="0" y="2357322"/>
            <a:ext cx="12188952" cy="2143356"/>
          </a:xfrm>
          <a:prstGeom prst="rect">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sp>
        <p:nvSpPr>
          <p:cNvPr id="14" name="Isosceles Triangle 13">
            <a:extLst>
              <a:ext uri="{FF2B5EF4-FFF2-40B4-BE49-F238E27FC236}">
                <a16:creationId xmlns:a16="http://schemas.microsoft.com/office/drawing/2014/main" id="{EFC6DEC5-EC8B-4D23-9A40-2CCF8D254827}"/>
              </a:ext>
            </a:extLst>
          </p:cNvPr>
          <p:cNvSpPr/>
          <p:nvPr userDrawn="1"/>
        </p:nvSpPr>
        <p:spPr bwMode="auto">
          <a:xfrm rot="5400000">
            <a:off x="-431598" y="2788920"/>
            <a:ext cx="2143356" cy="1280160"/>
          </a:xfrm>
          <a:prstGeom prst="triangl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sp>
        <p:nvSpPr>
          <p:cNvPr id="16" name="Isosceles Triangle 15">
            <a:extLst>
              <a:ext uri="{FF2B5EF4-FFF2-40B4-BE49-F238E27FC236}">
                <a16:creationId xmlns:a16="http://schemas.microsoft.com/office/drawing/2014/main" id="{B009FEDF-78D9-479E-B708-0BC865961ABB}"/>
              </a:ext>
            </a:extLst>
          </p:cNvPr>
          <p:cNvSpPr/>
          <p:nvPr userDrawn="1"/>
        </p:nvSpPr>
        <p:spPr bwMode="auto">
          <a:xfrm rot="16200000" flipH="1">
            <a:off x="10480242" y="2788920"/>
            <a:ext cx="2143356" cy="1280160"/>
          </a:xfrm>
          <a:prstGeom prst="triangl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sp>
        <p:nvSpPr>
          <p:cNvPr id="17" name="Title 1">
            <a:extLst>
              <a:ext uri="{FF2B5EF4-FFF2-40B4-BE49-F238E27FC236}">
                <a16:creationId xmlns:a16="http://schemas.microsoft.com/office/drawing/2014/main" id="{63453FD0-DC83-4E07-A418-5D0C6D266111}"/>
              </a:ext>
            </a:extLst>
          </p:cNvPr>
          <p:cNvSpPr>
            <a:spLocks noGrp="1"/>
          </p:cNvSpPr>
          <p:nvPr>
            <p:ph type="title" hasCustomPrompt="1"/>
          </p:nvPr>
        </p:nvSpPr>
        <p:spPr bwMode="ltGray">
          <a:xfrm>
            <a:off x="1488895" y="2426656"/>
            <a:ext cx="9211163" cy="2004688"/>
          </a:xfrm>
          <a:prstGeom prst="rect">
            <a:avLst/>
          </a:prstGeom>
          <a:noFill/>
        </p:spPr>
        <p:txBody>
          <a:bodyPr lIns="91440" tIns="91440" rIns="91440" bIns="91440" anchor="ctr" anchorCtr="0">
            <a:noAutofit/>
          </a:bodyPr>
          <a:lstStyle>
            <a:lvl1pPr algn="ctr">
              <a:defRPr sz="4800" spc="-98" baseline="0">
                <a:solidFill>
                  <a:schemeClr val="bg1"/>
                </a:solidFill>
                <a:latin typeface="Neue Haas Grotesk Text Pro" panose="020B0504020202020204" pitchFamily="34" charset="0"/>
                <a:cs typeface="Arial" panose="020B0604020202020204" pitchFamily="34" charset="0"/>
              </a:defRPr>
            </a:lvl1pPr>
          </a:lstStyle>
          <a:p>
            <a:r>
              <a:rPr lang="en-US"/>
              <a:t>Course Name</a:t>
            </a:r>
          </a:p>
        </p:txBody>
      </p:sp>
      <p:sp>
        <p:nvSpPr>
          <p:cNvPr id="19" name="Isosceles Triangle 18">
            <a:extLst>
              <a:ext uri="{FF2B5EF4-FFF2-40B4-BE49-F238E27FC236}">
                <a16:creationId xmlns:a16="http://schemas.microsoft.com/office/drawing/2014/main" id="{4EBA4D2A-C6FD-43DF-9F45-83A601F23F23}"/>
              </a:ext>
            </a:extLst>
          </p:cNvPr>
          <p:cNvSpPr/>
          <p:nvPr userDrawn="1"/>
        </p:nvSpPr>
        <p:spPr bwMode="auto">
          <a:xfrm rot="5400000">
            <a:off x="774072" y="3268252"/>
            <a:ext cx="538278" cy="321497"/>
          </a:xfrm>
          <a:prstGeom prst="triangl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sp>
        <p:nvSpPr>
          <p:cNvPr id="21" name="Isosceles Triangle 20">
            <a:extLst>
              <a:ext uri="{FF2B5EF4-FFF2-40B4-BE49-F238E27FC236}">
                <a16:creationId xmlns:a16="http://schemas.microsoft.com/office/drawing/2014/main" id="{7921DAE2-774A-4DE7-9324-66D8E1DCD151}"/>
              </a:ext>
            </a:extLst>
          </p:cNvPr>
          <p:cNvSpPr/>
          <p:nvPr userDrawn="1"/>
        </p:nvSpPr>
        <p:spPr bwMode="auto">
          <a:xfrm rot="16200000" flipH="1">
            <a:off x="10879650" y="3268252"/>
            <a:ext cx="538278" cy="321497"/>
          </a:xfrm>
          <a:prstGeom prst="triangl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pic>
        <p:nvPicPr>
          <p:cNvPr id="22" name="Picture 21" descr="A picture containing drawing&#10;&#10;Description automatically generated">
            <a:extLst>
              <a:ext uri="{FF2B5EF4-FFF2-40B4-BE49-F238E27FC236}">
                <a16:creationId xmlns:a16="http://schemas.microsoft.com/office/drawing/2014/main" id="{07AACA88-BD8D-48F2-BE82-4A9FC64CF649}"/>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b="22729"/>
          <a:stretch/>
        </p:blipFill>
        <p:spPr>
          <a:xfrm>
            <a:off x="4818356" y="1602047"/>
            <a:ext cx="2555289" cy="581862"/>
          </a:xfrm>
          <a:prstGeom prst="rect">
            <a:avLst/>
          </a:prstGeom>
        </p:spPr>
      </p:pic>
    </p:spTree>
    <p:extLst>
      <p:ext uri="{BB962C8B-B14F-4D97-AF65-F5344CB8AC3E}">
        <p14:creationId xmlns:p14="http://schemas.microsoft.com/office/powerpoint/2010/main" val="408582532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pic>
        <p:nvPicPr>
          <p:cNvPr id="24" name="Picture 23" descr="A group of clouds in the sky at sunset&#10;&#10;Description automatically generated">
            <a:extLst>
              <a:ext uri="{FF2B5EF4-FFF2-40B4-BE49-F238E27FC236}">
                <a16:creationId xmlns:a16="http://schemas.microsoft.com/office/drawing/2014/main" id="{3FEF1D31-CB2B-40D3-8A49-E838BCAFD494}"/>
              </a:ext>
            </a:extLst>
          </p:cNvPr>
          <p:cNvPicPr preferRelativeResize="0">
            <a:picLocks/>
          </p:cNvPicPr>
          <p:nvPr userDrawn="1"/>
        </p:nvPicPr>
        <p:blipFill rotWithShape="1">
          <a:blip r:embed="rId2">
            <a:extLst>
              <a:ext uri="{28A0092B-C50C-407E-A947-70E740481C1C}">
                <a14:useLocalDpi xmlns:a14="http://schemas.microsoft.com/office/drawing/2010/main" val="0"/>
              </a:ext>
            </a:extLst>
          </a:blip>
          <a:srcRect t="15157" b="12207"/>
          <a:stretch/>
        </p:blipFill>
        <p:spPr>
          <a:xfrm>
            <a:off x="1524" y="877824"/>
            <a:ext cx="12188952" cy="5980176"/>
          </a:xfrm>
          <a:prstGeom prst="rect">
            <a:avLst/>
          </a:prstGeom>
        </p:spPr>
      </p:pic>
      <p:sp>
        <p:nvSpPr>
          <p:cNvPr id="25" name="Parallelogram 24">
            <a:extLst>
              <a:ext uri="{FF2B5EF4-FFF2-40B4-BE49-F238E27FC236}">
                <a16:creationId xmlns:a16="http://schemas.microsoft.com/office/drawing/2014/main" id="{39C5694B-EAEF-4F65-B360-D2EF667FCD6E}"/>
              </a:ext>
            </a:extLst>
          </p:cNvPr>
          <p:cNvSpPr/>
          <p:nvPr userDrawn="1"/>
        </p:nvSpPr>
        <p:spPr bwMode="auto">
          <a:xfrm>
            <a:off x="0" y="875392"/>
            <a:ext cx="12188952" cy="5982607"/>
          </a:xfrm>
          <a:prstGeom prst="parallelogram">
            <a:avLst>
              <a:gd name="adj" fmla="val 0"/>
            </a:avLst>
          </a:prstGeom>
          <a:solidFill>
            <a:schemeClr val="bg2">
              <a:alpha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sp>
        <p:nvSpPr>
          <p:cNvPr id="26" name="Rectangle 25">
            <a:extLst>
              <a:ext uri="{FF2B5EF4-FFF2-40B4-BE49-F238E27FC236}">
                <a16:creationId xmlns:a16="http://schemas.microsoft.com/office/drawing/2014/main" id="{AC359C65-3DBB-4061-96CE-B232EB58F8BD}"/>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sp>
        <p:nvSpPr>
          <p:cNvPr id="27" name="Title 5">
            <a:extLst>
              <a:ext uri="{FF2B5EF4-FFF2-40B4-BE49-F238E27FC236}">
                <a16:creationId xmlns:a16="http://schemas.microsoft.com/office/drawing/2014/main" id="{65AA194E-C198-4948-A4D4-9E108B42F063}"/>
              </a:ext>
            </a:extLst>
          </p:cNvPr>
          <p:cNvSpPr>
            <a:spLocks noGrp="1"/>
          </p:cNvSpPr>
          <p:nvPr>
            <p:ph type="title"/>
          </p:nvPr>
        </p:nvSpPr>
        <p:spPr>
          <a:xfrm>
            <a:off x="384048" y="137160"/>
            <a:ext cx="10009632" cy="576072"/>
          </a:xfrm>
          <a:prstGeom prst="rect">
            <a:avLst/>
          </a:prstGeom>
        </p:spPr>
        <p:txBody>
          <a:bodyPr lIns="0" tIns="0" rIns="0" bIns="0" anchor="ctr" anchorCtr="0">
            <a:normAutofit/>
          </a:bodyPr>
          <a:lstStyle>
            <a:lvl1pPr>
              <a:defRPr sz="2800">
                <a:solidFill>
                  <a:schemeClr val="bg2"/>
                </a:solidFill>
                <a:latin typeface="Neue Haas Grotesk Text Pro" panose="020B0504020202020204" pitchFamily="34" charset="0"/>
                <a:cs typeface="Arial" panose="020B0604020202020204" pitchFamily="34" charset="0"/>
              </a:defRPr>
            </a:lvl1pPr>
          </a:lstStyle>
          <a:p>
            <a:r>
              <a:rPr lang="en-US"/>
              <a:t>Click to edit Master title style</a:t>
            </a:r>
          </a:p>
        </p:txBody>
      </p:sp>
      <p:sp>
        <p:nvSpPr>
          <p:cNvPr id="28" name="Rectangle 27">
            <a:extLst>
              <a:ext uri="{FF2B5EF4-FFF2-40B4-BE49-F238E27FC236}">
                <a16:creationId xmlns:a16="http://schemas.microsoft.com/office/drawing/2014/main" id="{70BFC20F-F821-4533-B96E-0F330C770D86}"/>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eue Haas Grotesk Text Pro" panose="020B0504020202020204" pitchFamily="34" charset="0"/>
            </a:endParaRPr>
          </a:p>
        </p:txBody>
      </p:sp>
      <p:sp>
        <p:nvSpPr>
          <p:cNvPr id="29" name="Right Triangle 28">
            <a:extLst>
              <a:ext uri="{FF2B5EF4-FFF2-40B4-BE49-F238E27FC236}">
                <a16:creationId xmlns:a16="http://schemas.microsoft.com/office/drawing/2014/main" id="{29AB8947-6EEA-4C7B-BF82-0C67A4B090CB}"/>
              </a:ext>
            </a:extLst>
          </p:cNvPr>
          <p:cNvSpPr/>
          <p:nvPr userDrawn="1"/>
        </p:nvSpPr>
        <p:spPr bwMode="auto">
          <a:xfrm flipV="1">
            <a:off x="0" y="875392"/>
            <a:ext cx="1966539" cy="1966539"/>
          </a:xfrm>
          <a:prstGeom prst="rtTriangl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sp>
        <p:nvSpPr>
          <p:cNvPr id="30" name="Rectangle 29">
            <a:extLst>
              <a:ext uri="{FF2B5EF4-FFF2-40B4-BE49-F238E27FC236}">
                <a16:creationId xmlns:a16="http://schemas.microsoft.com/office/drawing/2014/main" id="{1EA84FE5-7AA4-41A3-87ED-63AAAFE7ACFF}"/>
              </a:ext>
            </a:extLst>
          </p:cNvPr>
          <p:cNvSpPr/>
          <p:nvPr userDrawn="1"/>
        </p:nvSpPr>
        <p:spPr bwMode="auto">
          <a:xfrm>
            <a:off x="2720340" y="937549"/>
            <a:ext cx="6751320" cy="5833641"/>
          </a:xfrm>
          <a:prstGeom prst="rect">
            <a:avLst/>
          </a:prstGeom>
          <a:solidFill>
            <a:schemeClr val="tx1">
              <a:alpha val="6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sp>
        <p:nvSpPr>
          <p:cNvPr id="31" name="Right Triangle 30">
            <a:extLst>
              <a:ext uri="{FF2B5EF4-FFF2-40B4-BE49-F238E27FC236}">
                <a16:creationId xmlns:a16="http://schemas.microsoft.com/office/drawing/2014/main" id="{E1FB23BA-41A4-4707-9A9E-A904CF23D4CE}"/>
              </a:ext>
            </a:extLst>
          </p:cNvPr>
          <p:cNvSpPr/>
          <p:nvPr userDrawn="1"/>
        </p:nvSpPr>
        <p:spPr bwMode="auto">
          <a:xfrm flipH="1">
            <a:off x="10225461" y="4891461"/>
            <a:ext cx="1966539" cy="1966539"/>
          </a:xfrm>
          <a:prstGeom prst="rtTriangl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pic>
        <p:nvPicPr>
          <p:cNvPr id="32" name="Picture 31" descr="A picture containing clock, drawing, meter&#10;&#10;Description automatically generated">
            <a:extLst>
              <a:ext uri="{FF2B5EF4-FFF2-40B4-BE49-F238E27FC236}">
                <a16:creationId xmlns:a16="http://schemas.microsoft.com/office/drawing/2014/main" id="{4A98549B-2FC8-4C51-A487-0ACFD760E9A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Tree>
    <p:extLst>
      <p:ext uri="{BB962C8B-B14F-4D97-AF65-F5344CB8AC3E}">
        <p14:creationId xmlns:p14="http://schemas.microsoft.com/office/powerpoint/2010/main" val="2672167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Objectives">
    <p:spTree>
      <p:nvGrpSpPr>
        <p:cNvPr id="1" name=""/>
        <p:cNvGrpSpPr/>
        <p:nvPr/>
      </p:nvGrpSpPr>
      <p:grpSpPr>
        <a:xfrm>
          <a:off x="0" y="0"/>
          <a:ext cx="0" cy="0"/>
          <a:chOff x="0" y="0"/>
          <a:chExt cx="0" cy="0"/>
        </a:xfrm>
      </p:grpSpPr>
      <p:pic>
        <p:nvPicPr>
          <p:cNvPr id="10" name="Picture 9" descr="A picture containing dart, missile, pinwheel, bicycle&#10;&#10;Description automatically generated">
            <a:extLst>
              <a:ext uri="{FF2B5EF4-FFF2-40B4-BE49-F238E27FC236}">
                <a16:creationId xmlns:a16="http://schemas.microsoft.com/office/drawing/2014/main" id="{4CB268F8-2A9E-4FAC-8B60-CA3FE1950CF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7548777" y="872446"/>
            <a:ext cx="4650114" cy="5977598"/>
          </a:xfrm>
          <a:prstGeom prst="rect">
            <a:avLst/>
          </a:prstGeom>
        </p:spPr>
      </p:pic>
      <p:sp>
        <p:nvSpPr>
          <p:cNvPr id="11" name="Rectangle 10">
            <a:extLst>
              <a:ext uri="{FF2B5EF4-FFF2-40B4-BE49-F238E27FC236}">
                <a16:creationId xmlns:a16="http://schemas.microsoft.com/office/drawing/2014/main" id="{66B7F0A8-88C5-4E76-8706-D8FE2B231035}"/>
              </a:ext>
            </a:extLst>
          </p:cNvPr>
          <p:cNvSpPr/>
          <p:nvPr userDrawn="1"/>
        </p:nvSpPr>
        <p:spPr bwMode="auto">
          <a:xfrm flipH="1">
            <a:off x="5130800" y="880401"/>
            <a:ext cx="6388652" cy="5977598"/>
          </a:xfrm>
          <a:prstGeom prst="rect">
            <a:avLst/>
          </a:prstGeom>
          <a:gradFill>
            <a:gsLst>
              <a:gs pos="44000">
                <a:schemeClr val="bg1"/>
              </a:gs>
              <a:gs pos="86000">
                <a:schemeClr val="bg1">
                  <a:alpha val="0"/>
                </a:schemeClr>
              </a:gs>
            </a:gsLst>
            <a:lin ang="10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sp>
        <p:nvSpPr>
          <p:cNvPr id="12" name="Rectangle 11">
            <a:extLst>
              <a:ext uri="{FF2B5EF4-FFF2-40B4-BE49-F238E27FC236}">
                <a16:creationId xmlns:a16="http://schemas.microsoft.com/office/drawing/2014/main" id="{A91209E7-4B6E-4C85-B1F4-C8904770C00A}"/>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sp>
        <p:nvSpPr>
          <p:cNvPr id="13" name="Rectangle 12">
            <a:extLst>
              <a:ext uri="{FF2B5EF4-FFF2-40B4-BE49-F238E27FC236}">
                <a16:creationId xmlns:a16="http://schemas.microsoft.com/office/drawing/2014/main" id="{A2AB86E8-6961-425B-8A51-4706BEBEDE7A}"/>
              </a:ext>
            </a:extLst>
          </p:cNvPr>
          <p:cNvSpPr/>
          <p:nvPr userDrawn="1"/>
        </p:nvSpPr>
        <p:spPr bwMode="auto">
          <a:xfrm flipV="1">
            <a:off x="380998" y="1525485"/>
            <a:ext cx="5459965" cy="45720"/>
          </a:xfrm>
          <a:prstGeom prst="rect">
            <a:avLst/>
          </a:prstGeom>
          <a:solidFill>
            <a:srgbClr val="FFB81C"/>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sp>
        <p:nvSpPr>
          <p:cNvPr id="15" name="Title 5">
            <a:extLst>
              <a:ext uri="{FF2B5EF4-FFF2-40B4-BE49-F238E27FC236}">
                <a16:creationId xmlns:a16="http://schemas.microsoft.com/office/drawing/2014/main" id="{FC8EF319-ADEC-4D0B-B040-ED2B9CBE4EA3}"/>
              </a:ext>
            </a:extLst>
          </p:cNvPr>
          <p:cNvSpPr>
            <a:spLocks noGrp="1"/>
          </p:cNvSpPr>
          <p:nvPr>
            <p:ph type="title"/>
          </p:nvPr>
        </p:nvSpPr>
        <p:spPr>
          <a:xfrm>
            <a:off x="384048" y="146888"/>
            <a:ext cx="10009632" cy="576072"/>
          </a:xfrm>
          <a:prstGeom prst="rect">
            <a:avLst/>
          </a:prstGeom>
        </p:spPr>
        <p:txBody>
          <a:bodyPr lIns="0" tIns="0" rIns="0" bIns="0" anchor="ctr" anchorCtr="0">
            <a:normAutofit/>
          </a:bodyPr>
          <a:lstStyle>
            <a:lvl1pPr>
              <a:defRPr sz="2600" b="0">
                <a:solidFill>
                  <a:schemeClr val="bg2"/>
                </a:solidFill>
                <a:latin typeface="Neue Haas Grotesk Text Pro" panose="020B0504020202020204" pitchFamily="34" charset="0"/>
                <a:cs typeface="Arial" panose="020B0604020202020204" pitchFamily="34" charset="0"/>
              </a:defRPr>
            </a:lvl1pPr>
          </a:lstStyle>
          <a:p>
            <a:r>
              <a:rPr lang="en-US"/>
              <a:t>Click to edit Master title style</a:t>
            </a:r>
          </a:p>
        </p:txBody>
      </p:sp>
      <p:sp>
        <p:nvSpPr>
          <p:cNvPr id="19" name="Rectangle 18">
            <a:extLst>
              <a:ext uri="{FF2B5EF4-FFF2-40B4-BE49-F238E27FC236}">
                <a16:creationId xmlns:a16="http://schemas.microsoft.com/office/drawing/2014/main" id="{A2C5F396-C17C-46C3-A4B2-C773ED5EB44E}"/>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eue Haas Grotesk Text Pro" panose="020B0504020202020204" pitchFamily="34" charset="0"/>
            </a:endParaRPr>
          </a:p>
        </p:txBody>
      </p:sp>
      <p:pic>
        <p:nvPicPr>
          <p:cNvPr id="21" name="Picture 20" descr="A picture containing clock, drawing, meter&#10;&#10;Description automatically generated">
            <a:extLst>
              <a:ext uri="{FF2B5EF4-FFF2-40B4-BE49-F238E27FC236}">
                <a16:creationId xmlns:a16="http://schemas.microsoft.com/office/drawing/2014/main" id="{8414B232-F6EE-4EC6-B001-EFD3D7FA0EA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
        <p:nvSpPr>
          <p:cNvPr id="22" name="Text Placeholder 2">
            <a:extLst>
              <a:ext uri="{FF2B5EF4-FFF2-40B4-BE49-F238E27FC236}">
                <a16:creationId xmlns:a16="http://schemas.microsoft.com/office/drawing/2014/main" id="{16B7502B-261A-4A2A-8F15-3C6BA57C8E76}"/>
              </a:ext>
            </a:extLst>
          </p:cNvPr>
          <p:cNvSpPr>
            <a:spLocks noGrp="1"/>
          </p:cNvSpPr>
          <p:nvPr>
            <p:ph type="body" sz="quarter" idx="11" hasCustomPrompt="1"/>
          </p:nvPr>
        </p:nvSpPr>
        <p:spPr>
          <a:xfrm>
            <a:off x="384048" y="1187644"/>
            <a:ext cx="6309360" cy="276999"/>
          </a:xfrm>
          <a:prstGeom prst="rect">
            <a:avLst/>
          </a:prstGeom>
        </p:spPr>
        <p:txBody>
          <a:bodyPr lIns="0" tIns="0" rIns="0" bIns="0">
            <a:spAutoFit/>
          </a:bodyPr>
          <a:lstStyle>
            <a:lvl1pPr marL="0" indent="0">
              <a:buFont typeface="Arial" panose="020B0604020202020204" pitchFamily="34" charset="0"/>
              <a:buNone/>
              <a:defRPr sz="2000" b="1">
                <a:solidFill>
                  <a:schemeClr val="tx1"/>
                </a:solidFill>
                <a:latin typeface="Neue Haas Grotesk Text Pro" panose="020B0504020202020204" pitchFamily="34" charset="0"/>
                <a:cs typeface="Arial" panose="020B0604020202020204" pitchFamily="34" charset="0"/>
              </a:defRPr>
            </a:lvl1pPr>
            <a:lvl2pPr marL="448193" indent="-224097">
              <a:buFont typeface="Arial" panose="020B0604020202020204" pitchFamily="34" charset="0"/>
              <a:buChar char="•"/>
              <a:defRPr sz="2000">
                <a:latin typeface="Segoe UI" panose="020B0502040204020203" pitchFamily="34" charset="0"/>
                <a:cs typeface="Segoe UI" panose="020B0502040204020203" pitchFamily="34" charset="0"/>
              </a:defRPr>
            </a:lvl2pPr>
            <a:lvl3pPr marL="672290" indent="-224097">
              <a:buFont typeface="Arial" panose="020B0604020202020204" pitchFamily="34" charset="0"/>
              <a:buChar char="•"/>
              <a:defRPr sz="2000">
                <a:latin typeface="Segoe UI" panose="020B0502040204020203" pitchFamily="34" charset="0"/>
                <a:cs typeface="Segoe UI" panose="020B0502040204020203" pitchFamily="34" charset="0"/>
              </a:defRPr>
            </a:lvl3pPr>
            <a:lvl4pPr marL="896386" indent="-224097">
              <a:buFont typeface="Arial" panose="020B0604020202020204" pitchFamily="34" charset="0"/>
              <a:buChar char="•"/>
              <a:defRPr sz="2000">
                <a:latin typeface="Segoe UI" panose="020B0502040204020203" pitchFamily="34" charset="0"/>
                <a:cs typeface="Segoe UI" panose="020B0502040204020203" pitchFamily="34" charset="0"/>
              </a:defRPr>
            </a:lvl4pPr>
            <a:lvl5pPr marL="1120483" indent="-224097">
              <a:buFont typeface="Arial" panose="020B0604020202020204" pitchFamily="34" charset="0"/>
              <a:buChar char="•"/>
              <a:defRPr sz="2000">
                <a:latin typeface="Segoe UI" panose="020B0502040204020203" pitchFamily="34" charset="0"/>
                <a:cs typeface="Segoe UI" panose="020B0502040204020203" pitchFamily="34" charset="0"/>
              </a:defRPr>
            </a:lvl5pPr>
          </a:lstStyle>
          <a:p>
            <a:pPr lvl="0"/>
            <a:r>
              <a:rPr lang="en-US"/>
              <a:t>Edit Master text styles</a:t>
            </a:r>
          </a:p>
        </p:txBody>
      </p:sp>
    </p:spTree>
    <p:extLst>
      <p:ext uri="{BB962C8B-B14F-4D97-AF65-F5344CB8AC3E}">
        <p14:creationId xmlns:p14="http://schemas.microsoft.com/office/powerpoint/2010/main" val="2929262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Module Title">
    <p:spTree>
      <p:nvGrpSpPr>
        <p:cNvPr id="1" name=""/>
        <p:cNvGrpSpPr/>
        <p:nvPr/>
      </p:nvGrpSpPr>
      <p:grpSpPr>
        <a:xfrm>
          <a:off x="0" y="0"/>
          <a:ext cx="0" cy="0"/>
          <a:chOff x="0" y="0"/>
          <a:chExt cx="0" cy="0"/>
        </a:xfrm>
      </p:grpSpPr>
      <p:pic>
        <p:nvPicPr>
          <p:cNvPr id="10" name="Picture 9" descr="A sunset in the background&#10;&#10;Description automatically generated">
            <a:extLst>
              <a:ext uri="{FF2B5EF4-FFF2-40B4-BE49-F238E27FC236}">
                <a16:creationId xmlns:a16="http://schemas.microsoft.com/office/drawing/2014/main" id="{4F7E0AB0-5A0D-4869-80B8-9520F655456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Rectangle 11">
            <a:extLst>
              <a:ext uri="{FF2B5EF4-FFF2-40B4-BE49-F238E27FC236}">
                <a16:creationId xmlns:a16="http://schemas.microsoft.com/office/drawing/2014/main" id="{7248DD94-56F8-401A-A809-3DA2044581F0}"/>
              </a:ext>
            </a:extLst>
          </p:cNvPr>
          <p:cNvSpPr/>
          <p:nvPr userDrawn="1"/>
        </p:nvSpPr>
        <p:spPr bwMode="auto">
          <a:xfrm>
            <a:off x="1524" y="0"/>
            <a:ext cx="12188952" cy="6858000"/>
          </a:xfrm>
          <a:prstGeom prst="rect">
            <a:avLst/>
          </a:prstGeom>
          <a:solidFill>
            <a:schemeClr val="tx1">
              <a:alpha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sp>
        <p:nvSpPr>
          <p:cNvPr id="13" name="Rectangle 12">
            <a:extLst>
              <a:ext uri="{FF2B5EF4-FFF2-40B4-BE49-F238E27FC236}">
                <a16:creationId xmlns:a16="http://schemas.microsoft.com/office/drawing/2014/main" id="{7F0AC894-A9EA-456D-BA33-11AFB0BCF91C}"/>
              </a:ext>
            </a:extLst>
          </p:cNvPr>
          <p:cNvSpPr/>
          <p:nvPr userDrawn="1"/>
        </p:nvSpPr>
        <p:spPr bwMode="auto">
          <a:xfrm>
            <a:off x="2515565" y="1343821"/>
            <a:ext cx="7160870" cy="4170358"/>
          </a:xfrm>
          <a:prstGeom prst="rect">
            <a:avLst/>
          </a:prstGeom>
          <a:noFill/>
          <a:ln w="28575">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sp>
        <p:nvSpPr>
          <p:cNvPr id="14" name="Rectangle 13">
            <a:extLst>
              <a:ext uri="{FF2B5EF4-FFF2-40B4-BE49-F238E27FC236}">
                <a16:creationId xmlns:a16="http://schemas.microsoft.com/office/drawing/2014/main" id="{112CE252-D69B-49BE-B235-BC524EA38E86}"/>
              </a:ext>
            </a:extLst>
          </p:cNvPr>
          <p:cNvSpPr/>
          <p:nvPr userDrawn="1"/>
        </p:nvSpPr>
        <p:spPr bwMode="auto">
          <a:xfrm>
            <a:off x="2689187" y="1528920"/>
            <a:ext cx="6813628" cy="3800161"/>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sp>
        <p:nvSpPr>
          <p:cNvPr id="15" name="Title 1">
            <a:extLst>
              <a:ext uri="{FF2B5EF4-FFF2-40B4-BE49-F238E27FC236}">
                <a16:creationId xmlns:a16="http://schemas.microsoft.com/office/drawing/2014/main" id="{5A9B5FEF-4CE8-4E46-8D31-B95A9461266A}"/>
              </a:ext>
            </a:extLst>
          </p:cNvPr>
          <p:cNvSpPr>
            <a:spLocks noGrp="1"/>
          </p:cNvSpPr>
          <p:nvPr>
            <p:ph type="title" hasCustomPrompt="1"/>
          </p:nvPr>
        </p:nvSpPr>
        <p:spPr bwMode="ltGray">
          <a:xfrm>
            <a:off x="2828082" y="3152646"/>
            <a:ext cx="6535838" cy="1180572"/>
          </a:xfrm>
          <a:prstGeom prst="rect">
            <a:avLst/>
          </a:prstGeom>
          <a:noFill/>
        </p:spPr>
        <p:txBody>
          <a:bodyPr lIns="91440" tIns="91440" rIns="91440" bIns="91440" anchor="ctr" anchorCtr="0"/>
          <a:lstStyle>
            <a:lvl1pPr algn="ctr">
              <a:defRPr sz="2800" spc="-98" baseline="0">
                <a:solidFill>
                  <a:schemeClr val="tx1"/>
                </a:solidFill>
                <a:latin typeface="Neue Haas Grotesk Text Pro" panose="020B0504020202020204" pitchFamily="34" charset="0"/>
                <a:cs typeface="Arial" panose="020B0604020202020204" pitchFamily="34" charset="0"/>
              </a:defRPr>
            </a:lvl1pPr>
          </a:lstStyle>
          <a:p>
            <a:r>
              <a:rPr lang="en-US"/>
              <a:t>Module Name</a:t>
            </a:r>
          </a:p>
        </p:txBody>
      </p:sp>
      <p:sp>
        <p:nvSpPr>
          <p:cNvPr id="16" name="Text Placeholder 7">
            <a:extLst>
              <a:ext uri="{FF2B5EF4-FFF2-40B4-BE49-F238E27FC236}">
                <a16:creationId xmlns:a16="http://schemas.microsoft.com/office/drawing/2014/main" id="{B45C3A41-0FA6-4EFE-8BE1-49EAB96A617D}"/>
              </a:ext>
            </a:extLst>
          </p:cNvPr>
          <p:cNvSpPr>
            <a:spLocks noGrp="1"/>
          </p:cNvSpPr>
          <p:nvPr>
            <p:ph type="body" sz="quarter" idx="10" hasCustomPrompt="1"/>
          </p:nvPr>
        </p:nvSpPr>
        <p:spPr>
          <a:xfrm>
            <a:off x="5225249" y="2513207"/>
            <a:ext cx="1741502" cy="627864"/>
          </a:xfrm>
          <a:prstGeom prst="rect">
            <a:avLst/>
          </a:prstGeom>
          <a:noFill/>
        </p:spPr>
        <p:txBody>
          <a:bodyPr wrap="none" lIns="182880" tIns="146304" rIns="182880" bIns="146304" rtlCol="0">
            <a:spAutoFit/>
          </a:bodyPr>
          <a:lstStyle>
            <a:lvl1pPr marL="0" indent="0">
              <a:buNone/>
              <a:defRPr lang="en-US" sz="2400" b="1" dirty="0">
                <a:solidFill>
                  <a:schemeClr val="tx1"/>
                </a:solidFill>
                <a:latin typeface="Neue Haas Grotesk Text Pro" panose="020B0504020202020204" pitchFamily="34" charset="0"/>
                <a:cs typeface="Arial" panose="020B0604020202020204" pitchFamily="34" charset="0"/>
              </a:defRPr>
            </a:lvl1pPr>
          </a:lstStyle>
          <a:p>
            <a:pPr marL="0" lvl="0" algn="ctr" defTabSz="914400">
              <a:spcAft>
                <a:spcPts val="600"/>
              </a:spcAft>
            </a:pPr>
            <a:r>
              <a:rPr lang="en-US"/>
              <a:t>Module #</a:t>
            </a:r>
          </a:p>
        </p:txBody>
      </p:sp>
    </p:spTree>
    <p:extLst>
      <p:ext uri="{BB962C8B-B14F-4D97-AF65-F5344CB8AC3E}">
        <p14:creationId xmlns:p14="http://schemas.microsoft.com/office/powerpoint/2010/main" val="3191870315"/>
      </p:ext>
    </p:extLst>
  </p:cSld>
  <p:clrMapOvr>
    <a:masterClrMapping/>
  </p:clrMapOvr>
  <mc:AlternateContent xmlns:mc="http://schemas.openxmlformats.org/markup-compatibility/2006" xmlns:p14="http://schemas.microsoft.com/office/powerpoint/2010/main">
    <mc:Choice Requires="p14">
      <p:transition spd="slow" p14:dur="2500">
        <p14:reveal/>
      </p:transition>
    </mc:Choice>
    <mc:Fallback xmlns="">
      <p:transition spd="slow">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326197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ACEE174-C017-4907-A778-6020326EA543}"/>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sp>
        <p:nvSpPr>
          <p:cNvPr id="7" name="Rectangle 6">
            <a:extLst>
              <a:ext uri="{FF2B5EF4-FFF2-40B4-BE49-F238E27FC236}">
                <a16:creationId xmlns:a16="http://schemas.microsoft.com/office/drawing/2014/main" id="{B0793135-604B-460C-A1EF-8C71F68135CD}"/>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eue Haas Grotesk Text Pro" panose="020B0504020202020204" pitchFamily="34" charset="0"/>
            </a:endParaRPr>
          </a:p>
        </p:txBody>
      </p:sp>
      <p:pic>
        <p:nvPicPr>
          <p:cNvPr id="8" name="Picture 7" descr="A picture containing clock, drawing, meter&#10;&#10;Description automatically generated">
            <a:extLst>
              <a:ext uri="{FF2B5EF4-FFF2-40B4-BE49-F238E27FC236}">
                <a16:creationId xmlns:a16="http://schemas.microsoft.com/office/drawing/2014/main" id="{2ACF4ACF-5323-47BF-9B3C-784D4160309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
        <p:nvSpPr>
          <p:cNvPr id="10" name="Title 5">
            <a:extLst>
              <a:ext uri="{FF2B5EF4-FFF2-40B4-BE49-F238E27FC236}">
                <a16:creationId xmlns:a16="http://schemas.microsoft.com/office/drawing/2014/main" id="{703F6FED-7DBB-4572-A454-69F98E1BC4C5}"/>
              </a:ext>
            </a:extLst>
          </p:cNvPr>
          <p:cNvSpPr>
            <a:spLocks noGrp="1"/>
          </p:cNvSpPr>
          <p:nvPr>
            <p:ph type="title"/>
          </p:nvPr>
        </p:nvSpPr>
        <p:spPr>
          <a:xfrm>
            <a:off x="384048" y="146888"/>
            <a:ext cx="10009632" cy="576072"/>
          </a:xfrm>
          <a:prstGeom prst="rect">
            <a:avLst/>
          </a:prstGeom>
        </p:spPr>
        <p:txBody>
          <a:bodyPr lIns="0" tIns="0" rIns="0" bIns="0" anchor="ctr" anchorCtr="0">
            <a:normAutofit/>
          </a:bodyPr>
          <a:lstStyle>
            <a:lvl1pPr>
              <a:defRPr sz="2600" b="0">
                <a:solidFill>
                  <a:schemeClr val="bg2"/>
                </a:solidFill>
                <a:latin typeface="Neue Haas Grotesk Text Pro" panose="020B0504020202020204" pitchFamily="34" charset="0"/>
                <a:cs typeface="Arial"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2804387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itle and Content - 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2F5BA30-3860-464C-8D29-68900C255D50}"/>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sp>
        <p:nvSpPr>
          <p:cNvPr id="10" name="Rectangle 9">
            <a:extLst>
              <a:ext uri="{FF2B5EF4-FFF2-40B4-BE49-F238E27FC236}">
                <a16:creationId xmlns:a16="http://schemas.microsoft.com/office/drawing/2014/main" id="{F7873495-CF83-4722-A12A-9391FCA93561}"/>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eue Haas Grotesk Text Pro" panose="020B0504020202020204" pitchFamily="34" charset="0"/>
            </a:endParaRPr>
          </a:p>
        </p:txBody>
      </p:sp>
      <p:pic>
        <p:nvPicPr>
          <p:cNvPr id="13" name="Picture 12" descr="A picture containing clock, drawing, meter&#10;&#10;Description automatically generated">
            <a:extLst>
              <a:ext uri="{FF2B5EF4-FFF2-40B4-BE49-F238E27FC236}">
                <a16:creationId xmlns:a16="http://schemas.microsoft.com/office/drawing/2014/main" id="{0F3A6FE7-DE2B-4A84-B7FF-D214A9AA826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
        <p:nvSpPr>
          <p:cNvPr id="15" name="Title 5">
            <a:extLst>
              <a:ext uri="{FF2B5EF4-FFF2-40B4-BE49-F238E27FC236}">
                <a16:creationId xmlns:a16="http://schemas.microsoft.com/office/drawing/2014/main" id="{A42CF465-917D-4D40-B6BC-7384A4FAE2F6}"/>
              </a:ext>
            </a:extLst>
          </p:cNvPr>
          <p:cNvSpPr>
            <a:spLocks noGrp="1"/>
          </p:cNvSpPr>
          <p:nvPr>
            <p:ph type="title"/>
          </p:nvPr>
        </p:nvSpPr>
        <p:spPr>
          <a:xfrm>
            <a:off x="384048" y="146888"/>
            <a:ext cx="10009632" cy="576072"/>
          </a:xfrm>
          <a:prstGeom prst="rect">
            <a:avLst/>
          </a:prstGeom>
        </p:spPr>
        <p:txBody>
          <a:bodyPr lIns="0" tIns="0" rIns="0" bIns="0" anchor="ctr" anchorCtr="0">
            <a:normAutofit/>
          </a:bodyPr>
          <a:lstStyle>
            <a:lvl1pPr>
              <a:defRPr sz="2600" b="0">
                <a:solidFill>
                  <a:schemeClr val="bg2"/>
                </a:solidFill>
                <a:latin typeface="Neue Haas Grotesk Text Pro" panose="020B0504020202020204" pitchFamily="34" charset="0"/>
                <a:cs typeface="Arial" panose="020B0604020202020204" pitchFamily="34" charset="0"/>
              </a:defRPr>
            </a:lvl1pPr>
          </a:lstStyle>
          <a:p>
            <a:r>
              <a:rPr lang="en-US"/>
              <a:t>Click to edit Master title style</a:t>
            </a:r>
          </a:p>
        </p:txBody>
      </p:sp>
      <p:sp>
        <p:nvSpPr>
          <p:cNvPr id="9" name="Text Placeholder 2">
            <a:extLst>
              <a:ext uri="{FF2B5EF4-FFF2-40B4-BE49-F238E27FC236}">
                <a16:creationId xmlns:a16="http://schemas.microsoft.com/office/drawing/2014/main" id="{52D61F6D-27AD-45D5-A7F7-8CB7132BB683}"/>
              </a:ext>
            </a:extLst>
          </p:cNvPr>
          <p:cNvSpPr>
            <a:spLocks noGrp="1"/>
          </p:cNvSpPr>
          <p:nvPr>
            <p:ph type="body" sz="quarter" idx="10" hasCustomPrompt="1"/>
          </p:nvPr>
        </p:nvSpPr>
        <p:spPr>
          <a:xfrm>
            <a:off x="384048" y="1158460"/>
            <a:ext cx="11430000" cy="276999"/>
          </a:xfrm>
          <a:prstGeom prst="rect">
            <a:avLst/>
          </a:prstGeom>
        </p:spPr>
        <p:txBody>
          <a:bodyPr lIns="0" tIns="0" rIns="0" bIns="0">
            <a:spAutoFit/>
          </a:bodyPr>
          <a:lstStyle>
            <a:lvl1pPr marL="0" indent="0">
              <a:lnSpc>
                <a:spcPct val="100000"/>
              </a:lnSpc>
              <a:spcBef>
                <a:spcPts val="0"/>
              </a:spcBef>
              <a:buFont typeface="Arial" panose="020B0604020202020204" pitchFamily="34" charset="0"/>
              <a:buNone/>
              <a:defRPr sz="1800">
                <a:solidFill>
                  <a:schemeClr val="tx1"/>
                </a:solidFill>
                <a:latin typeface="Neue Haas Grotesk Text Pro" panose="020B0504020202020204" pitchFamily="34" charset="0"/>
                <a:cs typeface="Arial" panose="020B0604020202020204" pitchFamily="34" charset="0"/>
              </a:defRPr>
            </a:lvl1pPr>
            <a:lvl2pPr marL="448193" indent="-224097">
              <a:buFont typeface="Arial" panose="020B0604020202020204" pitchFamily="34" charset="0"/>
              <a:buChar char="•"/>
              <a:defRPr sz="2000">
                <a:latin typeface="Segoe UI" panose="020B0502040204020203" pitchFamily="34" charset="0"/>
                <a:cs typeface="Segoe UI" panose="020B0502040204020203" pitchFamily="34" charset="0"/>
              </a:defRPr>
            </a:lvl2pPr>
            <a:lvl3pPr marL="672290" indent="-224097">
              <a:buFont typeface="Arial" panose="020B0604020202020204" pitchFamily="34" charset="0"/>
              <a:buChar char="•"/>
              <a:defRPr sz="2000">
                <a:latin typeface="Segoe UI" panose="020B0502040204020203" pitchFamily="34" charset="0"/>
                <a:cs typeface="Segoe UI" panose="020B0502040204020203" pitchFamily="34" charset="0"/>
              </a:defRPr>
            </a:lvl3pPr>
            <a:lvl4pPr marL="896386" indent="-224097">
              <a:buFont typeface="Arial" panose="020B0604020202020204" pitchFamily="34" charset="0"/>
              <a:buChar char="•"/>
              <a:defRPr sz="2000">
                <a:latin typeface="Segoe UI" panose="020B0502040204020203" pitchFamily="34" charset="0"/>
                <a:cs typeface="Segoe UI" panose="020B0502040204020203" pitchFamily="34" charset="0"/>
              </a:defRPr>
            </a:lvl4pPr>
            <a:lvl5pPr marL="1120483" indent="-224097">
              <a:buFont typeface="Arial" panose="020B0604020202020204" pitchFamily="34" charset="0"/>
              <a:buChar char="•"/>
              <a:defRPr sz="2000">
                <a:latin typeface="Segoe UI" panose="020B0502040204020203" pitchFamily="34" charset="0"/>
                <a:cs typeface="Segoe UI" panose="020B0502040204020203" pitchFamily="34" charset="0"/>
              </a:defRPr>
            </a:lvl5pPr>
          </a:lstStyle>
          <a:p>
            <a:pPr lvl="0"/>
            <a:r>
              <a:rPr lang="en-US"/>
              <a:t>Edit Master text styles</a:t>
            </a:r>
          </a:p>
        </p:txBody>
      </p:sp>
    </p:spTree>
    <p:extLst>
      <p:ext uri="{BB962C8B-B14F-4D97-AF65-F5344CB8AC3E}">
        <p14:creationId xmlns:p14="http://schemas.microsoft.com/office/powerpoint/2010/main" val="959546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1_Title and Content - 1">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B7D67E2-0E02-4A1C-A095-39BD00430BCD}"/>
              </a:ext>
            </a:extLst>
          </p:cNvPr>
          <p:cNvSpPr/>
          <p:nvPr userDrawn="1"/>
        </p:nvSpPr>
        <p:spPr bwMode="auto">
          <a:xfrm>
            <a:off x="0" y="874703"/>
            <a:ext cx="12192000" cy="5983297"/>
          </a:xfrm>
          <a:prstGeom prst="rect">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GB"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Neue Haas Grotesk Text Pro" panose="020B0504020202020204" pitchFamily="34" charset="0"/>
              <a:ea typeface="Segoe UI" pitchFamily="34" charset="0"/>
              <a:cs typeface="Arial" panose="020B0604020202020204" pitchFamily="34" charset="0"/>
            </a:endParaRPr>
          </a:p>
        </p:txBody>
      </p:sp>
      <p:sp>
        <p:nvSpPr>
          <p:cNvPr id="7" name="Rectangle 6">
            <a:extLst>
              <a:ext uri="{FF2B5EF4-FFF2-40B4-BE49-F238E27FC236}">
                <a16:creationId xmlns:a16="http://schemas.microsoft.com/office/drawing/2014/main" id="{F2F5BA30-3860-464C-8D29-68900C255D50}"/>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sp>
        <p:nvSpPr>
          <p:cNvPr id="8" name="Text Placeholder 2">
            <a:extLst>
              <a:ext uri="{FF2B5EF4-FFF2-40B4-BE49-F238E27FC236}">
                <a16:creationId xmlns:a16="http://schemas.microsoft.com/office/drawing/2014/main" id="{28A5E82A-FD99-45C6-8862-11EFC2721F66}"/>
              </a:ext>
            </a:extLst>
          </p:cNvPr>
          <p:cNvSpPr>
            <a:spLocks noGrp="1"/>
          </p:cNvSpPr>
          <p:nvPr>
            <p:ph type="body" sz="quarter" idx="10" hasCustomPrompt="1"/>
          </p:nvPr>
        </p:nvSpPr>
        <p:spPr>
          <a:xfrm>
            <a:off x="384048" y="1158460"/>
            <a:ext cx="11430000" cy="276999"/>
          </a:xfrm>
          <a:prstGeom prst="rect">
            <a:avLst/>
          </a:prstGeom>
        </p:spPr>
        <p:txBody>
          <a:bodyPr lIns="0" tIns="0" rIns="0" bIns="0">
            <a:spAutoFit/>
          </a:bodyPr>
          <a:lstStyle>
            <a:lvl1pPr marL="0" indent="0">
              <a:lnSpc>
                <a:spcPct val="100000"/>
              </a:lnSpc>
              <a:spcBef>
                <a:spcPts val="0"/>
              </a:spcBef>
              <a:buFont typeface="Arial" panose="020B0604020202020204" pitchFamily="34" charset="0"/>
              <a:buNone/>
              <a:defRPr sz="1800">
                <a:solidFill>
                  <a:schemeClr val="bg1"/>
                </a:solidFill>
                <a:latin typeface="Neue Haas Grotesk Text Pro" panose="020B0504020202020204" pitchFamily="34" charset="0"/>
                <a:cs typeface="Arial" panose="020B0604020202020204" pitchFamily="34" charset="0"/>
              </a:defRPr>
            </a:lvl1pPr>
            <a:lvl2pPr marL="448193" indent="-224097">
              <a:buFont typeface="Arial" panose="020B0604020202020204" pitchFamily="34" charset="0"/>
              <a:buChar char="•"/>
              <a:defRPr sz="2000">
                <a:latin typeface="Segoe UI" panose="020B0502040204020203" pitchFamily="34" charset="0"/>
                <a:cs typeface="Segoe UI" panose="020B0502040204020203" pitchFamily="34" charset="0"/>
              </a:defRPr>
            </a:lvl2pPr>
            <a:lvl3pPr marL="672290" indent="-224097">
              <a:buFont typeface="Arial" panose="020B0604020202020204" pitchFamily="34" charset="0"/>
              <a:buChar char="•"/>
              <a:defRPr sz="2000">
                <a:latin typeface="Segoe UI" panose="020B0502040204020203" pitchFamily="34" charset="0"/>
                <a:cs typeface="Segoe UI" panose="020B0502040204020203" pitchFamily="34" charset="0"/>
              </a:defRPr>
            </a:lvl3pPr>
            <a:lvl4pPr marL="896386" indent="-224097">
              <a:buFont typeface="Arial" panose="020B0604020202020204" pitchFamily="34" charset="0"/>
              <a:buChar char="•"/>
              <a:defRPr sz="2000">
                <a:latin typeface="Segoe UI" panose="020B0502040204020203" pitchFamily="34" charset="0"/>
                <a:cs typeface="Segoe UI" panose="020B0502040204020203" pitchFamily="34" charset="0"/>
              </a:defRPr>
            </a:lvl4pPr>
            <a:lvl5pPr marL="1120483" indent="-224097">
              <a:buFont typeface="Arial" panose="020B0604020202020204" pitchFamily="34" charset="0"/>
              <a:buChar char="•"/>
              <a:defRPr sz="2000">
                <a:latin typeface="Segoe UI" panose="020B0502040204020203" pitchFamily="34" charset="0"/>
                <a:cs typeface="Segoe UI" panose="020B0502040204020203" pitchFamily="34" charset="0"/>
              </a:defRPr>
            </a:lvl5pPr>
          </a:lstStyle>
          <a:p>
            <a:pPr lvl="0"/>
            <a:r>
              <a:rPr lang="en-US"/>
              <a:t>Edit Master text styles</a:t>
            </a:r>
          </a:p>
        </p:txBody>
      </p:sp>
      <p:sp>
        <p:nvSpPr>
          <p:cNvPr id="10" name="Rectangle 9">
            <a:extLst>
              <a:ext uri="{FF2B5EF4-FFF2-40B4-BE49-F238E27FC236}">
                <a16:creationId xmlns:a16="http://schemas.microsoft.com/office/drawing/2014/main" id="{F7873495-CF83-4722-A12A-9391FCA93561}"/>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eue Haas Grotesk Text Pro" panose="020B0504020202020204" pitchFamily="34" charset="0"/>
            </a:endParaRPr>
          </a:p>
        </p:txBody>
      </p:sp>
      <p:pic>
        <p:nvPicPr>
          <p:cNvPr id="13" name="Picture 12" descr="A picture containing clock, drawing, meter&#10;&#10;Description automatically generated">
            <a:extLst>
              <a:ext uri="{FF2B5EF4-FFF2-40B4-BE49-F238E27FC236}">
                <a16:creationId xmlns:a16="http://schemas.microsoft.com/office/drawing/2014/main" id="{0F3A6FE7-DE2B-4A84-B7FF-D214A9AA826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
        <p:nvSpPr>
          <p:cNvPr id="15" name="Title 5">
            <a:extLst>
              <a:ext uri="{FF2B5EF4-FFF2-40B4-BE49-F238E27FC236}">
                <a16:creationId xmlns:a16="http://schemas.microsoft.com/office/drawing/2014/main" id="{A42CF465-917D-4D40-B6BC-7384A4FAE2F6}"/>
              </a:ext>
            </a:extLst>
          </p:cNvPr>
          <p:cNvSpPr>
            <a:spLocks noGrp="1"/>
          </p:cNvSpPr>
          <p:nvPr>
            <p:ph type="title"/>
          </p:nvPr>
        </p:nvSpPr>
        <p:spPr>
          <a:xfrm>
            <a:off x="384048" y="146888"/>
            <a:ext cx="10009632" cy="576072"/>
          </a:xfrm>
          <a:prstGeom prst="rect">
            <a:avLst/>
          </a:prstGeom>
        </p:spPr>
        <p:txBody>
          <a:bodyPr lIns="0" tIns="0" rIns="0" bIns="0" anchor="ctr" anchorCtr="0">
            <a:normAutofit/>
          </a:bodyPr>
          <a:lstStyle>
            <a:lvl1pPr>
              <a:defRPr sz="2600" b="0">
                <a:solidFill>
                  <a:schemeClr val="bg2"/>
                </a:solidFill>
                <a:latin typeface="Neue Haas Grotesk Text Pro" panose="020B0504020202020204" pitchFamily="34" charset="0"/>
                <a:cs typeface="Arial"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13307634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Title and Content -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2BE3D89-F457-4874-AB8E-C476C99305EE}"/>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sp>
        <p:nvSpPr>
          <p:cNvPr id="10" name="Rectangle 9">
            <a:extLst>
              <a:ext uri="{FF2B5EF4-FFF2-40B4-BE49-F238E27FC236}">
                <a16:creationId xmlns:a16="http://schemas.microsoft.com/office/drawing/2014/main" id="{E4EE42AE-8319-4FC8-AE70-25AB54F79082}"/>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eue Haas Grotesk Text Pro" panose="020B0504020202020204" pitchFamily="34" charset="0"/>
            </a:endParaRPr>
          </a:p>
        </p:txBody>
      </p:sp>
      <p:pic>
        <p:nvPicPr>
          <p:cNvPr id="13" name="Picture 12" descr="A picture containing clock, drawing, meter&#10;&#10;Description automatically generated">
            <a:extLst>
              <a:ext uri="{FF2B5EF4-FFF2-40B4-BE49-F238E27FC236}">
                <a16:creationId xmlns:a16="http://schemas.microsoft.com/office/drawing/2014/main" id="{B6FF23EC-7C26-4E8D-A3A7-8BA6664AB1E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
        <p:nvSpPr>
          <p:cNvPr id="15" name="Title 5">
            <a:extLst>
              <a:ext uri="{FF2B5EF4-FFF2-40B4-BE49-F238E27FC236}">
                <a16:creationId xmlns:a16="http://schemas.microsoft.com/office/drawing/2014/main" id="{22BCB587-1A7D-47B2-B77F-12297807E749}"/>
              </a:ext>
            </a:extLst>
          </p:cNvPr>
          <p:cNvSpPr>
            <a:spLocks noGrp="1"/>
          </p:cNvSpPr>
          <p:nvPr>
            <p:ph type="title"/>
          </p:nvPr>
        </p:nvSpPr>
        <p:spPr>
          <a:xfrm>
            <a:off x="384048" y="146888"/>
            <a:ext cx="10009632" cy="576072"/>
          </a:xfrm>
          <a:prstGeom prst="rect">
            <a:avLst/>
          </a:prstGeom>
        </p:spPr>
        <p:txBody>
          <a:bodyPr lIns="0" tIns="0" rIns="0" bIns="0" anchor="ctr" anchorCtr="0">
            <a:normAutofit/>
          </a:bodyPr>
          <a:lstStyle>
            <a:lvl1pPr>
              <a:defRPr sz="2600" b="0">
                <a:solidFill>
                  <a:schemeClr val="bg2"/>
                </a:solidFill>
                <a:latin typeface="Neue Haas Grotesk Text Pro" panose="020B0504020202020204" pitchFamily="34" charset="0"/>
                <a:cs typeface="Arial" panose="020B0604020202020204" pitchFamily="34" charset="0"/>
              </a:defRPr>
            </a:lvl1pPr>
          </a:lstStyle>
          <a:p>
            <a:r>
              <a:rPr lang="en-US"/>
              <a:t>Click to edit Master title style</a:t>
            </a:r>
          </a:p>
        </p:txBody>
      </p:sp>
      <p:sp>
        <p:nvSpPr>
          <p:cNvPr id="9" name="Text Placeholder 2">
            <a:extLst>
              <a:ext uri="{FF2B5EF4-FFF2-40B4-BE49-F238E27FC236}">
                <a16:creationId xmlns:a16="http://schemas.microsoft.com/office/drawing/2014/main" id="{B5DC907E-3BA5-45D1-B609-266203B5C052}"/>
              </a:ext>
            </a:extLst>
          </p:cNvPr>
          <p:cNvSpPr>
            <a:spLocks noGrp="1"/>
          </p:cNvSpPr>
          <p:nvPr>
            <p:ph type="body" sz="quarter" idx="10" hasCustomPrompt="1"/>
          </p:nvPr>
        </p:nvSpPr>
        <p:spPr>
          <a:xfrm>
            <a:off x="384048" y="1158460"/>
            <a:ext cx="11430000" cy="276999"/>
          </a:xfrm>
          <a:prstGeom prst="rect">
            <a:avLst/>
          </a:prstGeom>
        </p:spPr>
        <p:txBody>
          <a:bodyPr lIns="0" tIns="0" rIns="0" bIns="0">
            <a:spAutoFit/>
          </a:bodyPr>
          <a:lstStyle>
            <a:lvl1pPr marL="0" indent="0">
              <a:lnSpc>
                <a:spcPct val="100000"/>
              </a:lnSpc>
              <a:spcBef>
                <a:spcPts val="0"/>
              </a:spcBef>
              <a:buFont typeface="Arial" panose="020B0604020202020204" pitchFamily="34" charset="0"/>
              <a:buNone/>
              <a:defRPr sz="1800">
                <a:solidFill>
                  <a:schemeClr val="tx1"/>
                </a:solidFill>
                <a:latin typeface="Neue Haas Grotesk Text Pro" panose="020B0504020202020204" pitchFamily="34" charset="0"/>
                <a:cs typeface="Arial" panose="020B0604020202020204" pitchFamily="34" charset="0"/>
              </a:defRPr>
            </a:lvl1pPr>
            <a:lvl2pPr marL="448193" indent="-224097">
              <a:buFont typeface="Arial" panose="020B0604020202020204" pitchFamily="34" charset="0"/>
              <a:buChar char="•"/>
              <a:defRPr sz="2000">
                <a:latin typeface="Segoe UI" panose="020B0502040204020203" pitchFamily="34" charset="0"/>
                <a:cs typeface="Segoe UI" panose="020B0502040204020203" pitchFamily="34" charset="0"/>
              </a:defRPr>
            </a:lvl2pPr>
            <a:lvl3pPr marL="672290" indent="-224097">
              <a:buFont typeface="Arial" panose="020B0604020202020204" pitchFamily="34" charset="0"/>
              <a:buChar char="•"/>
              <a:defRPr sz="2000">
                <a:latin typeface="Segoe UI" panose="020B0502040204020203" pitchFamily="34" charset="0"/>
                <a:cs typeface="Segoe UI" panose="020B0502040204020203" pitchFamily="34" charset="0"/>
              </a:defRPr>
            </a:lvl3pPr>
            <a:lvl4pPr marL="896386" indent="-224097">
              <a:buFont typeface="Arial" panose="020B0604020202020204" pitchFamily="34" charset="0"/>
              <a:buChar char="•"/>
              <a:defRPr sz="2000">
                <a:latin typeface="Segoe UI" panose="020B0502040204020203" pitchFamily="34" charset="0"/>
                <a:cs typeface="Segoe UI" panose="020B0502040204020203" pitchFamily="34" charset="0"/>
              </a:defRPr>
            </a:lvl4pPr>
            <a:lvl5pPr marL="1120483" indent="-224097">
              <a:buFont typeface="Arial" panose="020B0604020202020204" pitchFamily="34" charset="0"/>
              <a:buChar char="•"/>
              <a:defRPr sz="2000">
                <a:latin typeface="Segoe UI" panose="020B0502040204020203" pitchFamily="34" charset="0"/>
                <a:cs typeface="Segoe UI" panose="020B0502040204020203" pitchFamily="34" charset="0"/>
              </a:defRPr>
            </a:lvl5pPr>
          </a:lstStyle>
          <a:p>
            <a:pPr lvl="0"/>
            <a:r>
              <a:rPr lang="en-US"/>
              <a:t>Edit Master text styles</a:t>
            </a:r>
          </a:p>
        </p:txBody>
      </p:sp>
    </p:spTree>
    <p:extLst>
      <p:ext uri="{BB962C8B-B14F-4D97-AF65-F5344CB8AC3E}">
        <p14:creationId xmlns:p14="http://schemas.microsoft.com/office/powerpoint/2010/main" val="26886469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1_Title and Image - 4">
    <p:spTree>
      <p:nvGrpSpPr>
        <p:cNvPr id="1" name=""/>
        <p:cNvGrpSpPr/>
        <p:nvPr/>
      </p:nvGrpSpPr>
      <p:grpSpPr>
        <a:xfrm>
          <a:off x="0" y="0"/>
          <a:ext cx="0" cy="0"/>
          <a:chOff x="0" y="0"/>
          <a:chExt cx="0" cy="0"/>
        </a:xfrm>
      </p:grpSpPr>
      <p:pic>
        <p:nvPicPr>
          <p:cNvPr id="31" name="Picture 2" descr="https://hookagency.com/wp-content/uploads/2017/10/financial-services-keywords.jpg">
            <a:extLst>
              <a:ext uri="{FF2B5EF4-FFF2-40B4-BE49-F238E27FC236}">
                <a16:creationId xmlns:a16="http://schemas.microsoft.com/office/drawing/2014/main" id="{CEC0518F-2DD7-4135-A1CF-BC3D7A61AF39}"/>
              </a:ext>
            </a:extLst>
          </p:cNvPr>
          <p:cNvPicPr preferRelativeResize="0">
            <a:picLocks noChangeArrowheads="1"/>
          </p:cNvPicPr>
          <p:nvPr userDrawn="1"/>
        </p:nvPicPr>
        <p:blipFill rotWithShape="1">
          <a:blip r:embed="rId2">
            <a:extLst>
              <a:ext uri="{28A0092B-C50C-407E-A947-70E740481C1C}">
                <a14:useLocalDpi xmlns:a14="http://schemas.microsoft.com/office/drawing/2010/main" val="0"/>
              </a:ext>
            </a:extLst>
          </a:blip>
          <a:srcRect l="13559" r="19596"/>
          <a:stretch/>
        </p:blipFill>
        <p:spPr bwMode="auto">
          <a:xfrm>
            <a:off x="6146800" y="875638"/>
            <a:ext cx="6045200" cy="5990733"/>
          </a:xfrm>
          <a:prstGeom prst="parallelogram">
            <a:avLst>
              <a:gd name="adj" fmla="val 19135"/>
            </a:avLst>
          </a:prstGeom>
          <a:noFill/>
          <a:extLst>
            <a:ext uri="{909E8E84-426E-40DD-AFC4-6F175D3DCCD1}">
              <a14:hiddenFill xmlns:a14="http://schemas.microsoft.com/office/drawing/2010/main">
                <a:solidFill>
                  <a:srgbClr val="FFFFFF"/>
                </a:solidFill>
              </a14:hiddenFill>
            </a:ext>
          </a:extLst>
        </p:spPr>
      </p:pic>
      <p:sp>
        <p:nvSpPr>
          <p:cNvPr id="13" name="Rectangle 12">
            <a:extLst>
              <a:ext uri="{FF2B5EF4-FFF2-40B4-BE49-F238E27FC236}">
                <a16:creationId xmlns:a16="http://schemas.microsoft.com/office/drawing/2014/main" id="{6E6122DD-7792-45EF-9B42-1C4C4E7BEAA2}"/>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sp>
        <p:nvSpPr>
          <p:cNvPr id="12" name="Rectangle 11">
            <a:extLst>
              <a:ext uri="{FF2B5EF4-FFF2-40B4-BE49-F238E27FC236}">
                <a16:creationId xmlns:a16="http://schemas.microsoft.com/office/drawing/2014/main" id="{D193AD5B-9461-4853-80E8-6B8264A665F7}"/>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eue Haas Grotesk Text Pro" panose="020B0504020202020204" pitchFamily="34" charset="0"/>
            </a:endParaRPr>
          </a:p>
        </p:txBody>
      </p:sp>
      <p:pic>
        <p:nvPicPr>
          <p:cNvPr id="15" name="Picture 14" descr="A picture containing clock, drawing, meter&#10;&#10;Description automatically generated">
            <a:extLst>
              <a:ext uri="{FF2B5EF4-FFF2-40B4-BE49-F238E27FC236}">
                <a16:creationId xmlns:a16="http://schemas.microsoft.com/office/drawing/2014/main" id="{5A65C973-368A-474F-8E72-A459991036B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
        <p:nvSpPr>
          <p:cNvPr id="9" name="Title 5">
            <a:extLst>
              <a:ext uri="{FF2B5EF4-FFF2-40B4-BE49-F238E27FC236}">
                <a16:creationId xmlns:a16="http://schemas.microsoft.com/office/drawing/2014/main" id="{5D5D0DF9-6440-4B1D-AF9F-4348B522FC8A}"/>
              </a:ext>
            </a:extLst>
          </p:cNvPr>
          <p:cNvSpPr>
            <a:spLocks noGrp="1"/>
          </p:cNvSpPr>
          <p:nvPr>
            <p:ph type="title"/>
          </p:nvPr>
        </p:nvSpPr>
        <p:spPr>
          <a:xfrm>
            <a:off x="384048" y="146888"/>
            <a:ext cx="10009632" cy="576072"/>
          </a:xfrm>
          <a:prstGeom prst="rect">
            <a:avLst/>
          </a:prstGeom>
        </p:spPr>
        <p:txBody>
          <a:bodyPr lIns="0" tIns="0" rIns="0" bIns="0" anchor="ctr" anchorCtr="0">
            <a:normAutofit/>
          </a:bodyPr>
          <a:lstStyle>
            <a:lvl1pPr>
              <a:defRPr sz="2600" b="0">
                <a:solidFill>
                  <a:schemeClr val="bg2"/>
                </a:solidFill>
                <a:latin typeface="Neue Haas Grotesk Text Pro" panose="020B0504020202020204" pitchFamily="34" charset="0"/>
                <a:cs typeface="Arial" panose="020B0604020202020204" pitchFamily="34" charset="0"/>
              </a:defRPr>
            </a:lvl1pPr>
          </a:lstStyle>
          <a:p>
            <a:r>
              <a:rPr lang="en-US"/>
              <a:t>Click to edit Master title style</a:t>
            </a:r>
          </a:p>
        </p:txBody>
      </p:sp>
      <p:sp>
        <p:nvSpPr>
          <p:cNvPr id="11" name="Parallelogram 10">
            <a:extLst>
              <a:ext uri="{FF2B5EF4-FFF2-40B4-BE49-F238E27FC236}">
                <a16:creationId xmlns:a16="http://schemas.microsoft.com/office/drawing/2014/main" id="{3CD4548F-B299-4258-8047-1CD76368E555}"/>
              </a:ext>
            </a:extLst>
          </p:cNvPr>
          <p:cNvSpPr/>
          <p:nvPr userDrawn="1"/>
        </p:nvSpPr>
        <p:spPr bwMode="auto">
          <a:xfrm>
            <a:off x="10758793" y="3674135"/>
            <a:ext cx="1070042" cy="3192237"/>
          </a:xfrm>
          <a:prstGeom prst="parallelogram">
            <a:avLst>
              <a:gd name="adj" fmla="val 55889"/>
            </a:avLst>
          </a:prstGeom>
          <a:solidFill>
            <a:srgbClr val="FFB81C">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b="0" i="0" u="none" strike="noStrike" kern="0" cap="none" spc="0" normalizeH="0" baseline="0" dirty="0">
              <a:ln>
                <a:noFill/>
              </a:ln>
              <a:solidFill>
                <a:sysClr val="windowText" lastClr="000000"/>
              </a:solidFill>
              <a:effectLst/>
              <a:uLnTx/>
              <a:uFillTx/>
              <a:latin typeface="Neue Haas Grotesk Text Pro" panose="020B0504020202020204" pitchFamily="34" charset="0"/>
            </a:endParaRPr>
          </a:p>
        </p:txBody>
      </p:sp>
      <p:grpSp>
        <p:nvGrpSpPr>
          <p:cNvPr id="16" name="Group 15">
            <a:extLst>
              <a:ext uri="{FF2B5EF4-FFF2-40B4-BE49-F238E27FC236}">
                <a16:creationId xmlns:a16="http://schemas.microsoft.com/office/drawing/2014/main" id="{719CA870-8AEF-4392-A5BD-DB4B26A97091}"/>
              </a:ext>
            </a:extLst>
          </p:cNvPr>
          <p:cNvGrpSpPr/>
          <p:nvPr userDrawn="1"/>
        </p:nvGrpSpPr>
        <p:grpSpPr>
          <a:xfrm>
            <a:off x="12308299" y="4343786"/>
            <a:ext cx="556617" cy="2514214"/>
            <a:chOff x="12308299" y="1108861"/>
            <a:chExt cx="556617" cy="2514214"/>
          </a:xfrm>
        </p:grpSpPr>
        <p:sp>
          <p:nvSpPr>
            <p:cNvPr id="17" name="Oval 16">
              <a:extLst>
                <a:ext uri="{FF2B5EF4-FFF2-40B4-BE49-F238E27FC236}">
                  <a16:creationId xmlns:a16="http://schemas.microsoft.com/office/drawing/2014/main" id="{12EF18D4-03B4-4016-947B-9A40AA53B321}"/>
                </a:ext>
              </a:extLst>
            </p:cNvPr>
            <p:cNvSpPr/>
            <p:nvPr userDrawn="1"/>
          </p:nvSpPr>
          <p:spPr bwMode="auto">
            <a:xfrm>
              <a:off x="12308299" y="1108861"/>
              <a:ext cx="248574" cy="248574"/>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sp>
          <p:nvSpPr>
            <p:cNvPr id="18" name="Oval 17">
              <a:extLst>
                <a:ext uri="{FF2B5EF4-FFF2-40B4-BE49-F238E27FC236}">
                  <a16:creationId xmlns:a16="http://schemas.microsoft.com/office/drawing/2014/main" id="{A2D12C06-A968-4D0C-8D09-0EB639290CBD}"/>
                </a:ext>
              </a:extLst>
            </p:cNvPr>
            <p:cNvSpPr/>
            <p:nvPr userDrawn="1"/>
          </p:nvSpPr>
          <p:spPr bwMode="auto">
            <a:xfrm>
              <a:off x="12616342" y="1108861"/>
              <a:ext cx="248574" cy="248574"/>
            </a:xfrm>
            <a:prstGeom prst="ellipse">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sp>
          <p:nvSpPr>
            <p:cNvPr id="19" name="Oval 18">
              <a:extLst>
                <a:ext uri="{FF2B5EF4-FFF2-40B4-BE49-F238E27FC236}">
                  <a16:creationId xmlns:a16="http://schemas.microsoft.com/office/drawing/2014/main" id="{05AF7EB0-8BB6-457D-9571-D411DFC5F6D2}"/>
                </a:ext>
              </a:extLst>
            </p:cNvPr>
            <p:cNvSpPr/>
            <p:nvPr userDrawn="1"/>
          </p:nvSpPr>
          <p:spPr bwMode="auto">
            <a:xfrm>
              <a:off x="12308299" y="1488161"/>
              <a:ext cx="248574" cy="248574"/>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sp>
          <p:nvSpPr>
            <p:cNvPr id="20" name="Oval 19">
              <a:extLst>
                <a:ext uri="{FF2B5EF4-FFF2-40B4-BE49-F238E27FC236}">
                  <a16:creationId xmlns:a16="http://schemas.microsoft.com/office/drawing/2014/main" id="{691A4F41-16F0-4DC8-B7EE-3D50359F2C3C}"/>
                </a:ext>
              </a:extLst>
            </p:cNvPr>
            <p:cNvSpPr/>
            <p:nvPr userDrawn="1"/>
          </p:nvSpPr>
          <p:spPr bwMode="auto">
            <a:xfrm>
              <a:off x="12616342" y="1488161"/>
              <a:ext cx="248574" cy="248574"/>
            </a:xfrm>
            <a:prstGeom prst="ellipse">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sp>
          <p:nvSpPr>
            <p:cNvPr id="21" name="Oval 20">
              <a:extLst>
                <a:ext uri="{FF2B5EF4-FFF2-40B4-BE49-F238E27FC236}">
                  <a16:creationId xmlns:a16="http://schemas.microsoft.com/office/drawing/2014/main" id="{1B8856E9-91D8-4122-9E94-1B4CDC99A38A}"/>
                </a:ext>
              </a:extLst>
            </p:cNvPr>
            <p:cNvSpPr/>
            <p:nvPr userDrawn="1"/>
          </p:nvSpPr>
          <p:spPr bwMode="auto">
            <a:xfrm>
              <a:off x="12308299" y="1867461"/>
              <a:ext cx="248574" cy="248574"/>
            </a:xfrm>
            <a:prstGeom prst="ellipse">
              <a:avLst/>
            </a:prstGeom>
            <a:solidFill>
              <a:schemeClr val="accent3"/>
            </a:solidFill>
            <a:ln w="63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sp>
          <p:nvSpPr>
            <p:cNvPr id="22" name="Oval 21">
              <a:extLst>
                <a:ext uri="{FF2B5EF4-FFF2-40B4-BE49-F238E27FC236}">
                  <a16:creationId xmlns:a16="http://schemas.microsoft.com/office/drawing/2014/main" id="{4345A59E-B714-4A01-AAD8-2421BB7CC538}"/>
                </a:ext>
              </a:extLst>
            </p:cNvPr>
            <p:cNvSpPr/>
            <p:nvPr userDrawn="1"/>
          </p:nvSpPr>
          <p:spPr bwMode="auto">
            <a:xfrm>
              <a:off x="12308299" y="2236601"/>
              <a:ext cx="248574" cy="248574"/>
            </a:xfrm>
            <a:prstGeom prst="ellipse">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sp>
          <p:nvSpPr>
            <p:cNvPr id="23" name="Oval 22">
              <a:extLst>
                <a:ext uri="{FF2B5EF4-FFF2-40B4-BE49-F238E27FC236}">
                  <a16:creationId xmlns:a16="http://schemas.microsoft.com/office/drawing/2014/main" id="{7B8DF4AB-575C-4A6F-A977-375C2244DACC}"/>
                </a:ext>
              </a:extLst>
            </p:cNvPr>
            <p:cNvSpPr/>
            <p:nvPr userDrawn="1"/>
          </p:nvSpPr>
          <p:spPr bwMode="auto">
            <a:xfrm>
              <a:off x="12616342" y="2236601"/>
              <a:ext cx="248574" cy="248574"/>
            </a:xfrm>
            <a:prstGeom prst="ellipse">
              <a:avLst/>
            </a:prstGeom>
            <a:solidFill>
              <a:srgbClr val="C8102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sp>
          <p:nvSpPr>
            <p:cNvPr id="24" name="Oval 23">
              <a:extLst>
                <a:ext uri="{FF2B5EF4-FFF2-40B4-BE49-F238E27FC236}">
                  <a16:creationId xmlns:a16="http://schemas.microsoft.com/office/drawing/2014/main" id="{DAA2B89B-B796-45C4-B1E9-FC78BBC8CE69}"/>
                </a:ext>
              </a:extLst>
            </p:cNvPr>
            <p:cNvSpPr/>
            <p:nvPr userDrawn="1"/>
          </p:nvSpPr>
          <p:spPr bwMode="auto">
            <a:xfrm>
              <a:off x="12308299" y="2615901"/>
              <a:ext cx="248574" cy="248574"/>
            </a:xfrm>
            <a:prstGeom prst="ellipse">
              <a:avLst/>
            </a:prstGeom>
            <a:solidFill>
              <a:srgbClr val="72006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sp>
          <p:nvSpPr>
            <p:cNvPr id="25" name="Oval 24">
              <a:extLst>
                <a:ext uri="{FF2B5EF4-FFF2-40B4-BE49-F238E27FC236}">
                  <a16:creationId xmlns:a16="http://schemas.microsoft.com/office/drawing/2014/main" id="{C742CE6C-5CAD-4E38-932E-E3FCDFB016E0}"/>
                </a:ext>
              </a:extLst>
            </p:cNvPr>
            <p:cNvSpPr/>
            <p:nvPr userDrawn="1"/>
          </p:nvSpPr>
          <p:spPr bwMode="auto">
            <a:xfrm>
              <a:off x="12616342" y="2615901"/>
              <a:ext cx="248574" cy="248574"/>
            </a:xfrm>
            <a:prstGeom prst="ellipse">
              <a:avLst/>
            </a:prstGeom>
            <a:solidFill>
              <a:srgbClr val="3CDBC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sp>
          <p:nvSpPr>
            <p:cNvPr id="26" name="Oval 25">
              <a:extLst>
                <a:ext uri="{FF2B5EF4-FFF2-40B4-BE49-F238E27FC236}">
                  <a16:creationId xmlns:a16="http://schemas.microsoft.com/office/drawing/2014/main" id="{52CADBCB-89DA-4368-97DA-4C58BFEFCE6A}"/>
                </a:ext>
              </a:extLst>
            </p:cNvPr>
            <p:cNvSpPr/>
            <p:nvPr userDrawn="1"/>
          </p:nvSpPr>
          <p:spPr bwMode="auto">
            <a:xfrm>
              <a:off x="12308299" y="2995201"/>
              <a:ext cx="248574" cy="248574"/>
            </a:xfrm>
            <a:prstGeom prst="ellipse">
              <a:avLst/>
            </a:prstGeom>
            <a:solidFill>
              <a:srgbClr val="6CC24A"/>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sp>
          <p:nvSpPr>
            <p:cNvPr id="27" name="Oval 26">
              <a:extLst>
                <a:ext uri="{FF2B5EF4-FFF2-40B4-BE49-F238E27FC236}">
                  <a16:creationId xmlns:a16="http://schemas.microsoft.com/office/drawing/2014/main" id="{D60F80BA-DAB0-48C0-BC84-05909D1B8085}"/>
                </a:ext>
              </a:extLst>
            </p:cNvPr>
            <p:cNvSpPr/>
            <p:nvPr userDrawn="1"/>
          </p:nvSpPr>
          <p:spPr bwMode="auto">
            <a:xfrm>
              <a:off x="12616342" y="2995201"/>
              <a:ext cx="248574" cy="248574"/>
            </a:xfrm>
            <a:prstGeom prst="ellipse">
              <a:avLst/>
            </a:prstGeom>
            <a:solidFill>
              <a:srgbClr val="4A773C"/>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sp>
          <p:nvSpPr>
            <p:cNvPr id="28" name="Oval 27">
              <a:extLst>
                <a:ext uri="{FF2B5EF4-FFF2-40B4-BE49-F238E27FC236}">
                  <a16:creationId xmlns:a16="http://schemas.microsoft.com/office/drawing/2014/main" id="{1EA80AAC-1A4B-452A-B18E-3489CB8CA554}"/>
                </a:ext>
              </a:extLst>
            </p:cNvPr>
            <p:cNvSpPr/>
            <p:nvPr userDrawn="1"/>
          </p:nvSpPr>
          <p:spPr bwMode="auto">
            <a:xfrm>
              <a:off x="12308299" y="3374501"/>
              <a:ext cx="248574" cy="248574"/>
            </a:xfrm>
            <a:prstGeom prst="ellipse">
              <a:avLst/>
            </a:prstGeom>
            <a:solidFill>
              <a:srgbClr val="59CBE8"/>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sp>
          <p:nvSpPr>
            <p:cNvPr id="29" name="Oval 28">
              <a:extLst>
                <a:ext uri="{FF2B5EF4-FFF2-40B4-BE49-F238E27FC236}">
                  <a16:creationId xmlns:a16="http://schemas.microsoft.com/office/drawing/2014/main" id="{DE19C2BF-D30A-4B9D-8224-D6AF67268684}"/>
                </a:ext>
              </a:extLst>
            </p:cNvPr>
            <p:cNvSpPr/>
            <p:nvPr userDrawn="1"/>
          </p:nvSpPr>
          <p:spPr bwMode="auto">
            <a:xfrm>
              <a:off x="12616342" y="3374501"/>
              <a:ext cx="248574" cy="248574"/>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sp>
          <p:nvSpPr>
            <p:cNvPr id="30" name="Oval 29">
              <a:extLst>
                <a:ext uri="{FF2B5EF4-FFF2-40B4-BE49-F238E27FC236}">
                  <a16:creationId xmlns:a16="http://schemas.microsoft.com/office/drawing/2014/main" id="{F20601BB-CE79-4ECB-902F-F2011F5CC98A}"/>
                </a:ext>
              </a:extLst>
            </p:cNvPr>
            <p:cNvSpPr/>
            <p:nvPr userDrawn="1"/>
          </p:nvSpPr>
          <p:spPr bwMode="auto">
            <a:xfrm>
              <a:off x="12616342" y="1867461"/>
              <a:ext cx="248574" cy="248574"/>
            </a:xfrm>
            <a:prstGeom prst="ellipse">
              <a:avLst/>
            </a:prstGeom>
            <a:solidFill>
              <a:srgbClr val="5D538B"/>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grpSp>
      <p:sp>
        <p:nvSpPr>
          <p:cNvPr id="46" name="Parallelogram 45">
            <a:extLst>
              <a:ext uri="{FF2B5EF4-FFF2-40B4-BE49-F238E27FC236}">
                <a16:creationId xmlns:a16="http://schemas.microsoft.com/office/drawing/2014/main" id="{6B380A50-A8EC-4C33-8147-148425518C77}"/>
              </a:ext>
            </a:extLst>
          </p:cNvPr>
          <p:cNvSpPr/>
          <p:nvPr userDrawn="1"/>
        </p:nvSpPr>
        <p:spPr bwMode="auto">
          <a:xfrm>
            <a:off x="6283295" y="2170444"/>
            <a:ext cx="1363169" cy="4685955"/>
          </a:xfrm>
          <a:prstGeom prst="parallelogram">
            <a:avLst>
              <a:gd name="adj" fmla="val 67023"/>
            </a:avLst>
          </a:prstGeom>
          <a:solidFill>
            <a:schemeClr val="bg1">
              <a:alpha val="4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b="0" i="0" u="none" strike="noStrike" kern="0" cap="none" spc="0" normalizeH="0" baseline="0" dirty="0">
              <a:ln>
                <a:noFill/>
              </a:ln>
              <a:solidFill>
                <a:sysClr val="windowText" lastClr="000000"/>
              </a:solidFill>
              <a:effectLst/>
              <a:uLnTx/>
              <a:uFillTx/>
              <a:latin typeface="Neue Haas Grotesk Text Pro" panose="020B0504020202020204" pitchFamily="34" charset="0"/>
            </a:endParaRPr>
          </a:p>
        </p:txBody>
      </p:sp>
      <p:sp>
        <p:nvSpPr>
          <p:cNvPr id="2" name="Parallelogram 1">
            <a:extLst>
              <a:ext uri="{FF2B5EF4-FFF2-40B4-BE49-F238E27FC236}">
                <a16:creationId xmlns:a16="http://schemas.microsoft.com/office/drawing/2014/main" id="{1C274E36-A7CD-44A6-95DC-25B50DD862BD}"/>
              </a:ext>
            </a:extLst>
          </p:cNvPr>
          <p:cNvSpPr/>
          <p:nvPr userDrawn="1"/>
        </p:nvSpPr>
        <p:spPr bwMode="auto">
          <a:xfrm>
            <a:off x="6138156" y="885686"/>
            <a:ext cx="1488329" cy="5993816"/>
          </a:xfrm>
          <a:prstGeom prst="parallelogram">
            <a:avLst>
              <a:gd name="adj" fmla="val 77862"/>
            </a:avLst>
          </a:prstGeom>
          <a:solidFill>
            <a:srgbClr val="D0D0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b="0" i="0" u="none" strike="noStrike" kern="0" cap="none" spc="0" normalizeH="0" baseline="0" dirty="0">
              <a:ln>
                <a:noFill/>
              </a:ln>
              <a:solidFill>
                <a:sysClr val="windowText" lastClr="000000"/>
              </a:solidFill>
              <a:effectLst/>
              <a:uLnTx/>
              <a:uFillTx/>
              <a:latin typeface="Neue Haas Grotesk Text Pro" panose="020B0504020202020204" pitchFamily="34" charset="0"/>
            </a:endParaRPr>
          </a:p>
        </p:txBody>
      </p:sp>
      <p:sp>
        <p:nvSpPr>
          <p:cNvPr id="14" name="Parallelogram 13">
            <a:extLst>
              <a:ext uri="{FF2B5EF4-FFF2-40B4-BE49-F238E27FC236}">
                <a16:creationId xmlns:a16="http://schemas.microsoft.com/office/drawing/2014/main" id="{DD33504F-1C7B-489A-90C9-1C3CFEB6790B}"/>
              </a:ext>
            </a:extLst>
          </p:cNvPr>
          <p:cNvSpPr/>
          <p:nvPr userDrawn="1"/>
        </p:nvSpPr>
        <p:spPr bwMode="auto">
          <a:xfrm>
            <a:off x="6350326" y="862507"/>
            <a:ext cx="1284803" cy="4030506"/>
          </a:xfrm>
          <a:prstGeom prst="parallelogram">
            <a:avLst>
              <a:gd name="adj" fmla="val 62338"/>
            </a:avLst>
          </a:prstGeom>
          <a:solidFill>
            <a:srgbClr val="FFB81C">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b="0" i="0" u="none" strike="noStrike" kern="0" cap="none" spc="0" normalizeH="0" baseline="0" dirty="0">
              <a:ln>
                <a:noFill/>
              </a:ln>
              <a:solidFill>
                <a:sysClr val="windowText" lastClr="000000"/>
              </a:solidFill>
              <a:effectLst/>
              <a:uLnTx/>
              <a:uFillTx/>
              <a:latin typeface="Neue Haas Grotesk Text Pro" panose="020B0504020202020204" pitchFamily="34" charset="0"/>
            </a:endParaRPr>
          </a:p>
        </p:txBody>
      </p:sp>
      <p:sp>
        <p:nvSpPr>
          <p:cNvPr id="47" name="Parallelogram 46">
            <a:extLst>
              <a:ext uri="{FF2B5EF4-FFF2-40B4-BE49-F238E27FC236}">
                <a16:creationId xmlns:a16="http://schemas.microsoft.com/office/drawing/2014/main" id="{AA9D1B1B-F156-4B5C-A1E7-01E62E081E3A}"/>
              </a:ext>
            </a:extLst>
          </p:cNvPr>
          <p:cNvSpPr/>
          <p:nvPr userDrawn="1"/>
        </p:nvSpPr>
        <p:spPr bwMode="auto">
          <a:xfrm>
            <a:off x="11404559" y="872235"/>
            <a:ext cx="842122" cy="2754261"/>
          </a:xfrm>
          <a:prstGeom prst="parallelogram">
            <a:avLst>
              <a:gd name="adj" fmla="val 65317"/>
            </a:avLst>
          </a:prstGeom>
          <a:solidFill>
            <a:schemeClr val="bg1">
              <a:alpha val="4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b="0" i="0" u="none" strike="noStrike" kern="0" cap="none" spc="0" normalizeH="0" baseline="0" dirty="0">
              <a:ln>
                <a:noFill/>
              </a:ln>
              <a:solidFill>
                <a:sysClr val="windowText" lastClr="000000"/>
              </a:solidFill>
              <a:effectLst/>
              <a:uLnTx/>
              <a:uFillTx/>
              <a:latin typeface="Neue Haas Grotesk Text Pro" panose="020B0504020202020204" pitchFamily="34" charset="0"/>
            </a:endParaRPr>
          </a:p>
        </p:txBody>
      </p:sp>
      <p:sp>
        <p:nvSpPr>
          <p:cNvPr id="48" name="Text Placeholder 2">
            <a:extLst>
              <a:ext uri="{FF2B5EF4-FFF2-40B4-BE49-F238E27FC236}">
                <a16:creationId xmlns:a16="http://schemas.microsoft.com/office/drawing/2014/main" id="{C8B2C423-8643-4C72-9CC4-AC62DB91CA27}"/>
              </a:ext>
            </a:extLst>
          </p:cNvPr>
          <p:cNvSpPr>
            <a:spLocks noGrp="1"/>
          </p:cNvSpPr>
          <p:nvPr>
            <p:ph type="body" sz="quarter" idx="10" hasCustomPrompt="1"/>
          </p:nvPr>
        </p:nvSpPr>
        <p:spPr>
          <a:xfrm>
            <a:off x="384048" y="1158460"/>
            <a:ext cx="4828600" cy="276999"/>
          </a:xfrm>
          <a:prstGeom prst="rect">
            <a:avLst/>
          </a:prstGeom>
        </p:spPr>
        <p:txBody>
          <a:bodyPr wrap="square" lIns="0" tIns="0" rIns="0" bIns="0">
            <a:spAutoFit/>
          </a:bodyPr>
          <a:lstStyle>
            <a:lvl1pPr marL="0" indent="0">
              <a:lnSpc>
                <a:spcPct val="100000"/>
              </a:lnSpc>
              <a:spcBef>
                <a:spcPts val="0"/>
              </a:spcBef>
              <a:buFont typeface="Arial" panose="020B0604020202020204" pitchFamily="34" charset="0"/>
              <a:buNone/>
              <a:defRPr sz="1800">
                <a:solidFill>
                  <a:schemeClr val="tx1"/>
                </a:solidFill>
                <a:latin typeface="Neue Haas Grotesk Text Pro" panose="020B0504020202020204" pitchFamily="34" charset="0"/>
                <a:cs typeface="Arial" panose="020B0604020202020204" pitchFamily="34" charset="0"/>
              </a:defRPr>
            </a:lvl1pPr>
            <a:lvl2pPr marL="448193" indent="-224097">
              <a:buFont typeface="Arial" panose="020B0604020202020204" pitchFamily="34" charset="0"/>
              <a:buChar char="•"/>
              <a:defRPr sz="2000">
                <a:latin typeface="Segoe UI" panose="020B0502040204020203" pitchFamily="34" charset="0"/>
                <a:cs typeface="Segoe UI" panose="020B0502040204020203" pitchFamily="34" charset="0"/>
              </a:defRPr>
            </a:lvl2pPr>
            <a:lvl3pPr marL="672290" indent="-224097">
              <a:buFont typeface="Arial" panose="020B0604020202020204" pitchFamily="34" charset="0"/>
              <a:buChar char="•"/>
              <a:defRPr sz="2000">
                <a:latin typeface="Segoe UI" panose="020B0502040204020203" pitchFamily="34" charset="0"/>
                <a:cs typeface="Segoe UI" panose="020B0502040204020203" pitchFamily="34" charset="0"/>
              </a:defRPr>
            </a:lvl3pPr>
            <a:lvl4pPr marL="896386" indent="-224097">
              <a:buFont typeface="Arial" panose="020B0604020202020204" pitchFamily="34" charset="0"/>
              <a:buChar char="•"/>
              <a:defRPr sz="2000">
                <a:latin typeface="Segoe UI" panose="020B0502040204020203" pitchFamily="34" charset="0"/>
                <a:cs typeface="Segoe UI" panose="020B0502040204020203" pitchFamily="34" charset="0"/>
              </a:defRPr>
            </a:lvl4pPr>
            <a:lvl5pPr marL="1120483" indent="-224097">
              <a:buFont typeface="Arial" panose="020B0604020202020204" pitchFamily="34" charset="0"/>
              <a:buChar char="•"/>
              <a:defRPr sz="2000">
                <a:latin typeface="Segoe UI" panose="020B0502040204020203" pitchFamily="34" charset="0"/>
                <a:cs typeface="Segoe UI" panose="020B0502040204020203" pitchFamily="34" charset="0"/>
              </a:defRPr>
            </a:lvl5pPr>
          </a:lstStyle>
          <a:p>
            <a:pPr lvl="0"/>
            <a:r>
              <a:rPr lang="en-US"/>
              <a:t>Edit Master text styles</a:t>
            </a:r>
          </a:p>
        </p:txBody>
      </p:sp>
    </p:spTree>
    <p:extLst>
      <p:ext uri="{BB962C8B-B14F-4D97-AF65-F5344CB8AC3E}">
        <p14:creationId xmlns:p14="http://schemas.microsoft.com/office/powerpoint/2010/main" val="3772036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2_Title and Image - 4">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6E6122DD-7792-45EF-9B42-1C4C4E7BEAA2}"/>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pic>
        <p:nvPicPr>
          <p:cNvPr id="5" name="Picture 4" descr="A picture containing person, indoor, person, person&#10;&#10;Description automatically generated">
            <a:extLst>
              <a:ext uri="{FF2B5EF4-FFF2-40B4-BE49-F238E27FC236}">
                <a16:creationId xmlns:a16="http://schemas.microsoft.com/office/drawing/2014/main" id="{48F97FD7-F557-4BBC-9EE5-13B66DC50C8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9087" r="23419"/>
          <a:stretch/>
        </p:blipFill>
        <p:spPr>
          <a:xfrm>
            <a:off x="6146800" y="885367"/>
            <a:ext cx="6045200" cy="5971032"/>
          </a:xfrm>
          <a:prstGeom prst="flowChartInputOutput">
            <a:avLst/>
          </a:prstGeom>
        </p:spPr>
      </p:pic>
      <p:sp>
        <p:nvSpPr>
          <p:cNvPr id="12" name="Rectangle 11">
            <a:extLst>
              <a:ext uri="{FF2B5EF4-FFF2-40B4-BE49-F238E27FC236}">
                <a16:creationId xmlns:a16="http://schemas.microsoft.com/office/drawing/2014/main" id="{D193AD5B-9461-4853-80E8-6B8264A665F7}"/>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eue Haas Grotesk Text Pro" panose="020B0504020202020204" pitchFamily="34" charset="0"/>
            </a:endParaRPr>
          </a:p>
        </p:txBody>
      </p:sp>
      <p:pic>
        <p:nvPicPr>
          <p:cNvPr id="15" name="Picture 14" descr="A picture containing clock, drawing, meter&#10;&#10;Description automatically generated">
            <a:extLst>
              <a:ext uri="{FF2B5EF4-FFF2-40B4-BE49-F238E27FC236}">
                <a16:creationId xmlns:a16="http://schemas.microsoft.com/office/drawing/2014/main" id="{5A65C973-368A-474F-8E72-A459991036B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
        <p:nvSpPr>
          <p:cNvPr id="9" name="Title 5">
            <a:extLst>
              <a:ext uri="{FF2B5EF4-FFF2-40B4-BE49-F238E27FC236}">
                <a16:creationId xmlns:a16="http://schemas.microsoft.com/office/drawing/2014/main" id="{5D5D0DF9-6440-4B1D-AF9F-4348B522FC8A}"/>
              </a:ext>
            </a:extLst>
          </p:cNvPr>
          <p:cNvSpPr>
            <a:spLocks noGrp="1"/>
          </p:cNvSpPr>
          <p:nvPr>
            <p:ph type="title"/>
          </p:nvPr>
        </p:nvSpPr>
        <p:spPr>
          <a:xfrm>
            <a:off x="384048" y="146888"/>
            <a:ext cx="10009632" cy="576072"/>
          </a:xfrm>
          <a:prstGeom prst="rect">
            <a:avLst/>
          </a:prstGeom>
        </p:spPr>
        <p:txBody>
          <a:bodyPr lIns="0" tIns="0" rIns="0" bIns="0" anchor="ctr" anchorCtr="0">
            <a:normAutofit/>
          </a:bodyPr>
          <a:lstStyle>
            <a:lvl1pPr>
              <a:defRPr sz="2600" b="0">
                <a:solidFill>
                  <a:schemeClr val="bg2"/>
                </a:solidFill>
                <a:latin typeface="Neue Haas Grotesk Text Pro" panose="020B0504020202020204" pitchFamily="34" charset="0"/>
                <a:cs typeface="Arial" panose="020B0604020202020204" pitchFamily="34" charset="0"/>
              </a:defRPr>
            </a:lvl1pPr>
          </a:lstStyle>
          <a:p>
            <a:r>
              <a:rPr lang="en-US"/>
              <a:t>Click to edit Master title style</a:t>
            </a:r>
          </a:p>
        </p:txBody>
      </p:sp>
      <p:sp>
        <p:nvSpPr>
          <p:cNvPr id="11" name="Parallelogram 10">
            <a:extLst>
              <a:ext uri="{FF2B5EF4-FFF2-40B4-BE49-F238E27FC236}">
                <a16:creationId xmlns:a16="http://schemas.microsoft.com/office/drawing/2014/main" id="{3CD4548F-B299-4258-8047-1CD76368E555}"/>
              </a:ext>
            </a:extLst>
          </p:cNvPr>
          <p:cNvSpPr/>
          <p:nvPr userDrawn="1"/>
        </p:nvSpPr>
        <p:spPr bwMode="auto">
          <a:xfrm>
            <a:off x="10729608" y="3674135"/>
            <a:ext cx="1128409" cy="3192237"/>
          </a:xfrm>
          <a:prstGeom prst="parallelogram">
            <a:avLst>
              <a:gd name="adj" fmla="val 56736"/>
            </a:avLst>
          </a:prstGeom>
          <a:solidFill>
            <a:srgbClr val="FFB81C">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b="0" i="0" u="none" strike="noStrike" kern="0" cap="none" spc="0" normalizeH="0" baseline="0" dirty="0">
              <a:ln>
                <a:noFill/>
              </a:ln>
              <a:solidFill>
                <a:sysClr val="windowText" lastClr="000000"/>
              </a:solidFill>
              <a:effectLst/>
              <a:uLnTx/>
              <a:uFillTx/>
              <a:latin typeface="Neue Haas Grotesk Text Pro" panose="020B0504020202020204" pitchFamily="34" charset="0"/>
            </a:endParaRPr>
          </a:p>
        </p:txBody>
      </p:sp>
      <p:sp>
        <p:nvSpPr>
          <p:cNvPr id="46" name="Parallelogram 45">
            <a:extLst>
              <a:ext uri="{FF2B5EF4-FFF2-40B4-BE49-F238E27FC236}">
                <a16:creationId xmlns:a16="http://schemas.microsoft.com/office/drawing/2014/main" id="{6B380A50-A8EC-4C33-8147-148425518C77}"/>
              </a:ext>
            </a:extLst>
          </p:cNvPr>
          <p:cNvSpPr/>
          <p:nvPr userDrawn="1"/>
        </p:nvSpPr>
        <p:spPr bwMode="auto">
          <a:xfrm>
            <a:off x="6293023" y="2170444"/>
            <a:ext cx="1363169" cy="4685955"/>
          </a:xfrm>
          <a:prstGeom prst="parallelogram">
            <a:avLst>
              <a:gd name="adj" fmla="val 67023"/>
            </a:avLst>
          </a:prstGeom>
          <a:solidFill>
            <a:schemeClr val="bg1">
              <a:alpha val="4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b="0" i="0" u="none" strike="noStrike" kern="0" cap="none" spc="0" normalizeH="0" baseline="0" dirty="0">
              <a:ln>
                <a:noFill/>
              </a:ln>
              <a:solidFill>
                <a:sysClr val="windowText" lastClr="000000"/>
              </a:solidFill>
              <a:effectLst/>
              <a:uLnTx/>
              <a:uFillTx/>
              <a:latin typeface="Neue Haas Grotesk Text Pro" panose="020B0504020202020204" pitchFamily="34" charset="0"/>
            </a:endParaRPr>
          </a:p>
        </p:txBody>
      </p:sp>
      <p:sp>
        <p:nvSpPr>
          <p:cNvPr id="2" name="Parallelogram 1">
            <a:extLst>
              <a:ext uri="{FF2B5EF4-FFF2-40B4-BE49-F238E27FC236}">
                <a16:creationId xmlns:a16="http://schemas.microsoft.com/office/drawing/2014/main" id="{1C274E36-A7CD-44A6-95DC-25B50DD862BD}"/>
              </a:ext>
            </a:extLst>
          </p:cNvPr>
          <p:cNvSpPr/>
          <p:nvPr userDrawn="1"/>
        </p:nvSpPr>
        <p:spPr bwMode="auto">
          <a:xfrm>
            <a:off x="6128428" y="895414"/>
            <a:ext cx="1488329" cy="5972633"/>
          </a:xfrm>
          <a:prstGeom prst="parallelogram">
            <a:avLst>
              <a:gd name="adj" fmla="val 82437"/>
            </a:avLst>
          </a:prstGeom>
          <a:solidFill>
            <a:srgbClr val="D0D0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b="0" i="0" u="none" strike="noStrike" kern="0" cap="none" spc="0" normalizeH="0" baseline="0" dirty="0">
              <a:ln>
                <a:noFill/>
              </a:ln>
              <a:solidFill>
                <a:sysClr val="windowText" lastClr="000000"/>
              </a:solidFill>
              <a:effectLst/>
              <a:uLnTx/>
              <a:uFillTx/>
              <a:latin typeface="Neue Haas Grotesk Text Pro" panose="020B0504020202020204" pitchFamily="34" charset="0"/>
            </a:endParaRPr>
          </a:p>
        </p:txBody>
      </p:sp>
      <p:sp>
        <p:nvSpPr>
          <p:cNvPr id="14" name="Parallelogram 13">
            <a:extLst>
              <a:ext uri="{FF2B5EF4-FFF2-40B4-BE49-F238E27FC236}">
                <a16:creationId xmlns:a16="http://schemas.microsoft.com/office/drawing/2014/main" id="{DD33504F-1C7B-489A-90C9-1C3CFEB6790B}"/>
              </a:ext>
            </a:extLst>
          </p:cNvPr>
          <p:cNvSpPr/>
          <p:nvPr userDrawn="1"/>
        </p:nvSpPr>
        <p:spPr bwMode="auto">
          <a:xfrm>
            <a:off x="6360054" y="862507"/>
            <a:ext cx="1284803" cy="4030506"/>
          </a:xfrm>
          <a:prstGeom prst="parallelogram">
            <a:avLst>
              <a:gd name="adj" fmla="val 66881"/>
            </a:avLst>
          </a:prstGeom>
          <a:solidFill>
            <a:srgbClr val="FFB81C">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b="0" i="0" u="none" strike="noStrike" kern="0" cap="none" spc="0" normalizeH="0" baseline="0" dirty="0">
              <a:ln>
                <a:noFill/>
              </a:ln>
              <a:solidFill>
                <a:sysClr val="windowText" lastClr="000000"/>
              </a:solidFill>
              <a:effectLst/>
              <a:uLnTx/>
              <a:uFillTx/>
              <a:latin typeface="Neue Haas Grotesk Text Pro" panose="020B0504020202020204" pitchFamily="34" charset="0"/>
            </a:endParaRPr>
          </a:p>
        </p:txBody>
      </p:sp>
      <p:sp>
        <p:nvSpPr>
          <p:cNvPr id="47" name="Parallelogram 46">
            <a:extLst>
              <a:ext uri="{FF2B5EF4-FFF2-40B4-BE49-F238E27FC236}">
                <a16:creationId xmlns:a16="http://schemas.microsoft.com/office/drawing/2014/main" id="{AA9D1B1B-F156-4B5C-A1E7-01E62E081E3A}"/>
              </a:ext>
            </a:extLst>
          </p:cNvPr>
          <p:cNvSpPr/>
          <p:nvPr userDrawn="1"/>
        </p:nvSpPr>
        <p:spPr bwMode="auto">
          <a:xfrm>
            <a:off x="11394831" y="862507"/>
            <a:ext cx="842122" cy="2754261"/>
          </a:xfrm>
          <a:prstGeom prst="parallelogram">
            <a:avLst>
              <a:gd name="adj" fmla="val 65317"/>
            </a:avLst>
          </a:prstGeom>
          <a:solidFill>
            <a:schemeClr val="bg1">
              <a:alpha val="4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b="0" i="0" u="none" strike="noStrike" kern="0" cap="none" spc="0" normalizeH="0" baseline="0" dirty="0">
              <a:ln>
                <a:noFill/>
              </a:ln>
              <a:solidFill>
                <a:sysClr val="windowText" lastClr="000000"/>
              </a:solidFill>
              <a:effectLst/>
              <a:uLnTx/>
              <a:uFillTx/>
              <a:latin typeface="Neue Haas Grotesk Text Pro" panose="020B0504020202020204" pitchFamily="34" charset="0"/>
            </a:endParaRPr>
          </a:p>
        </p:txBody>
      </p:sp>
      <p:sp>
        <p:nvSpPr>
          <p:cNvPr id="31" name="Text Placeholder 2">
            <a:extLst>
              <a:ext uri="{FF2B5EF4-FFF2-40B4-BE49-F238E27FC236}">
                <a16:creationId xmlns:a16="http://schemas.microsoft.com/office/drawing/2014/main" id="{B66873E5-D0EE-412C-8FEB-76DA85885D65}"/>
              </a:ext>
            </a:extLst>
          </p:cNvPr>
          <p:cNvSpPr>
            <a:spLocks noGrp="1"/>
          </p:cNvSpPr>
          <p:nvPr>
            <p:ph type="body" sz="quarter" idx="10" hasCustomPrompt="1"/>
          </p:nvPr>
        </p:nvSpPr>
        <p:spPr>
          <a:xfrm>
            <a:off x="384048" y="1158460"/>
            <a:ext cx="4828600" cy="276999"/>
          </a:xfrm>
          <a:prstGeom prst="rect">
            <a:avLst/>
          </a:prstGeom>
        </p:spPr>
        <p:txBody>
          <a:bodyPr wrap="square" lIns="0" tIns="0" rIns="0" bIns="0">
            <a:spAutoFit/>
          </a:bodyPr>
          <a:lstStyle>
            <a:lvl1pPr marL="0" indent="0">
              <a:lnSpc>
                <a:spcPct val="100000"/>
              </a:lnSpc>
              <a:spcBef>
                <a:spcPts val="0"/>
              </a:spcBef>
              <a:buFont typeface="Arial" panose="020B0604020202020204" pitchFamily="34" charset="0"/>
              <a:buNone/>
              <a:defRPr sz="1800">
                <a:solidFill>
                  <a:schemeClr val="tx1"/>
                </a:solidFill>
                <a:latin typeface="Neue Haas Grotesk Text Pro" panose="020B0504020202020204" pitchFamily="34" charset="0"/>
                <a:cs typeface="Arial" panose="020B0604020202020204" pitchFamily="34" charset="0"/>
              </a:defRPr>
            </a:lvl1pPr>
            <a:lvl2pPr marL="448193" indent="-224097">
              <a:buFont typeface="Arial" panose="020B0604020202020204" pitchFamily="34" charset="0"/>
              <a:buChar char="•"/>
              <a:defRPr sz="2000">
                <a:latin typeface="Segoe UI" panose="020B0502040204020203" pitchFamily="34" charset="0"/>
                <a:cs typeface="Segoe UI" panose="020B0502040204020203" pitchFamily="34" charset="0"/>
              </a:defRPr>
            </a:lvl2pPr>
            <a:lvl3pPr marL="672290" indent="-224097">
              <a:buFont typeface="Arial" panose="020B0604020202020204" pitchFamily="34" charset="0"/>
              <a:buChar char="•"/>
              <a:defRPr sz="2000">
                <a:latin typeface="Segoe UI" panose="020B0502040204020203" pitchFamily="34" charset="0"/>
                <a:cs typeface="Segoe UI" panose="020B0502040204020203" pitchFamily="34" charset="0"/>
              </a:defRPr>
            </a:lvl3pPr>
            <a:lvl4pPr marL="896386" indent="-224097">
              <a:buFont typeface="Arial" panose="020B0604020202020204" pitchFamily="34" charset="0"/>
              <a:buChar char="•"/>
              <a:defRPr sz="2000">
                <a:latin typeface="Segoe UI" panose="020B0502040204020203" pitchFamily="34" charset="0"/>
                <a:cs typeface="Segoe UI" panose="020B0502040204020203" pitchFamily="34" charset="0"/>
              </a:defRPr>
            </a:lvl4pPr>
            <a:lvl5pPr marL="1120483" indent="-224097">
              <a:buFont typeface="Arial" panose="020B0604020202020204" pitchFamily="34" charset="0"/>
              <a:buChar char="•"/>
              <a:defRPr sz="2000">
                <a:latin typeface="Segoe UI" panose="020B0502040204020203" pitchFamily="34" charset="0"/>
                <a:cs typeface="Segoe UI" panose="020B0502040204020203" pitchFamily="34" charset="0"/>
              </a:defRPr>
            </a:lvl5pPr>
          </a:lstStyle>
          <a:p>
            <a:pPr lvl="0"/>
            <a:r>
              <a:rPr lang="en-US"/>
              <a:t>Edit Master text styles</a:t>
            </a:r>
          </a:p>
        </p:txBody>
      </p:sp>
    </p:spTree>
    <p:extLst>
      <p:ext uri="{BB962C8B-B14F-4D97-AF65-F5344CB8AC3E}">
        <p14:creationId xmlns:p14="http://schemas.microsoft.com/office/powerpoint/2010/main" val="25359067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3_Title and Image - 4">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4E53DD8-4195-4BE1-8095-DEA17A8538E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4896" t="1260" b="1218"/>
          <a:stretch/>
        </p:blipFill>
        <p:spPr>
          <a:xfrm>
            <a:off x="6146799" y="826585"/>
            <a:ext cx="6045200" cy="6039788"/>
          </a:xfrm>
          <a:prstGeom prst="parallelogram">
            <a:avLst>
              <a:gd name="adj" fmla="val 20209"/>
            </a:avLst>
          </a:prstGeom>
        </p:spPr>
      </p:pic>
      <p:sp>
        <p:nvSpPr>
          <p:cNvPr id="11" name="Parallelogram 10">
            <a:extLst>
              <a:ext uri="{FF2B5EF4-FFF2-40B4-BE49-F238E27FC236}">
                <a16:creationId xmlns:a16="http://schemas.microsoft.com/office/drawing/2014/main" id="{3CD4548F-B299-4258-8047-1CD76368E555}"/>
              </a:ext>
            </a:extLst>
          </p:cNvPr>
          <p:cNvSpPr/>
          <p:nvPr userDrawn="1"/>
        </p:nvSpPr>
        <p:spPr bwMode="auto">
          <a:xfrm>
            <a:off x="10729608" y="3674135"/>
            <a:ext cx="1128409" cy="3192237"/>
          </a:xfrm>
          <a:prstGeom prst="parallelogram">
            <a:avLst>
              <a:gd name="adj" fmla="val 56736"/>
            </a:avLst>
          </a:prstGeom>
          <a:solidFill>
            <a:srgbClr val="FFB81C">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b="0" i="0" u="none" strike="noStrike" kern="0" cap="none" spc="0" normalizeH="0" baseline="0" dirty="0">
              <a:ln>
                <a:noFill/>
              </a:ln>
              <a:solidFill>
                <a:sysClr val="windowText" lastClr="000000"/>
              </a:solidFill>
              <a:effectLst/>
              <a:uLnTx/>
              <a:uFillTx/>
              <a:latin typeface="Neue Haas Grotesk Text Pro" panose="020B0504020202020204" pitchFamily="34" charset="0"/>
            </a:endParaRPr>
          </a:p>
        </p:txBody>
      </p:sp>
      <p:sp>
        <p:nvSpPr>
          <p:cNvPr id="46" name="Parallelogram 45">
            <a:extLst>
              <a:ext uri="{FF2B5EF4-FFF2-40B4-BE49-F238E27FC236}">
                <a16:creationId xmlns:a16="http://schemas.microsoft.com/office/drawing/2014/main" id="{6B380A50-A8EC-4C33-8147-148425518C77}"/>
              </a:ext>
            </a:extLst>
          </p:cNvPr>
          <p:cNvSpPr/>
          <p:nvPr userDrawn="1"/>
        </p:nvSpPr>
        <p:spPr bwMode="auto">
          <a:xfrm>
            <a:off x="6188849" y="2170444"/>
            <a:ext cx="1429502" cy="4685955"/>
          </a:xfrm>
          <a:prstGeom prst="parallelogram">
            <a:avLst>
              <a:gd name="adj" fmla="val 69817"/>
            </a:avLst>
          </a:prstGeom>
          <a:solidFill>
            <a:schemeClr val="bg1">
              <a:alpha val="4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b="0" i="0" u="none" strike="noStrike" kern="0" cap="none" spc="0" normalizeH="0" baseline="0" dirty="0">
              <a:ln>
                <a:noFill/>
              </a:ln>
              <a:solidFill>
                <a:sysClr val="windowText" lastClr="000000"/>
              </a:solidFill>
              <a:effectLst/>
              <a:uLnTx/>
              <a:uFillTx/>
              <a:latin typeface="Neue Haas Grotesk Text Pro" panose="020B0504020202020204" pitchFamily="34" charset="0"/>
            </a:endParaRPr>
          </a:p>
        </p:txBody>
      </p:sp>
      <p:sp>
        <p:nvSpPr>
          <p:cNvPr id="2" name="Parallelogram 1">
            <a:extLst>
              <a:ext uri="{FF2B5EF4-FFF2-40B4-BE49-F238E27FC236}">
                <a16:creationId xmlns:a16="http://schemas.microsoft.com/office/drawing/2014/main" id="{1C274E36-A7CD-44A6-95DC-25B50DD862BD}"/>
              </a:ext>
            </a:extLst>
          </p:cNvPr>
          <p:cNvSpPr/>
          <p:nvPr userDrawn="1"/>
        </p:nvSpPr>
        <p:spPr bwMode="auto">
          <a:xfrm>
            <a:off x="6140003" y="895414"/>
            <a:ext cx="1488329" cy="5972633"/>
          </a:xfrm>
          <a:prstGeom prst="parallelogram">
            <a:avLst>
              <a:gd name="adj" fmla="val 82437"/>
            </a:avLst>
          </a:prstGeom>
          <a:solidFill>
            <a:srgbClr val="D0D0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b="0" i="0" u="none" strike="noStrike" kern="0" cap="none" spc="0" normalizeH="0" baseline="0" dirty="0">
              <a:ln>
                <a:noFill/>
              </a:ln>
              <a:solidFill>
                <a:sysClr val="windowText" lastClr="000000"/>
              </a:solidFill>
              <a:effectLst/>
              <a:uLnTx/>
              <a:uFillTx/>
              <a:latin typeface="Neue Haas Grotesk Text Pro" panose="020B0504020202020204" pitchFamily="34" charset="0"/>
            </a:endParaRPr>
          </a:p>
        </p:txBody>
      </p:sp>
      <p:sp>
        <p:nvSpPr>
          <p:cNvPr id="14" name="Parallelogram 13">
            <a:extLst>
              <a:ext uri="{FF2B5EF4-FFF2-40B4-BE49-F238E27FC236}">
                <a16:creationId xmlns:a16="http://schemas.microsoft.com/office/drawing/2014/main" id="{DD33504F-1C7B-489A-90C9-1C3CFEB6790B}"/>
              </a:ext>
            </a:extLst>
          </p:cNvPr>
          <p:cNvSpPr/>
          <p:nvPr userDrawn="1"/>
        </p:nvSpPr>
        <p:spPr bwMode="auto">
          <a:xfrm>
            <a:off x="6360054" y="862507"/>
            <a:ext cx="1284803" cy="4030506"/>
          </a:xfrm>
          <a:prstGeom prst="parallelogram">
            <a:avLst>
              <a:gd name="adj" fmla="val 66881"/>
            </a:avLst>
          </a:prstGeom>
          <a:solidFill>
            <a:srgbClr val="FFB81C">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b="0" i="0" u="none" strike="noStrike" kern="0" cap="none" spc="0" normalizeH="0" baseline="0" dirty="0">
              <a:ln>
                <a:noFill/>
              </a:ln>
              <a:solidFill>
                <a:sysClr val="windowText" lastClr="000000"/>
              </a:solidFill>
              <a:effectLst/>
              <a:uLnTx/>
              <a:uFillTx/>
              <a:latin typeface="Neue Haas Grotesk Text Pro" panose="020B0504020202020204" pitchFamily="34" charset="0"/>
            </a:endParaRPr>
          </a:p>
        </p:txBody>
      </p:sp>
      <p:sp>
        <p:nvSpPr>
          <p:cNvPr id="47" name="Parallelogram 46">
            <a:extLst>
              <a:ext uri="{FF2B5EF4-FFF2-40B4-BE49-F238E27FC236}">
                <a16:creationId xmlns:a16="http://schemas.microsoft.com/office/drawing/2014/main" id="{AA9D1B1B-F156-4B5C-A1E7-01E62E081E3A}"/>
              </a:ext>
            </a:extLst>
          </p:cNvPr>
          <p:cNvSpPr/>
          <p:nvPr userDrawn="1"/>
        </p:nvSpPr>
        <p:spPr bwMode="auto">
          <a:xfrm>
            <a:off x="11394831" y="862507"/>
            <a:ext cx="842122" cy="2754261"/>
          </a:xfrm>
          <a:prstGeom prst="parallelogram">
            <a:avLst>
              <a:gd name="adj" fmla="val 65317"/>
            </a:avLst>
          </a:prstGeom>
          <a:solidFill>
            <a:schemeClr val="bg1">
              <a:alpha val="4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b="0" i="0" u="none" strike="noStrike" kern="0" cap="none" spc="0" normalizeH="0" baseline="0" dirty="0">
              <a:ln>
                <a:noFill/>
              </a:ln>
              <a:solidFill>
                <a:sysClr val="windowText" lastClr="000000"/>
              </a:solidFill>
              <a:effectLst/>
              <a:uLnTx/>
              <a:uFillTx/>
              <a:latin typeface="Neue Haas Grotesk Text Pro" panose="020B0504020202020204" pitchFamily="34" charset="0"/>
            </a:endParaRPr>
          </a:p>
        </p:txBody>
      </p:sp>
      <p:sp>
        <p:nvSpPr>
          <p:cNvPr id="13" name="Rectangle 12">
            <a:extLst>
              <a:ext uri="{FF2B5EF4-FFF2-40B4-BE49-F238E27FC236}">
                <a16:creationId xmlns:a16="http://schemas.microsoft.com/office/drawing/2014/main" id="{6E6122DD-7792-45EF-9B42-1C4C4E7BEAA2}"/>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sp>
        <p:nvSpPr>
          <p:cNvPr id="12" name="Rectangle 11">
            <a:extLst>
              <a:ext uri="{FF2B5EF4-FFF2-40B4-BE49-F238E27FC236}">
                <a16:creationId xmlns:a16="http://schemas.microsoft.com/office/drawing/2014/main" id="{D193AD5B-9461-4853-80E8-6B8264A665F7}"/>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eue Haas Grotesk Text Pro" panose="020B0504020202020204" pitchFamily="34" charset="0"/>
            </a:endParaRPr>
          </a:p>
        </p:txBody>
      </p:sp>
      <p:pic>
        <p:nvPicPr>
          <p:cNvPr id="15" name="Picture 14" descr="A picture containing clock, drawing, meter&#10;&#10;Description automatically generated">
            <a:extLst>
              <a:ext uri="{FF2B5EF4-FFF2-40B4-BE49-F238E27FC236}">
                <a16:creationId xmlns:a16="http://schemas.microsoft.com/office/drawing/2014/main" id="{5A65C973-368A-474F-8E72-A459991036B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
        <p:nvSpPr>
          <p:cNvPr id="9" name="Title 5">
            <a:extLst>
              <a:ext uri="{FF2B5EF4-FFF2-40B4-BE49-F238E27FC236}">
                <a16:creationId xmlns:a16="http://schemas.microsoft.com/office/drawing/2014/main" id="{5D5D0DF9-6440-4B1D-AF9F-4348B522FC8A}"/>
              </a:ext>
            </a:extLst>
          </p:cNvPr>
          <p:cNvSpPr>
            <a:spLocks noGrp="1"/>
          </p:cNvSpPr>
          <p:nvPr>
            <p:ph type="title"/>
          </p:nvPr>
        </p:nvSpPr>
        <p:spPr>
          <a:xfrm>
            <a:off x="384048" y="146888"/>
            <a:ext cx="10009632" cy="576072"/>
          </a:xfrm>
          <a:prstGeom prst="rect">
            <a:avLst/>
          </a:prstGeom>
        </p:spPr>
        <p:txBody>
          <a:bodyPr lIns="0" tIns="0" rIns="0" bIns="0" anchor="ctr" anchorCtr="0">
            <a:normAutofit/>
          </a:bodyPr>
          <a:lstStyle>
            <a:lvl1pPr>
              <a:defRPr sz="2600" b="0">
                <a:solidFill>
                  <a:schemeClr val="bg2"/>
                </a:solidFill>
                <a:latin typeface="Neue Haas Grotesk Text Pro" panose="020B0504020202020204" pitchFamily="34" charset="0"/>
                <a:cs typeface="Arial" panose="020B0604020202020204" pitchFamily="34" charset="0"/>
              </a:defRPr>
            </a:lvl1pPr>
          </a:lstStyle>
          <a:p>
            <a:r>
              <a:rPr lang="en-US"/>
              <a:t>Click to edit Master title style</a:t>
            </a:r>
          </a:p>
        </p:txBody>
      </p:sp>
      <p:sp>
        <p:nvSpPr>
          <p:cNvPr id="31" name="Text Placeholder 2">
            <a:extLst>
              <a:ext uri="{FF2B5EF4-FFF2-40B4-BE49-F238E27FC236}">
                <a16:creationId xmlns:a16="http://schemas.microsoft.com/office/drawing/2014/main" id="{B66873E5-D0EE-412C-8FEB-76DA85885D65}"/>
              </a:ext>
            </a:extLst>
          </p:cNvPr>
          <p:cNvSpPr>
            <a:spLocks noGrp="1"/>
          </p:cNvSpPr>
          <p:nvPr userDrawn="1">
            <p:ph type="body" sz="quarter" idx="10" hasCustomPrompt="1"/>
          </p:nvPr>
        </p:nvSpPr>
        <p:spPr>
          <a:xfrm>
            <a:off x="384048" y="1158460"/>
            <a:ext cx="4828600" cy="276999"/>
          </a:xfrm>
          <a:prstGeom prst="rect">
            <a:avLst/>
          </a:prstGeom>
        </p:spPr>
        <p:txBody>
          <a:bodyPr wrap="square" lIns="0" tIns="0" rIns="0" bIns="0">
            <a:spAutoFit/>
          </a:bodyPr>
          <a:lstStyle>
            <a:lvl1pPr marL="0" indent="0">
              <a:lnSpc>
                <a:spcPct val="100000"/>
              </a:lnSpc>
              <a:spcBef>
                <a:spcPts val="0"/>
              </a:spcBef>
              <a:buFont typeface="Arial" panose="020B0604020202020204" pitchFamily="34" charset="0"/>
              <a:buNone/>
              <a:defRPr sz="1800">
                <a:solidFill>
                  <a:schemeClr val="tx1"/>
                </a:solidFill>
                <a:latin typeface="Neue Haas Grotesk Text Pro" panose="020B0504020202020204" pitchFamily="34" charset="0"/>
                <a:cs typeface="Arial" panose="020B0604020202020204" pitchFamily="34" charset="0"/>
              </a:defRPr>
            </a:lvl1pPr>
            <a:lvl2pPr marL="448193" indent="-224097">
              <a:buFont typeface="Arial" panose="020B0604020202020204" pitchFamily="34" charset="0"/>
              <a:buChar char="•"/>
              <a:defRPr sz="2000">
                <a:latin typeface="Segoe UI" panose="020B0502040204020203" pitchFamily="34" charset="0"/>
                <a:cs typeface="Segoe UI" panose="020B0502040204020203" pitchFamily="34" charset="0"/>
              </a:defRPr>
            </a:lvl2pPr>
            <a:lvl3pPr marL="672290" indent="-224097">
              <a:buFont typeface="Arial" panose="020B0604020202020204" pitchFamily="34" charset="0"/>
              <a:buChar char="•"/>
              <a:defRPr sz="2000">
                <a:latin typeface="Segoe UI" panose="020B0502040204020203" pitchFamily="34" charset="0"/>
                <a:cs typeface="Segoe UI" panose="020B0502040204020203" pitchFamily="34" charset="0"/>
              </a:defRPr>
            </a:lvl3pPr>
            <a:lvl4pPr marL="896386" indent="-224097">
              <a:buFont typeface="Arial" panose="020B0604020202020204" pitchFamily="34" charset="0"/>
              <a:buChar char="•"/>
              <a:defRPr sz="2000">
                <a:latin typeface="Segoe UI" panose="020B0502040204020203" pitchFamily="34" charset="0"/>
                <a:cs typeface="Segoe UI" panose="020B0502040204020203" pitchFamily="34" charset="0"/>
              </a:defRPr>
            </a:lvl4pPr>
            <a:lvl5pPr marL="1120483" indent="-224097">
              <a:buFont typeface="Arial" panose="020B0604020202020204" pitchFamily="34" charset="0"/>
              <a:buChar char="•"/>
              <a:defRPr sz="2000">
                <a:latin typeface="Segoe UI" panose="020B0502040204020203" pitchFamily="34" charset="0"/>
                <a:cs typeface="Segoe UI" panose="020B0502040204020203" pitchFamily="34" charset="0"/>
              </a:defRPr>
            </a:lvl5pPr>
          </a:lstStyle>
          <a:p>
            <a:pPr lvl="0"/>
            <a:r>
              <a:rPr lang="en-US"/>
              <a:t>Edit Master text styles</a:t>
            </a:r>
          </a:p>
        </p:txBody>
      </p:sp>
    </p:spTree>
    <p:extLst>
      <p:ext uri="{BB962C8B-B14F-4D97-AF65-F5344CB8AC3E}">
        <p14:creationId xmlns:p14="http://schemas.microsoft.com/office/powerpoint/2010/main" val="11439298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4_Title and Image - 4">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D98303F-1350-4441-94EA-2C48528EB42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7280" r="16068"/>
          <a:stretch/>
        </p:blipFill>
        <p:spPr>
          <a:xfrm>
            <a:off x="6188849" y="856527"/>
            <a:ext cx="6000104" cy="6001473"/>
          </a:xfrm>
          <a:prstGeom prst="parallelogram">
            <a:avLst>
              <a:gd name="adj" fmla="val 19791"/>
            </a:avLst>
          </a:prstGeom>
        </p:spPr>
      </p:pic>
      <p:sp>
        <p:nvSpPr>
          <p:cNvPr id="11" name="Parallelogram 10">
            <a:extLst>
              <a:ext uri="{FF2B5EF4-FFF2-40B4-BE49-F238E27FC236}">
                <a16:creationId xmlns:a16="http://schemas.microsoft.com/office/drawing/2014/main" id="{3CD4548F-B299-4258-8047-1CD76368E555}"/>
              </a:ext>
            </a:extLst>
          </p:cNvPr>
          <p:cNvSpPr/>
          <p:nvPr userDrawn="1"/>
        </p:nvSpPr>
        <p:spPr bwMode="auto">
          <a:xfrm>
            <a:off x="10729608" y="3674135"/>
            <a:ext cx="1128409" cy="3192237"/>
          </a:xfrm>
          <a:prstGeom prst="parallelogram">
            <a:avLst>
              <a:gd name="adj" fmla="val 56736"/>
            </a:avLst>
          </a:prstGeom>
          <a:solidFill>
            <a:srgbClr val="FFB81C">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b="0" i="0" u="none" strike="noStrike" kern="0" cap="none" spc="0" normalizeH="0" baseline="0" dirty="0">
              <a:ln>
                <a:noFill/>
              </a:ln>
              <a:solidFill>
                <a:sysClr val="windowText" lastClr="000000"/>
              </a:solidFill>
              <a:effectLst/>
              <a:uLnTx/>
              <a:uFillTx/>
              <a:latin typeface="Neue Haas Grotesk Text Pro" panose="020B0504020202020204" pitchFamily="34" charset="0"/>
            </a:endParaRPr>
          </a:p>
        </p:txBody>
      </p:sp>
      <p:sp>
        <p:nvSpPr>
          <p:cNvPr id="46" name="Parallelogram 45">
            <a:extLst>
              <a:ext uri="{FF2B5EF4-FFF2-40B4-BE49-F238E27FC236}">
                <a16:creationId xmlns:a16="http://schemas.microsoft.com/office/drawing/2014/main" id="{6B380A50-A8EC-4C33-8147-148425518C77}"/>
              </a:ext>
            </a:extLst>
          </p:cNvPr>
          <p:cNvSpPr/>
          <p:nvPr userDrawn="1"/>
        </p:nvSpPr>
        <p:spPr bwMode="auto">
          <a:xfrm>
            <a:off x="6188849" y="2170444"/>
            <a:ext cx="1429502" cy="4685955"/>
          </a:xfrm>
          <a:prstGeom prst="parallelogram">
            <a:avLst>
              <a:gd name="adj" fmla="val 69817"/>
            </a:avLst>
          </a:prstGeom>
          <a:solidFill>
            <a:schemeClr val="bg1">
              <a:alpha val="4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b="0" i="0" u="none" strike="noStrike" kern="0" cap="none" spc="0" normalizeH="0" baseline="0" dirty="0">
              <a:ln>
                <a:noFill/>
              </a:ln>
              <a:solidFill>
                <a:sysClr val="windowText" lastClr="000000"/>
              </a:solidFill>
              <a:effectLst/>
              <a:uLnTx/>
              <a:uFillTx/>
              <a:latin typeface="Neue Haas Grotesk Text Pro" panose="020B0504020202020204" pitchFamily="34" charset="0"/>
            </a:endParaRPr>
          </a:p>
        </p:txBody>
      </p:sp>
      <p:sp>
        <p:nvSpPr>
          <p:cNvPr id="2" name="Parallelogram 1">
            <a:extLst>
              <a:ext uri="{FF2B5EF4-FFF2-40B4-BE49-F238E27FC236}">
                <a16:creationId xmlns:a16="http://schemas.microsoft.com/office/drawing/2014/main" id="{1C274E36-A7CD-44A6-95DC-25B50DD862BD}"/>
              </a:ext>
            </a:extLst>
          </p:cNvPr>
          <p:cNvSpPr/>
          <p:nvPr userDrawn="1"/>
        </p:nvSpPr>
        <p:spPr bwMode="auto">
          <a:xfrm>
            <a:off x="6140003" y="895414"/>
            <a:ext cx="1488329" cy="5972633"/>
          </a:xfrm>
          <a:prstGeom prst="parallelogram">
            <a:avLst>
              <a:gd name="adj" fmla="val 82437"/>
            </a:avLst>
          </a:prstGeom>
          <a:solidFill>
            <a:srgbClr val="D0D0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b="0" i="0" u="none" strike="noStrike" kern="0" cap="none" spc="0" normalizeH="0" baseline="0" dirty="0">
              <a:ln>
                <a:noFill/>
              </a:ln>
              <a:solidFill>
                <a:sysClr val="windowText" lastClr="000000"/>
              </a:solidFill>
              <a:effectLst/>
              <a:uLnTx/>
              <a:uFillTx/>
              <a:latin typeface="Neue Haas Grotesk Text Pro" panose="020B0504020202020204" pitchFamily="34" charset="0"/>
            </a:endParaRPr>
          </a:p>
        </p:txBody>
      </p:sp>
      <p:sp>
        <p:nvSpPr>
          <p:cNvPr id="14" name="Parallelogram 13">
            <a:extLst>
              <a:ext uri="{FF2B5EF4-FFF2-40B4-BE49-F238E27FC236}">
                <a16:creationId xmlns:a16="http://schemas.microsoft.com/office/drawing/2014/main" id="{DD33504F-1C7B-489A-90C9-1C3CFEB6790B}"/>
              </a:ext>
            </a:extLst>
          </p:cNvPr>
          <p:cNvSpPr/>
          <p:nvPr userDrawn="1"/>
        </p:nvSpPr>
        <p:spPr bwMode="auto">
          <a:xfrm>
            <a:off x="6360054" y="862507"/>
            <a:ext cx="1284803" cy="4030506"/>
          </a:xfrm>
          <a:prstGeom prst="parallelogram">
            <a:avLst>
              <a:gd name="adj" fmla="val 66881"/>
            </a:avLst>
          </a:prstGeom>
          <a:solidFill>
            <a:srgbClr val="FFB81C">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b="0" i="0" u="none" strike="noStrike" kern="0" cap="none" spc="0" normalizeH="0" baseline="0" dirty="0">
              <a:ln>
                <a:noFill/>
              </a:ln>
              <a:solidFill>
                <a:sysClr val="windowText" lastClr="000000"/>
              </a:solidFill>
              <a:effectLst/>
              <a:uLnTx/>
              <a:uFillTx/>
              <a:latin typeface="Neue Haas Grotesk Text Pro" panose="020B0504020202020204" pitchFamily="34" charset="0"/>
            </a:endParaRPr>
          </a:p>
        </p:txBody>
      </p:sp>
      <p:sp>
        <p:nvSpPr>
          <p:cNvPr id="47" name="Parallelogram 46">
            <a:extLst>
              <a:ext uri="{FF2B5EF4-FFF2-40B4-BE49-F238E27FC236}">
                <a16:creationId xmlns:a16="http://schemas.microsoft.com/office/drawing/2014/main" id="{AA9D1B1B-F156-4B5C-A1E7-01E62E081E3A}"/>
              </a:ext>
            </a:extLst>
          </p:cNvPr>
          <p:cNvSpPr/>
          <p:nvPr userDrawn="1"/>
        </p:nvSpPr>
        <p:spPr bwMode="auto">
          <a:xfrm>
            <a:off x="11394831" y="862507"/>
            <a:ext cx="842122" cy="2754261"/>
          </a:xfrm>
          <a:prstGeom prst="parallelogram">
            <a:avLst>
              <a:gd name="adj" fmla="val 65317"/>
            </a:avLst>
          </a:prstGeom>
          <a:solidFill>
            <a:schemeClr val="bg1">
              <a:alpha val="4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b="0" i="0" u="none" strike="noStrike" kern="0" cap="none" spc="0" normalizeH="0" baseline="0" dirty="0">
              <a:ln>
                <a:noFill/>
              </a:ln>
              <a:solidFill>
                <a:sysClr val="windowText" lastClr="000000"/>
              </a:solidFill>
              <a:effectLst/>
              <a:uLnTx/>
              <a:uFillTx/>
              <a:latin typeface="Neue Haas Grotesk Text Pro" panose="020B0504020202020204" pitchFamily="34" charset="0"/>
            </a:endParaRPr>
          </a:p>
        </p:txBody>
      </p:sp>
      <p:sp>
        <p:nvSpPr>
          <p:cNvPr id="13" name="Rectangle 12">
            <a:extLst>
              <a:ext uri="{FF2B5EF4-FFF2-40B4-BE49-F238E27FC236}">
                <a16:creationId xmlns:a16="http://schemas.microsoft.com/office/drawing/2014/main" id="{6E6122DD-7792-45EF-9B42-1C4C4E7BEAA2}"/>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sp>
        <p:nvSpPr>
          <p:cNvPr id="12" name="Rectangle 11">
            <a:extLst>
              <a:ext uri="{FF2B5EF4-FFF2-40B4-BE49-F238E27FC236}">
                <a16:creationId xmlns:a16="http://schemas.microsoft.com/office/drawing/2014/main" id="{D193AD5B-9461-4853-80E8-6B8264A665F7}"/>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eue Haas Grotesk Text Pro" panose="020B0504020202020204" pitchFamily="34" charset="0"/>
            </a:endParaRPr>
          </a:p>
        </p:txBody>
      </p:sp>
      <p:pic>
        <p:nvPicPr>
          <p:cNvPr id="15" name="Picture 14" descr="A picture containing clock, drawing, meter&#10;&#10;Description automatically generated">
            <a:extLst>
              <a:ext uri="{FF2B5EF4-FFF2-40B4-BE49-F238E27FC236}">
                <a16:creationId xmlns:a16="http://schemas.microsoft.com/office/drawing/2014/main" id="{5A65C973-368A-474F-8E72-A459991036B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
        <p:nvSpPr>
          <p:cNvPr id="9" name="Title 5">
            <a:extLst>
              <a:ext uri="{FF2B5EF4-FFF2-40B4-BE49-F238E27FC236}">
                <a16:creationId xmlns:a16="http://schemas.microsoft.com/office/drawing/2014/main" id="{5D5D0DF9-6440-4B1D-AF9F-4348B522FC8A}"/>
              </a:ext>
            </a:extLst>
          </p:cNvPr>
          <p:cNvSpPr>
            <a:spLocks noGrp="1"/>
          </p:cNvSpPr>
          <p:nvPr>
            <p:ph type="title"/>
          </p:nvPr>
        </p:nvSpPr>
        <p:spPr>
          <a:xfrm>
            <a:off x="384048" y="146888"/>
            <a:ext cx="10009632" cy="576072"/>
          </a:xfrm>
          <a:prstGeom prst="rect">
            <a:avLst/>
          </a:prstGeom>
        </p:spPr>
        <p:txBody>
          <a:bodyPr lIns="0" tIns="0" rIns="0" bIns="0" anchor="ctr" anchorCtr="0">
            <a:normAutofit/>
          </a:bodyPr>
          <a:lstStyle>
            <a:lvl1pPr>
              <a:defRPr sz="2600" b="0">
                <a:solidFill>
                  <a:schemeClr val="bg2"/>
                </a:solidFill>
                <a:latin typeface="Neue Haas Grotesk Text Pro" panose="020B0504020202020204" pitchFamily="34" charset="0"/>
                <a:cs typeface="Arial" panose="020B0604020202020204" pitchFamily="34" charset="0"/>
              </a:defRPr>
            </a:lvl1pPr>
          </a:lstStyle>
          <a:p>
            <a:r>
              <a:rPr lang="en-US"/>
              <a:t>Click to edit Master title style</a:t>
            </a:r>
          </a:p>
        </p:txBody>
      </p:sp>
      <p:sp>
        <p:nvSpPr>
          <p:cNvPr id="31" name="Text Placeholder 2">
            <a:extLst>
              <a:ext uri="{FF2B5EF4-FFF2-40B4-BE49-F238E27FC236}">
                <a16:creationId xmlns:a16="http://schemas.microsoft.com/office/drawing/2014/main" id="{B66873E5-D0EE-412C-8FEB-76DA85885D65}"/>
              </a:ext>
            </a:extLst>
          </p:cNvPr>
          <p:cNvSpPr>
            <a:spLocks noGrp="1"/>
          </p:cNvSpPr>
          <p:nvPr>
            <p:ph type="body" sz="quarter" idx="10" hasCustomPrompt="1"/>
          </p:nvPr>
        </p:nvSpPr>
        <p:spPr>
          <a:xfrm>
            <a:off x="384048" y="1158460"/>
            <a:ext cx="4828600" cy="276999"/>
          </a:xfrm>
          <a:prstGeom prst="rect">
            <a:avLst/>
          </a:prstGeom>
        </p:spPr>
        <p:txBody>
          <a:bodyPr wrap="square" lIns="0" tIns="0" rIns="0" bIns="0">
            <a:spAutoFit/>
          </a:bodyPr>
          <a:lstStyle>
            <a:lvl1pPr marL="0" indent="0">
              <a:lnSpc>
                <a:spcPct val="100000"/>
              </a:lnSpc>
              <a:spcBef>
                <a:spcPts val="0"/>
              </a:spcBef>
              <a:buFont typeface="Arial" panose="020B0604020202020204" pitchFamily="34" charset="0"/>
              <a:buNone/>
              <a:defRPr sz="1800">
                <a:solidFill>
                  <a:schemeClr val="tx1"/>
                </a:solidFill>
                <a:latin typeface="Neue Haas Grotesk Text Pro" panose="020B0504020202020204" pitchFamily="34" charset="0"/>
                <a:cs typeface="Arial" panose="020B0604020202020204" pitchFamily="34" charset="0"/>
              </a:defRPr>
            </a:lvl1pPr>
            <a:lvl2pPr marL="448193" indent="-224097">
              <a:buFont typeface="Arial" panose="020B0604020202020204" pitchFamily="34" charset="0"/>
              <a:buChar char="•"/>
              <a:defRPr sz="2000">
                <a:latin typeface="Segoe UI" panose="020B0502040204020203" pitchFamily="34" charset="0"/>
                <a:cs typeface="Segoe UI" panose="020B0502040204020203" pitchFamily="34" charset="0"/>
              </a:defRPr>
            </a:lvl2pPr>
            <a:lvl3pPr marL="672290" indent="-224097">
              <a:buFont typeface="Arial" panose="020B0604020202020204" pitchFamily="34" charset="0"/>
              <a:buChar char="•"/>
              <a:defRPr sz="2000">
                <a:latin typeface="Segoe UI" panose="020B0502040204020203" pitchFamily="34" charset="0"/>
                <a:cs typeface="Segoe UI" panose="020B0502040204020203" pitchFamily="34" charset="0"/>
              </a:defRPr>
            </a:lvl3pPr>
            <a:lvl4pPr marL="896386" indent="-224097">
              <a:buFont typeface="Arial" panose="020B0604020202020204" pitchFamily="34" charset="0"/>
              <a:buChar char="•"/>
              <a:defRPr sz="2000">
                <a:latin typeface="Segoe UI" panose="020B0502040204020203" pitchFamily="34" charset="0"/>
                <a:cs typeface="Segoe UI" panose="020B0502040204020203" pitchFamily="34" charset="0"/>
              </a:defRPr>
            </a:lvl4pPr>
            <a:lvl5pPr marL="1120483" indent="-224097">
              <a:buFont typeface="Arial" panose="020B0604020202020204" pitchFamily="34" charset="0"/>
              <a:buChar char="•"/>
              <a:defRPr sz="2000">
                <a:latin typeface="Segoe UI" panose="020B0502040204020203" pitchFamily="34" charset="0"/>
                <a:cs typeface="Segoe UI" panose="020B0502040204020203" pitchFamily="34" charset="0"/>
              </a:defRPr>
            </a:lvl5pPr>
          </a:lstStyle>
          <a:p>
            <a:pPr lvl="0"/>
            <a:r>
              <a:rPr lang="en-US"/>
              <a:t>Edit Master text styles</a:t>
            </a:r>
          </a:p>
        </p:txBody>
      </p:sp>
    </p:spTree>
    <p:extLst>
      <p:ext uri="{BB962C8B-B14F-4D97-AF65-F5344CB8AC3E}">
        <p14:creationId xmlns:p14="http://schemas.microsoft.com/office/powerpoint/2010/main" val="41171993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Title and Image - 3">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EDB23FEB-9930-4456-8218-3BC7BC1E77B7}"/>
              </a:ext>
            </a:extLst>
          </p:cNvPr>
          <p:cNvSpPr/>
          <p:nvPr userDrawn="1"/>
        </p:nvSpPr>
        <p:spPr bwMode="auto">
          <a:xfrm flipH="1">
            <a:off x="0" y="870406"/>
            <a:ext cx="12192000" cy="5980175"/>
          </a:xfrm>
          <a:prstGeom prst="rect">
            <a:avLst/>
          </a:prstGeom>
          <a:solidFill>
            <a:srgbClr val="FAFAFA"/>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pic>
        <p:nvPicPr>
          <p:cNvPr id="3" name="Picture 2">
            <a:extLst>
              <a:ext uri="{FF2B5EF4-FFF2-40B4-BE49-F238E27FC236}">
                <a16:creationId xmlns:a16="http://schemas.microsoft.com/office/drawing/2014/main" id="{1404B3AD-4126-4D2B-9DEF-1E00E79DC1B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795" r="5570"/>
          <a:stretch/>
        </p:blipFill>
        <p:spPr>
          <a:xfrm>
            <a:off x="3799840" y="880871"/>
            <a:ext cx="8389112" cy="5972859"/>
          </a:xfrm>
          <a:prstGeom prst="rect">
            <a:avLst/>
          </a:prstGeom>
        </p:spPr>
      </p:pic>
      <p:sp>
        <p:nvSpPr>
          <p:cNvPr id="11" name="Rectangle 10">
            <a:extLst>
              <a:ext uri="{FF2B5EF4-FFF2-40B4-BE49-F238E27FC236}">
                <a16:creationId xmlns:a16="http://schemas.microsoft.com/office/drawing/2014/main" id="{179C2655-D0F9-4E76-8E76-29631150FEBB}"/>
              </a:ext>
            </a:extLst>
          </p:cNvPr>
          <p:cNvSpPr/>
          <p:nvPr userDrawn="1"/>
        </p:nvSpPr>
        <p:spPr bwMode="auto">
          <a:xfrm flipH="1">
            <a:off x="3078480" y="870406"/>
            <a:ext cx="9113520" cy="5987594"/>
          </a:xfrm>
          <a:prstGeom prst="rect">
            <a:avLst/>
          </a:prstGeom>
          <a:gradFill>
            <a:gsLst>
              <a:gs pos="33000">
                <a:schemeClr val="accent1">
                  <a:lumMod val="5000"/>
                  <a:lumOff val="95000"/>
                </a:schemeClr>
              </a:gs>
              <a:gs pos="81000">
                <a:schemeClr val="bg1">
                  <a:alpha val="0"/>
                </a:schemeClr>
              </a:gs>
            </a:gsLst>
            <a:lin ang="10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sp>
        <p:nvSpPr>
          <p:cNvPr id="14" name="Rectangle 13">
            <a:extLst>
              <a:ext uri="{FF2B5EF4-FFF2-40B4-BE49-F238E27FC236}">
                <a16:creationId xmlns:a16="http://schemas.microsoft.com/office/drawing/2014/main" id="{9CDFFDB0-6691-4D48-8BB5-139672E54185}"/>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sp>
        <p:nvSpPr>
          <p:cNvPr id="16" name="Rectangle 15">
            <a:extLst>
              <a:ext uri="{FF2B5EF4-FFF2-40B4-BE49-F238E27FC236}">
                <a16:creationId xmlns:a16="http://schemas.microsoft.com/office/drawing/2014/main" id="{B80D72D6-27F5-4794-9409-7F30060AE030}"/>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eue Haas Grotesk Text Pro" panose="020B0504020202020204" pitchFamily="34" charset="0"/>
            </a:endParaRPr>
          </a:p>
        </p:txBody>
      </p:sp>
      <p:pic>
        <p:nvPicPr>
          <p:cNvPr id="17" name="Picture 16" descr="A picture containing clock, drawing, meter&#10;&#10;Description automatically generated">
            <a:extLst>
              <a:ext uri="{FF2B5EF4-FFF2-40B4-BE49-F238E27FC236}">
                <a16:creationId xmlns:a16="http://schemas.microsoft.com/office/drawing/2014/main" id="{DD939CFB-1B46-474F-8737-B36F096121F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
        <p:nvSpPr>
          <p:cNvPr id="18" name="Title 5">
            <a:extLst>
              <a:ext uri="{FF2B5EF4-FFF2-40B4-BE49-F238E27FC236}">
                <a16:creationId xmlns:a16="http://schemas.microsoft.com/office/drawing/2014/main" id="{F350C030-0AD8-404F-A932-2F083C7EFFD8}"/>
              </a:ext>
            </a:extLst>
          </p:cNvPr>
          <p:cNvSpPr>
            <a:spLocks noGrp="1"/>
          </p:cNvSpPr>
          <p:nvPr>
            <p:ph type="title"/>
          </p:nvPr>
        </p:nvSpPr>
        <p:spPr>
          <a:xfrm>
            <a:off x="384048" y="146888"/>
            <a:ext cx="10009632" cy="576072"/>
          </a:xfrm>
          <a:prstGeom prst="rect">
            <a:avLst/>
          </a:prstGeom>
        </p:spPr>
        <p:txBody>
          <a:bodyPr lIns="0" tIns="0" rIns="0" bIns="0" anchor="ctr" anchorCtr="0">
            <a:normAutofit/>
          </a:bodyPr>
          <a:lstStyle>
            <a:lvl1pPr>
              <a:defRPr sz="2600" b="0">
                <a:solidFill>
                  <a:schemeClr val="bg2"/>
                </a:solidFill>
                <a:latin typeface="Neue Haas Grotesk Text Pro" panose="020B0504020202020204" pitchFamily="34" charset="0"/>
                <a:cs typeface="Arial" panose="020B0604020202020204" pitchFamily="34" charset="0"/>
              </a:defRPr>
            </a:lvl1pPr>
          </a:lstStyle>
          <a:p>
            <a:r>
              <a:rPr lang="en-US"/>
              <a:t>Click to edit Master title style</a:t>
            </a:r>
          </a:p>
        </p:txBody>
      </p:sp>
      <p:sp>
        <p:nvSpPr>
          <p:cNvPr id="10" name="Text Placeholder 2">
            <a:extLst>
              <a:ext uri="{FF2B5EF4-FFF2-40B4-BE49-F238E27FC236}">
                <a16:creationId xmlns:a16="http://schemas.microsoft.com/office/drawing/2014/main" id="{0A3E0516-40B5-4BEE-9CC5-E5E83CAA9E72}"/>
              </a:ext>
            </a:extLst>
          </p:cNvPr>
          <p:cNvSpPr>
            <a:spLocks noGrp="1"/>
          </p:cNvSpPr>
          <p:nvPr>
            <p:ph type="body" sz="quarter" idx="10" hasCustomPrompt="1"/>
          </p:nvPr>
        </p:nvSpPr>
        <p:spPr>
          <a:xfrm>
            <a:off x="384048" y="1158460"/>
            <a:ext cx="4828600" cy="276999"/>
          </a:xfrm>
          <a:prstGeom prst="rect">
            <a:avLst/>
          </a:prstGeom>
        </p:spPr>
        <p:txBody>
          <a:bodyPr wrap="square" lIns="0" tIns="0" rIns="0" bIns="0">
            <a:spAutoFit/>
          </a:bodyPr>
          <a:lstStyle>
            <a:lvl1pPr marL="0" indent="0">
              <a:lnSpc>
                <a:spcPct val="100000"/>
              </a:lnSpc>
              <a:spcBef>
                <a:spcPts val="0"/>
              </a:spcBef>
              <a:buFont typeface="Arial" panose="020B0604020202020204" pitchFamily="34" charset="0"/>
              <a:buNone/>
              <a:defRPr sz="1800">
                <a:solidFill>
                  <a:schemeClr val="tx1"/>
                </a:solidFill>
                <a:latin typeface="Neue Haas Grotesk Text Pro" panose="020B0504020202020204" pitchFamily="34" charset="0"/>
                <a:cs typeface="Arial" panose="020B0604020202020204" pitchFamily="34" charset="0"/>
              </a:defRPr>
            </a:lvl1pPr>
            <a:lvl2pPr marL="448193" indent="-224097">
              <a:buFont typeface="Arial" panose="020B0604020202020204" pitchFamily="34" charset="0"/>
              <a:buChar char="•"/>
              <a:defRPr sz="2000">
                <a:latin typeface="Segoe UI" panose="020B0502040204020203" pitchFamily="34" charset="0"/>
                <a:cs typeface="Segoe UI" panose="020B0502040204020203" pitchFamily="34" charset="0"/>
              </a:defRPr>
            </a:lvl2pPr>
            <a:lvl3pPr marL="672290" indent="-224097">
              <a:buFont typeface="Arial" panose="020B0604020202020204" pitchFamily="34" charset="0"/>
              <a:buChar char="•"/>
              <a:defRPr sz="2000">
                <a:latin typeface="Segoe UI" panose="020B0502040204020203" pitchFamily="34" charset="0"/>
                <a:cs typeface="Segoe UI" panose="020B0502040204020203" pitchFamily="34" charset="0"/>
              </a:defRPr>
            </a:lvl3pPr>
            <a:lvl4pPr marL="896386" indent="-224097">
              <a:buFont typeface="Arial" panose="020B0604020202020204" pitchFamily="34" charset="0"/>
              <a:buChar char="•"/>
              <a:defRPr sz="2000">
                <a:latin typeface="Segoe UI" panose="020B0502040204020203" pitchFamily="34" charset="0"/>
                <a:cs typeface="Segoe UI" panose="020B0502040204020203" pitchFamily="34" charset="0"/>
              </a:defRPr>
            </a:lvl4pPr>
            <a:lvl5pPr marL="1120483" indent="-224097">
              <a:buFont typeface="Arial" panose="020B0604020202020204" pitchFamily="34" charset="0"/>
              <a:buChar char="•"/>
              <a:defRPr sz="2000">
                <a:latin typeface="Segoe UI" panose="020B0502040204020203" pitchFamily="34" charset="0"/>
                <a:cs typeface="Segoe UI" panose="020B0502040204020203" pitchFamily="34" charset="0"/>
              </a:defRPr>
            </a:lvl5pPr>
          </a:lstStyle>
          <a:p>
            <a:pPr lvl="0"/>
            <a:r>
              <a:rPr lang="en-US"/>
              <a:t>Edit Master text styles</a:t>
            </a:r>
          </a:p>
        </p:txBody>
      </p:sp>
    </p:spTree>
    <p:extLst>
      <p:ext uri="{BB962C8B-B14F-4D97-AF65-F5344CB8AC3E}">
        <p14:creationId xmlns:p14="http://schemas.microsoft.com/office/powerpoint/2010/main" val="14563895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2_Title and Image - 3">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EDB23FEB-9930-4456-8218-3BC7BC1E77B7}"/>
              </a:ext>
            </a:extLst>
          </p:cNvPr>
          <p:cNvSpPr/>
          <p:nvPr userDrawn="1"/>
        </p:nvSpPr>
        <p:spPr bwMode="auto">
          <a:xfrm flipH="1">
            <a:off x="0" y="870406"/>
            <a:ext cx="12192000" cy="5980175"/>
          </a:xfrm>
          <a:prstGeom prst="rect">
            <a:avLst/>
          </a:prstGeom>
          <a:solidFill>
            <a:srgbClr val="FAFAFA"/>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pic>
        <p:nvPicPr>
          <p:cNvPr id="4" name="Picture 3">
            <a:extLst>
              <a:ext uri="{FF2B5EF4-FFF2-40B4-BE49-F238E27FC236}">
                <a16:creationId xmlns:a16="http://schemas.microsoft.com/office/drawing/2014/main" id="{173D5355-2810-4340-BE47-9F4893727A4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16441"/>
          <a:stretch/>
        </p:blipFill>
        <p:spPr>
          <a:xfrm>
            <a:off x="4702696" y="872281"/>
            <a:ext cx="7486256" cy="5972859"/>
          </a:xfrm>
          <a:prstGeom prst="rect">
            <a:avLst/>
          </a:prstGeom>
        </p:spPr>
      </p:pic>
      <p:sp>
        <p:nvSpPr>
          <p:cNvPr id="11" name="Rectangle 10">
            <a:extLst>
              <a:ext uri="{FF2B5EF4-FFF2-40B4-BE49-F238E27FC236}">
                <a16:creationId xmlns:a16="http://schemas.microsoft.com/office/drawing/2014/main" id="{179C2655-D0F9-4E76-8E76-29631150FEBB}"/>
              </a:ext>
            </a:extLst>
          </p:cNvPr>
          <p:cNvSpPr/>
          <p:nvPr userDrawn="1"/>
        </p:nvSpPr>
        <p:spPr bwMode="auto">
          <a:xfrm flipH="1">
            <a:off x="3078476" y="870406"/>
            <a:ext cx="10327808" cy="5987594"/>
          </a:xfrm>
          <a:prstGeom prst="rect">
            <a:avLst/>
          </a:prstGeom>
          <a:gradFill>
            <a:gsLst>
              <a:gs pos="33000">
                <a:schemeClr val="accent1">
                  <a:lumMod val="5000"/>
                  <a:lumOff val="95000"/>
                </a:schemeClr>
              </a:gs>
              <a:gs pos="81000">
                <a:schemeClr val="bg1">
                  <a:alpha val="0"/>
                </a:schemeClr>
              </a:gs>
            </a:gsLst>
            <a:lin ang="10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sp>
        <p:nvSpPr>
          <p:cNvPr id="14" name="Rectangle 13">
            <a:extLst>
              <a:ext uri="{FF2B5EF4-FFF2-40B4-BE49-F238E27FC236}">
                <a16:creationId xmlns:a16="http://schemas.microsoft.com/office/drawing/2014/main" id="{9CDFFDB0-6691-4D48-8BB5-139672E54185}"/>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sp>
        <p:nvSpPr>
          <p:cNvPr id="16" name="Rectangle 15">
            <a:extLst>
              <a:ext uri="{FF2B5EF4-FFF2-40B4-BE49-F238E27FC236}">
                <a16:creationId xmlns:a16="http://schemas.microsoft.com/office/drawing/2014/main" id="{B80D72D6-27F5-4794-9409-7F30060AE030}"/>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eue Haas Grotesk Text Pro" panose="020B0504020202020204" pitchFamily="34" charset="0"/>
            </a:endParaRPr>
          </a:p>
        </p:txBody>
      </p:sp>
      <p:pic>
        <p:nvPicPr>
          <p:cNvPr id="17" name="Picture 16" descr="A picture containing clock, drawing, meter&#10;&#10;Description automatically generated">
            <a:extLst>
              <a:ext uri="{FF2B5EF4-FFF2-40B4-BE49-F238E27FC236}">
                <a16:creationId xmlns:a16="http://schemas.microsoft.com/office/drawing/2014/main" id="{DD939CFB-1B46-474F-8737-B36F096121F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
        <p:nvSpPr>
          <p:cNvPr id="18" name="Title 5">
            <a:extLst>
              <a:ext uri="{FF2B5EF4-FFF2-40B4-BE49-F238E27FC236}">
                <a16:creationId xmlns:a16="http://schemas.microsoft.com/office/drawing/2014/main" id="{F350C030-0AD8-404F-A932-2F083C7EFFD8}"/>
              </a:ext>
            </a:extLst>
          </p:cNvPr>
          <p:cNvSpPr>
            <a:spLocks noGrp="1"/>
          </p:cNvSpPr>
          <p:nvPr>
            <p:ph type="title"/>
          </p:nvPr>
        </p:nvSpPr>
        <p:spPr>
          <a:xfrm>
            <a:off x="384048" y="146888"/>
            <a:ext cx="10009632" cy="576072"/>
          </a:xfrm>
          <a:prstGeom prst="rect">
            <a:avLst/>
          </a:prstGeom>
        </p:spPr>
        <p:txBody>
          <a:bodyPr lIns="0" tIns="0" rIns="0" bIns="0" anchor="ctr" anchorCtr="0">
            <a:normAutofit/>
          </a:bodyPr>
          <a:lstStyle>
            <a:lvl1pPr>
              <a:defRPr sz="2600" b="0">
                <a:solidFill>
                  <a:schemeClr val="bg2"/>
                </a:solidFill>
                <a:latin typeface="Neue Haas Grotesk Text Pro" panose="020B0504020202020204" pitchFamily="34" charset="0"/>
                <a:cs typeface="Arial" panose="020B0604020202020204" pitchFamily="34" charset="0"/>
              </a:defRPr>
            </a:lvl1pPr>
          </a:lstStyle>
          <a:p>
            <a:r>
              <a:rPr lang="en-US"/>
              <a:t>Click to edit Master title style</a:t>
            </a:r>
          </a:p>
        </p:txBody>
      </p:sp>
      <p:sp>
        <p:nvSpPr>
          <p:cNvPr id="10" name="Text Placeholder 2">
            <a:extLst>
              <a:ext uri="{FF2B5EF4-FFF2-40B4-BE49-F238E27FC236}">
                <a16:creationId xmlns:a16="http://schemas.microsoft.com/office/drawing/2014/main" id="{0A3E0516-40B5-4BEE-9CC5-E5E83CAA9E72}"/>
              </a:ext>
            </a:extLst>
          </p:cNvPr>
          <p:cNvSpPr>
            <a:spLocks noGrp="1"/>
          </p:cNvSpPr>
          <p:nvPr>
            <p:ph type="body" sz="quarter" idx="10" hasCustomPrompt="1"/>
          </p:nvPr>
        </p:nvSpPr>
        <p:spPr>
          <a:xfrm>
            <a:off x="384048" y="1158460"/>
            <a:ext cx="4828600" cy="276999"/>
          </a:xfrm>
          <a:prstGeom prst="rect">
            <a:avLst/>
          </a:prstGeom>
        </p:spPr>
        <p:txBody>
          <a:bodyPr wrap="square" lIns="0" tIns="0" rIns="0" bIns="0">
            <a:spAutoFit/>
          </a:bodyPr>
          <a:lstStyle>
            <a:lvl1pPr marL="0" indent="0">
              <a:lnSpc>
                <a:spcPct val="100000"/>
              </a:lnSpc>
              <a:spcBef>
                <a:spcPts val="0"/>
              </a:spcBef>
              <a:buFont typeface="Arial" panose="020B0604020202020204" pitchFamily="34" charset="0"/>
              <a:buNone/>
              <a:defRPr sz="1800">
                <a:solidFill>
                  <a:schemeClr val="tx1"/>
                </a:solidFill>
                <a:latin typeface="Neue Haas Grotesk Text Pro" panose="020B0504020202020204" pitchFamily="34" charset="0"/>
                <a:cs typeface="Arial" panose="020B0604020202020204" pitchFamily="34" charset="0"/>
              </a:defRPr>
            </a:lvl1pPr>
            <a:lvl2pPr marL="448193" indent="-224097">
              <a:buFont typeface="Arial" panose="020B0604020202020204" pitchFamily="34" charset="0"/>
              <a:buChar char="•"/>
              <a:defRPr sz="2000">
                <a:latin typeface="Segoe UI" panose="020B0502040204020203" pitchFamily="34" charset="0"/>
                <a:cs typeface="Segoe UI" panose="020B0502040204020203" pitchFamily="34" charset="0"/>
              </a:defRPr>
            </a:lvl2pPr>
            <a:lvl3pPr marL="672290" indent="-224097">
              <a:buFont typeface="Arial" panose="020B0604020202020204" pitchFamily="34" charset="0"/>
              <a:buChar char="•"/>
              <a:defRPr sz="2000">
                <a:latin typeface="Segoe UI" panose="020B0502040204020203" pitchFamily="34" charset="0"/>
                <a:cs typeface="Segoe UI" panose="020B0502040204020203" pitchFamily="34" charset="0"/>
              </a:defRPr>
            </a:lvl3pPr>
            <a:lvl4pPr marL="896386" indent="-224097">
              <a:buFont typeface="Arial" panose="020B0604020202020204" pitchFamily="34" charset="0"/>
              <a:buChar char="•"/>
              <a:defRPr sz="2000">
                <a:latin typeface="Segoe UI" panose="020B0502040204020203" pitchFamily="34" charset="0"/>
                <a:cs typeface="Segoe UI" panose="020B0502040204020203" pitchFamily="34" charset="0"/>
              </a:defRPr>
            </a:lvl4pPr>
            <a:lvl5pPr marL="1120483" indent="-224097">
              <a:buFont typeface="Arial" panose="020B0604020202020204" pitchFamily="34" charset="0"/>
              <a:buChar char="•"/>
              <a:defRPr sz="2000">
                <a:latin typeface="Segoe UI" panose="020B0502040204020203" pitchFamily="34" charset="0"/>
                <a:cs typeface="Segoe UI" panose="020B0502040204020203" pitchFamily="34" charset="0"/>
              </a:defRPr>
            </a:lvl5pPr>
          </a:lstStyle>
          <a:p>
            <a:pPr lvl="0"/>
            <a:r>
              <a:rPr lang="en-US"/>
              <a:t>Edit Master text styles</a:t>
            </a:r>
          </a:p>
        </p:txBody>
      </p:sp>
    </p:spTree>
    <p:extLst>
      <p:ext uri="{BB962C8B-B14F-4D97-AF65-F5344CB8AC3E}">
        <p14:creationId xmlns:p14="http://schemas.microsoft.com/office/powerpoint/2010/main" val="9132986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3_Title and Image - 3">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EDB23FEB-9930-4456-8218-3BC7BC1E77B7}"/>
              </a:ext>
            </a:extLst>
          </p:cNvPr>
          <p:cNvSpPr/>
          <p:nvPr userDrawn="1"/>
        </p:nvSpPr>
        <p:spPr bwMode="auto">
          <a:xfrm flipH="1">
            <a:off x="0" y="870406"/>
            <a:ext cx="12192000" cy="5980175"/>
          </a:xfrm>
          <a:prstGeom prst="rect">
            <a:avLst/>
          </a:prstGeom>
          <a:solidFill>
            <a:srgbClr val="FAFAFA"/>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pic>
        <p:nvPicPr>
          <p:cNvPr id="6" name="Picture 5">
            <a:extLst>
              <a:ext uri="{FF2B5EF4-FFF2-40B4-BE49-F238E27FC236}">
                <a16:creationId xmlns:a16="http://schemas.microsoft.com/office/drawing/2014/main" id="{DB848A56-B45B-4FE5-A237-2D37ACFC98C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1760" b="636"/>
          <a:stretch/>
        </p:blipFill>
        <p:spPr>
          <a:xfrm>
            <a:off x="3815733" y="885366"/>
            <a:ext cx="8376268" cy="5965215"/>
          </a:xfrm>
          <a:prstGeom prst="rect">
            <a:avLst/>
          </a:prstGeom>
        </p:spPr>
      </p:pic>
      <p:sp>
        <p:nvSpPr>
          <p:cNvPr id="14" name="Rectangle 13">
            <a:extLst>
              <a:ext uri="{FF2B5EF4-FFF2-40B4-BE49-F238E27FC236}">
                <a16:creationId xmlns:a16="http://schemas.microsoft.com/office/drawing/2014/main" id="{9CDFFDB0-6691-4D48-8BB5-139672E54185}"/>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sp>
        <p:nvSpPr>
          <p:cNvPr id="16" name="Rectangle 15">
            <a:extLst>
              <a:ext uri="{FF2B5EF4-FFF2-40B4-BE49-F238E27FC236}">
                <a16:creationId xmlns:a16="http://schemas.microsoft.com/office/drawing/2014/main" id="{B80D72D6-27F5-4794-9409-7F30060AE030}"/>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eue Haas Grotesk Text Pro" panose="020B0504020202020204" pitchFamily="34" charset="0"/>
            </a:endParaRPr>
          </a:p>
        </p:txBody>
      </p:sp>
      <p:pic>
        <p:nvPicPr>
          <p:cNvPr id="17" name="Picture 16" descr="A picture containing clock, drawing, meter&#10;&#10;Description automatically generated">
            <a:extLst>
              <a:ext uri="{FF2B5EF4-FFF2-40B4-BE49-F238E27FC236}">
                <a16:creationId xmlns:a16="http://schemas.microsoft.com/office/drawing/2014/main" id="{DD939CFB-1B46-474F-8737-B36F096121F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
        <p:nvSpPr>
          <p:cNvPr id="18" name="Title 5">
            <a:extLst>
              <a:ext uri="{FF2B5EF4-FFF2-40B4-BE49-F238E27FC236}">
                <a16:creationId xmlns:a16="http://schemas.microsoft.com/office/drawing/2014/main" id="{F350C030-0AD8-404F-A932-2F083C7EFFD8}"/>
              </a:ext>
            </a:extLst>
          </p:cNvPr>
          <p:cNvSpPr>
            <a:spLocks noGrp="1"/>
          </p:cNvSpPr>
          <p:nvPr>
            <p:ph type="title"/>
          </p:nvPr>
        </p:nvSpPr>
        <p:spPr>
          <a:xfrm>
            <a:off x="384048" y="146888"/>
            <a:ext cx="10009632" cy="576072"/>
          </a:xfrm>
          <a:prstGeom prst="rect">
            <a:avLst/>
          </a:prstGeom>
        </p:spPr>
        <p:txBody>
          <a:bodyPr lIns="0" tIns="0" rIns="0" bIns="0" anchor="ctr" anchorCtr="0">
            <a:normAutofit/>
          </a:bodyPr>
          <a:lstStyle>
            <a:lvl1pPr>
              <a:defRPr sz="2600" b="0">
                <a:solidFill>
                  <a:schemeClr val="bg2"/>
                </a:solidFill>
                <a:latin typeface="Neue Haas Grotesk Text Pro" panose="020B0504020202020204" pitchFamily="34" charset="0"/>
                <a:cs typeface="Arial" panose="020B0604020202020204" pitchFamily="34" charset="0"/>
              </a:defRPr>
            </a:lvl1pPr>
          </a:lstStyle>
          <a:p>
            <a:r>
              <a:rPr lang="en-US"/>
              <a:t>Click to edit Master title style</a:t>
            </a:r>
          </a:p>
        </p:txBody>
      </p:sp>
      <p:sp>
        <p:nvSpPr>
          <p:cNvPr id="11" name="Rectangle 10">
            <a:extLst>
              <a:ext uri="{FF2B5EF4-FFF2-40B4-BE49-F238E27FC236}">
                <a16:creationId xmlns:a16="http://schemas.microsoft.com/office/drawing/2014/main" id="{179C2655-D0F9-4E76-8E76-29631150FEBB}"/>
              </a:ext>
            </a:extLst>
          </p:cNvPr>
          <p:cNvSpPr/>
          <p:nvPr userDrawn="1"/>
        </p:nvSpPr>
        <p:spPr bwMode="auto">
          <a:xfrm flipH="1">
            <a:off x="3078480" y="870406"/>
            <a:ext cx="7801723" cy="5987594"/>
          </a:xfrm>
          <a:prstGeom prst="rect">
            <a:avLst/>
          </a:prstGeom>
          <a:gradFill>
            <a:gsLst>
              <a:gs pos="33000">
                <a:schemeClr val="accent1">
                  <a:lumMod val="5000"/>
                  <a:lumOff val="95000"/>
                </a:schemeClr>
              </a:gs>
              <a:gs pos="81000">
                <a:schemeClr val="bg1">
                  <a:alpha val="0"/>
                </a:schemeClr>
              </a:gs>
            </a:gsLst>
            <a:lin ang="10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sp>
        <p:nvSpPr>
          <p:cNvPr id="10" name="Text Placeholder 2">
            <a:extLst>
              <a:ext uri="{FF2B5EF4-FFF2-40B4-BE49-F238E27FC236}">
                <a16:creationId xmlns:a16="http://schemas.microsoft.com/office/drawing/2014/main" id="{0A3E0516-40B5-4BEE-9CC5-E5E83CAA9E72}"/>
              </a:ext>
            </a:extLst>
          </p:cNvPr>
          <p:cNvSpPr>
            <a:spLocks noGrp="1"/>
          </p:cNvSpPr>
          <p:nvPr>
            <p:ph type="body" sz="quarter" idx="10" hasCustomPrompt="1"/>
          </p:nvPr>
        </p:nvSpPr>
        <p:spPr>
          <a:xfrm>
            <a:off x="384048" y="1158460"/>
            <a:ext cx="4828600" cy="276999"/>
          </a:xfrm>
          <a:prstGeom prst="rect">
            <a:avLst/>
          </a:prstGeom>
        </p:spPr>
        <p:txBody>
          <a:bodyPr wrap="square" lIns="0" tIns="0" rIns="0" bIns="0">
            <a:spAutoFit/>
          </a:bodyPr>
          <a:lstStyle>
            <a:lvl1pPr marL="0" indent="0">
              <a:lnSpc>
                <a:spcPct val="100000"/>
              </a:lnSpc>
              <a:spcBef>
                <a:spcPts val="0"/>
              </a:spcBef>
              <a:buFont typeface="Arial" panose="020B0604020202020204" pitchFamily="34" charset="0"/>
              <a:buNone/>
              <a:defRPr sz="1800">
                <a:solidFill>
                  <a:schemeClr val="tx1"/>
                </a:solidFill>
                <a:latin typeface="Neue Haas Grotesk Text Pro" panose="020B0504020202020204" pitchFamily="34" charset="0"/>
                <a:cs typeface="Arial" panose="020B0604020202020204" pitchFamily="34" charset="0"/>
              </a:defRPr>
            </a:lvl1pPr>
            <a:lvl2pPr marL="448193" indent="-224097">
              <a:buFont typeface="Arial" panose="020B0604020202020204" pitchFamily="34" charset="0"/>
              <a:buChar char="•"/>
              <a:defRPr sz="2000">
                <a:latin typeface="Segoe UI" panose="020B0502040204020203" pitchFamily="34" charset="0"/>
                <a:cs typeface="Segoe UI" panose="020B0502040204020203" pitchFamily="34" charset="0"/>
              </a:defRPr>
            </a:lvl2pPr>
            <a:lvl3pPr marL="672290" indent="-224097">
              <a:buFont typeface="Arial" panose="020B0604020202020204" pitchFamily="34" charset="0"/>
              <a:buChar char="•"/>
              <a:defRPr sz="2000">
                <a:latin typeface="Segoe UI" panose="020B0502040204020203" pitchFamily="34" charset="0"/>
                <a:cs typeface="Segoe UI" panose="020B0502040204020203" pitchFamily="34" charset="0"/>
              </a:defRPr>
            </a:lvl3pPr>
            <a:lvl4pPr marL="896386" indent="-224097">
              <a:buFont typeface="Arial" panose="020B0604020202020204" pitchFamily="34" charset="0"/>
              <a:buChar char="•"/>
              <a:defRPr sz="2000">
                <a:latin typeface="Segoe UI" panose="020B0502040204020203" pitchFamily="34" charset="0"/>
                <a:cs typeface="Segoe UI" panose="020B0502040204020203" pitchFamily="34" charset="0"/>
              </a:defRPr>
            </a:lvl4pPr>
            <a:lvl5pPr marL="1120483" indent="-224097">
              <a:buFont typeface="Arial" panose="020B0604020202020204" pitchFamily="34" charset="0"/>
              <a:buChar char="•"/>
              <a:defRPr sz="2000">
                <a:latin typeface="Segoe UI" panose="020B0502040204020203" pitchFamily="34" charset="0"/>
                <a:cs typeface="Segoe UI" panose="020B0502040204020203" pitchFamily="34" charset="0"/>
              </a:defRPr>
            </a:lvl5pPr>
          </a:lstStyle>
          <a:p>
            <a:pPr lvl="0"/>
            <a:r>
              <a:rPr lang="en-US"/>
              <a:t>Edit Master text styles</a:t>
            </a:r>
          </a:p>
        </p:txBody>
      </p:sp>
    </p:spTree>
    <p:extLst>
      <p:ext uri="{BB962C8B-B14F-4D97-AF65-F5344CB8AC3E}">
        <p14:creationId xmlns:p14="http://schemas.microsoft.com/office/powerpoint/2010/main" val="11512224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1_Title and Image - 3">
    <p:spTree>
      <p:nvGrpSpPr>
        <p:cNvPr id="1" name=""/>
        <p:cNvGrpSpPr/>
        <p:nvPr/>
      </p:nvGrpSpPr>
      <p:grpSpPr>
        <a:xfrm>
          <a:off x="0" y="0"/>
          <a:ext cx="0" cy="0"/>
          <a:chOff x="0" y="0"/>
          <a:chExt cx="0" cy="0"/>
        </a:xfrm>
      </p:grpSpPr>
      <p:pic>
        <p:nvPicPr>
          <p:cNvPr id="9" name="Picture 8" descr="A picture containing person, indoor, person, person&#10;&#10;Description automatically generated">
            <a:extLst>
              <a:ext uri="{FF2B5EF4-FFF2-40B4-BE49-F238E27FC236}">
                <a16:creationId xmlns:a16="http://schemas.microsoft.com/office/drawing/2014/main" id="{3D21E6C6-B5A7-4370-9DC4-CD4A6CE14E6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9087" r="23419"/>
          <a:stretch/>
        </p:blipFill>
        <p:spPr>
          <a:xfrm>
            <a:off x="6146800" y="881737"/>
            <a:ext cx="6045200" cy="5971032"/>
          </a:xfrm>
          <a:prstGeom prst="rect">
            <a:avLst/>
          </a:prstGeom>
        </p:spPr>
      </p:pic>
      <p:sp>
        <p:nvSpPr>
          <p:cNvPr id="11" name="Rectangle 10">
            <a:extLst>
              <a:ext uri="{FF2B5EF4-FFF2-40B4-BE49-F238E27FC236}">
                <a16:creationId xmlns:a16="http://schemas.microsoft.com/office/drawing/2014/main" id="{179C2655-D0F9-4E76-8E76-29631150FEBB}"/>
              </a:ext>
            </a:extLst>
          </p:cNvPr>
          <p:cNvSpPr/>
          <p:nvPr userDrawn="1"/>
        </p:nvSpPr>
        <p:spPr bwMode="auto">
          <a:xfrm flipH="1">
            <a:off x="-3048" y="870406"/>
            <a:ext cx="11306620" cy="5980175"/>
          </a:xfrm>
          <a:prstGeom prst="rect">
            <a:avLst/>
          </a:prstGeom>
          <a:gradFill>
            <a:gsLst>
              <a:gs pos="60000">
                <a:schemeClr val="accent1">
                  <a:lumMod val="5000"/>
                  <a:lumOff val="95000"/>
                </a:schemeClr>
              </a:gs>
              <a:gs pos="88000">
                <a:schemeClr val="bg1">
                  <a:alpha val="0"/>
                </a:schemeClr>
              </a:gs>
            </a:gsLst>
            <a:lin ang="10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sp>
        <p:nvSpPr>
          <p:cNvPr id="14" name="Rectangle 13">
            <a:extLst>
              <a:ext uri="{FF2B5EF4-FFF2-40B4-BE49-F238E27FC236}">
                <a16:creationId xmlns:a16="http://schemas.microsoft.com/office/drawing/2014/main" id="{9CDFFDB0-6691-4D48-8BB5-139672E54185}"/>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sp>
        <p:nvSpPr>
          <p:cNvPr id="16" name="Rectangle 15">
            <a:extLst>
              <a:ext uri="{FF2B5EF4-FFF2-40B4-BE49-F238E27FC236}">
                <a16:creationId xmlns:a16="http://schemas.microsoft.com/office/drawing/2014/main" id="{B80D72D6-27F5-4794-9409-7F30060AE030}"/>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eue Haas Grotesk Text Pro" panose="020B0504020202020204" pitchFamily="34" charset="0"/>
            </a:endParaRPr>
          </a:p>
        </p:txBody>
      </p:sp>
      <p:pic>
        <p:nvPicPr>
          <p:cNvPr id="17" name="Picture 16" descr="A picture containing clock, drawing, meter&#10;&#10;Description automatically generated">
            <a:extLst>
              <a:ext uri="{FF2B5EF4-FFF2-40B4-BE49-F238E27FC236}">
                <a16:creationId xmlns:a16="http://schemas.microsoft.com/office/drawing/2014/main" id="{DD939CFB-1B46-474F-8737-B36F096121F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
        <p:nvSpPr>
          <p:cNvPr id="18" name="Title 5">
            <a:extLst>
              <a:ext uri="{FF2B5EF4-FFF2-40B4-BE49-F238E27FC236}">
                <a16:creationId xmlns:a16="http://schemas.microsoft.com/office/drawing/2014/main" id="{F350C030-0AD8-404F-A932-2F083C7EFFD8}"/>
              </a:ext>
            </a:extLst>
          </p:cNvPr>
          <p:cNvSpPr>
            <a:spLocks noGrp="1"/>
          </p:cNvSpPr>
          <p:nvPr>
            <p:ph type="title"/>
          </p:nvPr>
        </p:nvSpPr>
        <p:spPr>
          <a:xfrm>
            <a:off x="384048" y="146888"/>
            <a:ext cx="10009632" cy="576072"/>
          </a:xfrm>
          <a:prstGeom prst="rect">
            <a:avLst/>
          </a:prstGeom>
        </p:spPr>
        <p:txBody>
          <a:bodyPr lIns="0" tIns="0" rIns="0" bIns="0" anchor="ctr" anchorCtr="0">
            <a:normAutofit/>
          </a:bodyPr>
          <a:lstStyle>
            <a:lvl1pPr>
              <a:defRPr sz="2600" b="0">
                <a:solidFill>
                  <a:schemeClr val="bg2"/>
                </a:solidFill>
                <a:latin typeface="Neue Haas Grotesk Text Pro" panose="020B0504020202020204" pitchFamily="34" charset="0"/>
                <a:cs typeface="Arial" panose="020B0604020202020204" pitchFamily="34" charset="0"/>
              </a:defRPr>
            </a:lvl1pPr>
          </a:lstStyle>
          <a:p>
            <a:r>
              <a:rPr lang="en-US"/>
              <a:t>Click to edit Master title style</a:t>
            </a:r>
          </a:p>
        </p:txBody>
      </p:sp>
      <p:sp>
        <p:nvSpPr>
          <p:cNvPr id="10" name="Text Placeholder 2">
            <a:extLst>
              <a:ext uri="{FF2B5EF4-FFF2-40B4-BE49-F238E27FC236}">
                <a16:creationId xmlns:a16="http://schemas.microsoft.com/office/drawing/2014/main" id="{7C56F64F-AF47-44C6-9F56-D83994A38E11}"/>
              </a:ext>
            </a:extLst>
          </p:cNvPr>
          <p:cNvSpPr>
            <a:spLocks noGrp="1"/>
          </p:cNvSpPr>
          <p:nvPr>
            <p:ph type="body" sz="quarter" idx="10" hasCustomPrompt="1"/>
          </p:nvPr>
        </p:nvSpPr>
        <p:spPr>
          <a:xfrm>
            <a:off x="384048" y="1158460"/>
            <a:ext cx="4828600" cy="276999"/>
          </a:xfrm>
          <a:prstGeom prst="rect">
            <a:avLst/>
          </a:prstGeom>
        </p:spPr>
        <p:txBody>
          <a:bodyPr wrap="square" lIns="0" tIns="0" rIns="0" bIns="0">
            <a:spAutoFit/>
          </a:bodyPr>
          <a:lstStyle>
            <a:lvl1pPr marL="0" indent="0">
              <a:lnSpc>
                <a:spcPct val="100000"/>
              </a:lnSpc>
              <a:spcBef>
                <a:spcPts val="0"/>
              </a:spcBef>
              <a:buFont typeface="Arial" panose="020B0604020202020204" pitchFamily="34" charset="0"/>
              <a:buNone/>
              <a:defRPr sz="1800">
                <a:solidFill>
                  <a:schemeClr val="tx1"/>
                </a:solidFill>
                <a:latin typeface="Neue Haas Grotesk Text Pro" panose="020B0504020202020204" pitchFamily="34" charset="0"/>
                <a:cs typeface="Arial" panose="020B0604020202020204" pitchFamily="34" charset="0"/>
              </a:defRPr>
            </a:lvl1pPr>
            <a:lvl2pPr marL="448193" indent="-224097">
              <a:buFont typeface="Arial" panose="020B0604020202020204" pitchFamily="34" charset="0"/>
              <a:buChar char="•"/>
              <a:defRPr sz="2000">
                <a:latin typeface="Segoe UI" panose="020B0502040204020203" pitchFamily="34" charset="0"/>
                <a:cs typeface="Segoe UI" panose="020B0502040204020203" pitchFamily="34" charset="0"/>
              </a:defRPr>
            </a:lvl2pPr>
            <a:lvl3pPr marL="672290" indent="-224097">
              <a:buFont typeface="Arial" panose="020B0604020202020204" pitchFamily="34" charset="0"/>
              <a:buChar char="•"/>
              <a:defRPr sz="2000">
                <a:latin typeface="Segoe UI" panose="020B0502040204020203" pitchFamily="34" charset="0"/>
                <a:cs typeface="Segoe UI" panose="020B0502040204020203" pitchFamily="34" charset="0"/>
              </a:defRPr>
            </a:lvl3pPr>
            <a:lvl4pPr marL="896386" indent="-224097">
              <a:buFont typeface="Arial" panose="020B0604020202020204" pitchFamily="34" charset="0"/>
              <a:buChar char="•"/>
              <a:defRPr sz="2000">
                <a:latin typeface="Segoe UI" panose="020B0502040204020203" pitchFamily="34" charset="0"/>
                <a:cs typeface="Segoe UI" panose="020B0502040204020203" pitchFamily="34" charset="0"/>
              </a:defRPr>
            </a:lvl4pPr>
            <a:lvl5pPr marL="1120483" indent="-224097">
              <a:buFont typeface="Arial" panose="020B0604020202020204" pitchFamily="34" charset="0"/>
              <a:buChar char="•"/>
              <a:defRPr sz="2000">
                <a:latin typeface="Segoe UI" panose="020B0502040204020203" pitchFamily="34" charset="0"/>
                <a:cs typeface="Segoe UI" panose="020B0502040204020203" pitchFamily="34" charset="0"/>
              </a:defRPr>
            </a:lvl5pPr>
          </a:lstStyle>
          <a:p>
            <a:pPr lvl="0"/>
            <a:r>
              <a:rPr lang="en-US"/>
              <a:t>Edit Master text styles</a:t>
            </a:r>
          </a:p>
        </p:txBody>
      </p:sp>
    </p:spTree>
    <p:extLst>
      <p:ext uri="{BB962C8B-B14F-4D97-AF65-F5344CB8AC3E}">
        <p14:creationId xmlns:p14="http://schemas.microsoft.com/office/powerpoint/2010/main" val="2272315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itle and Image - 2">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C502CD4D-97B2-45AE-8AA9-8D7F63214C86}"/>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pic>
        <p:nvPicPr>
          <p:cNvPr id="18" name="Picture 17" descr="A picture containing outdoor, light, building, street&#10;&#10;Description automatically generated">
            <a:extLst>
              <a:ext uri="{FF2B5EF4-FFF2-40B4-BE49-F238E27FC236}">
                <a16:creationId xmlns:a16="http://schemas.microsoft.com/office/drawing/2014/main" id="{4D33CEA2-DF75-4312-B745-1C2A15496AC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559408" y="877824"/>
            <a:ext cx="7632592" cy="5980176"/>
          </a:xfrm>
          <a:prstGeom prst="rect">
            <a:avLst/>
          </a:prstGeom>
        </p:spPr>
      </p:pic>
      <p:sp>
        <p:nvSpPr>
          <p:cNvPr id="15" name="Rectangle 14">
            <a:extLst>
              <a:ext uri="{FF2B5EF4-FFF2-40B4-BE49-F238E27FC236}">
                <a16:creationId xmlns:a16="http://schemas.microsoft.com/office/drawing/2014/main" id="{52915C34-5CFB-4DC7-8FDC-A5CBB0D25E96}"/>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eue Haas Grotesk Text Pro" panose="020B0504020202020204" pitchFamily="34" charset="0"/>
            </a:endParaRPr>
          </a:p>
        </p:txBody>
      </p:sp>
      <p:pic>
        <p:nvPicPr>
          <p:cNvPr id="21" name="Picture 20" descr="A picture containing clock, drawing, meter&#10;&#10;Description automatically generated">
            <a:extLst>
              <a:ext uri="{FF2B5EF4-FFF2-40B4-BE49-F238E27FC236}">
                <a16:creationId xmlns:a16="http://schemas.microsoft.com/office/drawing/2014/main" id="{1E471E15-BAC7-4390-8E5C-C0A118BBAED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
        <p:nvSpPr>
          <p:cNvPr id="26" name="Title 5">
            <a:extLst>
              <a:ext uri="{FF2B5EF4-FFF2-40B4-BE49-F238E27FC236}">
                <a16:creationId xmlns:a16="http://schemas.microsoft.com/office/drawing/2014/main" id="{2D8F28C4-5BCD-43D5-B486-F63C4B1C0680}"/>
              </a:ext>
            </a:extLst>
          </p:cNvPr>
          <p:cNvSpPr>
            <a:spLocks noGrp="1"/>
          </p:cNvSpPr>
          <p:nvPr>
            <p:ph type="title"/>
          </p:nvPr>
        </p:nvSpPr>
        <p:spPr>
          <a:xfrm>
            <a:off x="384048" y="146888"/>
            <a:ext cx="10009632" cy="576072"/>
          </a:xfrm>
          <a:prstGeom prst="rect">
            <a:avLst/>
          </a:prstGeom>
        </p:spPr>
        <p:txBody>
          <a:bodyPr lIns="0" tIns="0" rIns="0" bIns="0" anchor="ctr" anchorCtr="0">
            <a:normAutofit/>
          </a:bodyPr>
          <a:lstStyle>
            <a:lvl1pPr>
              <a:defRPr sz="2600" b="0">
                <a:solidFill>
                  <a:schemeClr val="bg2"/>
                </a:solidFill>
                <a:latin typeface="Neue Haas Grotesk Text Pro" panose="020B0504020202020204" pitchFamily="34" charset="0"/>
                <a:cs typeface="Arial" panose="020B0604020202020204" pitchFamily="34" charset="0"/>
              </a:defRPr>
            </a:lvl1pPr>
          </a:lstStyle>
          <a:p>
            <a:r>
              <a:rPr lang="en-US"/>
              <a:t>Click to edit Master title style</a:t>
            </a:r>
          </a:p>
        </p:txBody>
      </p:sp>
      <p:sp>
        <p:nvSpPr>
          <p:cNvPr id="9" name="Text Placeholder 2">
            <a:extLst>
              <a:ext uri="{FF2B5EF4-FFF2-40B4-BE49-F238E27FC236}">
                <a16:creationId xmlns:a16="http://schemas.microsoft.com/office/drawing/2014/main" id="{F71750BC-91C4-40A6-B14E-193A4EA77761}"/>
              </a:ext>
            </a:extLst>
          </p:cNvPr>
          <p:cNvSpPr>
            <a:spLocks noGrp="1"/>
          </p:cNvSpPr>
          <p:nvPr>
            <p:ph type="body" sz="quarter" idx="10" hasCustomPrompt="1"/>
          </p:nvPr>
        </p:nvSpPr>
        <p:spPr>
          <a:xfrm>
            <a:off x="384048" y="1158460"/>
            <a:ext cx="4828600" cy="276999"/>
          </a:xfrm>
          <a:prstGeom prst="rect">
            <a:avLst/>
          </a:prstGeom>
        </p:spPr>
        <p:txBody>
          <a:bodyPr wrap="square" lIns="0" tIns="0" rIns="0" bIns="0">
            <a:spAutoFit/>
          </a:bodyPr>
          <a:lstStyle>
            <a:lvl1pPr marL="0" indent="0">
              <a:lnSpc>
                <a:spcPct val="100000"/>
              </a:lnSpc>
              <a:spcBef>
                <a:spcPts val="0"/>
              </a:spcBef>
              <a:buFont typeface="Arial" panose="020B0604020202020204" pitchFamily="34" charset="0"/>
              <a:buNone/>
              <a:defRPr sz="1800">
                <a:solidFill>
                  <a:schemeClr val="tx1"/>
                </a:solidFill>
                <a:latin typeface="Neue Haas Grotesk Text Pro" panose="020B0504020202020204" pitchFamily="34" charset="0"/>
                <a:cs typeface="Arial" panose="020B0604020202020204" pitchFamily="34" charset="0"/>
              </a:defRPr>
            </a:lvl1pPr>
            <a:lvl2pPr marL="448193" indent="-224097">
              <a:buFont typeface="Arial" panose="020B0604020202020204" pitchFamily="34" charset="0"/>
              <a:buChar char="•"/>
              <a:defRPr sz="2000">
                <a:latin typeface="Segoe UI" panose="020B0502040204020203" pitchFamily="34" charset="0"/>
                <a:cs typeface="Segoe UI" panose="020B0502040204020203" pitchFamily="34" charset="0"/>
              </a:defRPr>
            </a:lvl2pPr>
            <a:lvl3pPr marL="672290" indent="-224097">
              <a:buFont typeface="Arial" panose="020B0604020202020204" pitchFamily="34" charset="0"/>
              <a:buChar char="•"/>
              <a:defRPr sz="2000">
                <a:latin typeface="Segoe UI" panose="020B0502040204020203" pitchFamily="34" charset="0"/>
                <a:cs typeface="Segoe UI" panose="020B0502040204020203" pitchFamily="34" charset="0"/>
              </a:defRPr>
            </a:lvl3pPr>
            <a:lvl4pPr marL="896386" indent="-224097">
              <a:buFont typeface="Arial" panose="020B0604020202020204" pitchFamily="34" charset="0"/>
              <a:buChar char="•"/>
              <a:defRPr sz="2000">
                <a:latin typeface="Segoe UI" panose="020B0502040204020203" pitchFamily="34" charset="0"/>
                <a:cs typeface="Segoe UI" panose="020B0502040204020203" pitchFamily="34" charset="0"/>
              </a:defRPr>
            </a:lvl4pPr>
            <a:lvl5pPr marL="1120483" indent="-224097">
              <a:buFont typeface="Arial" panose="020B0604020202020204" pitchFamily="34" charset="0"/>
              <a:buChar char="•"/>
              <a:defRPr sz="2000">
                <a:latin typeface="Segoe UI" panose="020B0502040204020203" pitchFamily="34" charset="0"/>
                <a:cs typeface="Segoe UI" panose="020B0502040204020203" pitchFamily="34" charset="0"/>
              </a:defRPr>
            </a:lvl5pPr>
          </a:lstStyle>
          <a:p>
            <a:pPr lvl="0"/>
            <a:r>
              <a:rPr lang="en-US"/>
              <a:t>Edit Master text styles</a:t>
            </a:r>
          </a:p>
        </p:txBody>
      </p:sp>
    </p:spTree>
    <p:extLst>
      <p:ext uri="{BB962C8B-B14F-4D97-AF65-F5344CB8AC3E}">
        <p14:creationId xmlns:p14="http://schemas.microsoft.com/office/powerpoint/2010/main" val="29544117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userDrawn="1">
  <p:cSld name="1_icons_image_title">
    <p:spTree>
      <p:nvGrpSpPr>
        <p:cNvPr id="1" name=""/>
        <p:cNvGrpSpPr/>
        <p:nvPr/>
      </p:nvGrpSpPr>
      <p:grpSpPr>
        <a:xfrm>
          <a:off x="0" y="0"/>
          <a:ext cx="0" cy="0"/>
          <a:chOff x="0" y="0"/>
          <a:chExt cx="0" cy="0"/>
        </a:xfrm>
      </p:grpSpPr>
      <p:pic>
        <p:nvPicPr>
          <p:cNvPr id="16" name="Picture 15" descr="A picture containing person, window, person&#10;&#10;Description automatically generated">
            <a:extLst>
              <a:ext uri="{FF2B5EF4-FFF2-40B4-BE49-F238E27FC236}">
                <a16:creationId xmlns:a16="http://schemas.microsoft.com/office/drawing/2014/main" id="{82C9D536-1716-4DFA-914A-3BC0E02ABAF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59" t="19807" r="-1" b="25"/>
          <a:stretch/>
        </p:blipFill>
        <p:spPr>
          <a:xfrm>
            <a:off x="3209731" y="875393"/>
            <a:ext cx="8982269" cy="5981006"/>
          </a:xfrm>
          <a:prstGeom prst="rect">
            <a:avLst/>
          </a:prstGeom>
        </p:spPr>
      </p:pic>
      <p:sp>
        <p:nvSpPr>
          <p:cNvPr id="9" name="Rectangle 8">
            <a:extLst>
              <a:ext uri="{FF2B5EF4-FFF2-40B4-BE49-F238E27FC236}">
                <a16:creationId xmlns:a16="http://schemas.microsoft.com/office/drawing/2014/main" id="{9E8ACD7C-7D2A-4E00-8099-70D51D1F1AE3}"/>
              </a:ext>
            </a:extLst>
          </p:cNvPr>
          <p:cNvSpPr/>
          <p:nvPr userDrawn="1"/>
        </p:nvSpPr>
        <p:spPr bwMode="auto">
          <a:xfrm flipH="1">
            <a:off x="1432898" y="875393"/>
            <a:ext cx="8851900" cy="5980175"/>
          </a:xfrm>
          <a:prstGeom prst="rect">
            <a:avLst/>
          </a:prstGeom>
          <a:gradFill>
            <a:gsLst>
              <a:gs pos="44000">
                <a:schemeClr val="accent1">
                  <a:lumMod val="5000"/>
                  <a:lumOff val="95000"/>
                </a:schemeClr>
              </a:gs>
              <a:gs pos="86000">
                <a:schemeClr val="bg1">
                  <a:alpha val="0"/>
                </a:schemeClr>
              </a:gs>
            </a:gsLst>
            <a:lin ang="10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sp>
        <p:nvSpPr>
          <p:cNvPr id="11" name="Rectangle 10">
            <a:extLst>
              <a:ext uri="{FF2B5EF4-FFF2-40B4-BE49-F238E27FC236}">
                <a16:creationId xmlns:a16="http://schemas.microsoft.com/office/drawing/2014/main" id="{76A448AC-B5FB-4D19-BE8A-5340355ECA30}"/>
              </a:ext>
            </a:extLst>
          </p:cNvPr>
          <p:cNvSpPr/>
          <p:nvPr userDrawn="1"/>
        </p:nvSpPr>
        <p:spPr bwMode="auto">
          <a:xfrm>
            <a:off x="0" y="875392"/>
            <a:ext cx="6536095" cy="5982607"/>
          </a:xfrm>
          <a:prstGeom prst="rect">
            <a:avLst/>
          </a:prstGeom>
          <a:solidFill>
            <a:schemeClr val="tx1">
              <a:alpha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sp>
        <p:nvSpPr>
          <p:cNvPr id="13" name="Rectangle 12">
            <a:extLst>
              <a:ext uri="{FF2B5EF4-FFF2-40B4-BE49-F238E27FC236}">
                <a16:creationId xmlns:a16="http://schemas.microsoft.com/office/drawing/2014/main" id="{F467B81B-F3C5-4811-AC39-4CE6296E6D29}"/>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sp>
        <p:nvSpPr>
          <p:cNvPr id="12" name="Rectangle 11">
            <a:extLst>
              <a:ext uri="{FF2B5EF4-FFF2-40B4-BE49-F238E27FC236}">
                <a16:creationId xmlns:a16="http://schemas.microsoft.com/office/drawing/2014/main" id="{A4583DAE-A972-4A89-9637-7EA37F356C17}"/>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eue Haas Grotesk Text Pro" panose="020B0504020202020204" pitchFamily="34" charset="0"/>
            </a:endParaRPr>
          </a:p>
        </p:txBody>
      </p:sp>
      <p:pic>
        <p:nvPicPr>
          <p:cNvPr id="15" name="Picture 14" descr="A picture containing clock, drawing, meter&#10;&#10;Description automatically generated">
            <a:extLst>
              <a:ext uri="{FF2B5EF4-FFF2-40B4-BE49-F238E27FC236}">
                <a16:creationId xmlns:a16="http://schemas.microsoft.com/office/drawing/2014/main" id="{52FA6BD3-D324-4470-9F82-F306BBAE015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
        <p:nvSpPr>
          <p:cNvPr id="17" name="Title 5">
            <a:extLst>
              <a:ext uri="{FF2B5EF4-FFF2-40B4-BE49-F238E27FC236}">
                <a16:creationId xmlns:a16="http://schemas.microsoft.com/office/drawing/2014/main" id="{A74EC74B-186D-499F-B56C-01899DA1188E}"/>
              </a:ext>
            </a:extLst>
          </p:cNvPr>
          <p:cNvSpPr>
            <a:spLocks noGrp="1"/>
          </p:cNvSpPr>
          <p:nvPr>
            <p:ph type="title"/>
          </p:nvPr>
        </p:nvSpPr>
        <p:spPr>
          <a:xfrm>
            <a:off x="384048" y="146888"/>
            <a:ext cx="10009632" cy="576072"/>
          </a:xfrm>
          <a:prstGeom prst="rect">
            <a:avLst/>
          </a:prstGeom>
        </p:spPr>
        <p:txBody>
          <a:bodyPr lIns="0" tIns="0" rIns="0" bIns="0" anchor="ctr" anchorCtr="0">
            <a:normAutofit/>
          </a:bodyPr>
          <a:lstStyle>
            <a:lvl1pPr>
              <a:defRPr sz="2600" b="0">
                <a:solidFill>
                  <a:schemeClr val="bg2"/>
                </a:solidFill>
                <a:latin typeface="Neue Haas Grotesk Text Pro" panose="020B0504020202020204" pitchFamily="34" charset="0"/>
                <a:cs typeface="Arial" panose="020B0604020202020204" pitchFamily="34" charset="0"/>
              </a:defRPr>
            </a:lvl1pPr>
          </a:lstStyle>
          <a:p>
            <a:r>
              <a:rPr lang="en-US"/>
              <a:t>Click to edit Master title style</a:t>
            </a:r>
          </a:p>
        </p:txBody>
      </p:sp>
      <p:sp>
        <p:nvSpPr>
          <p:cNvPr id="10" name="Text Placeholder 2">
            <a:extLst>
              <a:ext uri="{FF2B5EF4-FFF2-40B4-BE49-F238E27FC236}">
                <a16:creationId xmlns:a16="http://schemas.microsoft.com/office/drawing/2014/main" id="{E8E7E336-2312-4B16-89A4-DC555705FC49}"/>
              </a:ext>
            </a:extLst>
          </p:cNvPr>
          <p:cNvSpPr>
            <a:spLocks noGrp="1"/>
          </p:cNvSpPr>
          <p:nvPr>
            <p:ph type="body" sz="quarter" idx="10" hasCustomPrompt="1"/>
          </p:nvPr>
        </p:nvSpPr>
        <p:spPr>
          <a:xfrm>
            <a:off x="384048" y="1158460"/>
            <a:ext cx="4828600" cy="276999"/>
          </a:xfrm>
          <a:prstGeom prst="rect">
            <a:avLst/>
          </a:prstGeom>
        </p:spPr>
        <p:txBody>
          <a:bodyPr wrap="square" lIns="0" tIns="0" rIns="0" bIns="0">
            <a:spAutoFit/>
          </a:bodyPr>
          <a:lstStyle>
            <a:lvl1pPr marL="0" indent="0">
              <a:lnSpc>
                <a:spcPct val="100000"/>
              </a:lnSpc>
              <a:spcBef>
                <a:spcPts val="0"/>
              </a:spcBef>
              <a:buFont typeface="Arial" panose="020B0604020202020204" pitchFamily="34" charset="0"/>
              <a:buNone/>
              <a:defRPr sz="1800">
                <a:solidFill>
                  <a:schemeClr val="bg1"/>
                </a:solidFill>
                <a:latin typeface="Neue Haas Grotesk Text Pro" panose="020B0504020202020204" pitchFamily="34" charset="0"/>
                <a:cs typeface="Arial" panose="020B0604020202020204" pitchFamily="34" charset="0"/>
              </a:defRPr>
            </a:lvl1pPr>
            <a:lvl2pPr marL="448193" indent="-224097">
              <a:buFont typeface="Arial" panose="020B0604020202020204" pitchFamily="34" charset="0"/>
              <a:buChar char="•"/>
              <a:defRPr sz="2000">
                <a:latin typeface="Segoe UI" panose="020B0502040204020203" pitchFamily="34" charset="0"/>
                <a:cs typeface="Segoe UI" panose="020B0502040204020203" pitchFamily="34" charset="0"/>
              </a:defRPr>
            </a:lvl2pPr>
            <a:lvl3pPr marL="672290" indent="-224097">
              <a:buFont typeface="Arial" panose="020B0604020202020204" pitchFamily="34" charset="0"/>
              <a:buChar char="•"/>
              <a:defRPr sz="2000">
                <a:latin typeface="Segoe UI" panose="020B0502040204020203" pitchFamily="34" charset="0"/>
                <a:cs typeface="Segoe UI" panose="020B0502040204020203" pitchFamily="34" charset="0"/>
              </a:defRPr>
            </a:lvl3pPr>
            <a:lvl4pPr marL="896386" indent="-224097">
              <a:buFont typeface="Arial" panose="020B0604020202020204" pitchFamily="34" charset="0"/>
              <a:buChar char="•"/>
              <a:defRPr sz="2000">
                <a:latin typeface="Segoe UI" panose="020B0502040204020203" pitchFamily="34" charset="0"/>
                <a:cs typeface="Segoe UI" panose="020B0502040204020203" pitchFamily="34" charset="0"/>
              </a:defRPr>
            </a:lvl4pPr>
            <a:lvl5pPr marL="1120483" indent="-224097">
              <a:buFont typeface="Arial" panose="020B0604020202020204" pitchFamily="34" charset="0"/>
              <a:buChar char="•"/>
              <a:defRPr sz="2000">
                <a:latin typeface="Segoe UI" panose="020B0502040204020203" pitchFamily="34" charset="0"/>
                <a:cs typeface="Segoe UI" panose="020B0502040204020203" pitchFamily="34" charset="0"/>
              </a:defRPr>
            </a:lvl5pPr>
          </a:lstStyle>
          <a:p>
            <a:pPr lvl="0"/>
            <a:r>
              <a:rPr lang="en-US"/>
              <a:t>Edit Master text styles</a:t>
            </a:r>
          </a:p>
        </p:txBody>
      </p:sp>
    </p:spTree>
    <p:extLst>
      <p:ext uri="{BB962C8B-B14F-4D97-AF65-F5344CB8AC3E}">
        <p14:creationId xmlns:p14="http://schemas.microsoft.com/office/powerpoint/2010/main" val="8428183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1_Title and Image - 2">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22C55EF4-01CF-457D-B639-B82FFCC2E718}"/>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pic>
        <p:nvPicPr>
          <p:cNvPr id="5" name="Picture 4" descr="A person standing in a room&#10;&#10;Description automatically generated">
            <a:extLst>
              <a:ext uri="{FF2B5EF4-FFF2-40B4-BE49-F238E27FC236}">
                <a16:creationId xmlns:a16="http://schemas.microsoft.com/office/drawing/2014/main" id="{E5F41123-31E7-41E0-8EA1-6ADF64295736}"/>
              </a:ext>
            </a:extLst>
          </p:cNvPr>
          <p:cNvPicPr preferRelativeResize="0">
            <a:picLocks/>
          </p:cNvPicPr>
          <p:nvPr userDrawn="1"/>
        </p:nvPicPr>
        <p:blipFill rotWithShape="1">
          <a:blip r:embed="rId2">
            <a:extLst>
              <a:ext uri="{28A0092B-C50C-407E-A947-70E740481C1C}">
                <a14:useLocalDpi xmlns:a14="http://schemas.microsoft.com/office/drawing/2010/main" val="0"/>
              </a:ext>
            </a:extLst>
          </a:blip>
          <a:srcRect b="14264"/>
          <a:stretch/>
        </p:blipFill>
        <p:spPr>
          <a:xfrm>
            <a:off x="0" y="885365"/>
            <a:ext cx="12192000" cy="5980176"/>
          </a:xfrm>
          <a:prstGeom prst="rect">
            <a:avLst/>
          </a:prstGeom>
        </p:spPr>
      </p:pic>
      <p:sp>
        <p:nvSpPr>
          <p:cNvPr id="10" name="Rectangle 9">
            <a:extLst>
              <a:ext uri="{FF2B5EF4-FFF2-40B4-BE49-F238E27FC236}">
                <a16:creationId xmlns:a16="http://schemas.microsoft.com/office/drawing/2014/main" id="{6C7B82B4-C2D7-4CDC-82E6-5AD689EF5945}"/>
              </a:ext>
            </a:extLst>
          </p:cNvPr>
          <p:cNvSpPr/>
          <p:nvPr userDrawn="1"/>
        </p:nvSpPr>
        <p:spPr bwMode="auto">
          <a:xfrm>
            <a:off x="193040" y="1026160"/>
            <a:ext cx="11833056" cy="5628640"/>
          </a:xfrm>
          <a:prstGeom prst="rect">
            <a:avLst/>
          </a:prstGeom>
          <a:solidFill>
            <a:schemeClr val="bg1">
              <a:alpha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sp>
        <p:nvSpPr>
          <p:cNvPr id="13" name="Rectangle 12">
            <a:extLst>
              <a:ext uri="{FF2B5EF4-FFF2-40B4-BE49-F238E27FC236}">
                <a16:creationId xmlns:a16="http://schemas.microsoft.com/office/drawing/2014/main" id="{47F4DDFF-2319-4B67-B921-E09629CBC54C}"/>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eue Haas Grotesk Text Pro" panose="020B0504020202020204" pitchFamily="34" charset="0"/>
            </a:endParaRPr>
          </a:p>
        </p:txBody>
      </p:sp>
      <p:pic>
        <p:nvPicPr>
          <p:cNvPr id="16" name="Picture 15" descr="A picture containing clock, drawing, meter&#10;&#10;Description automatically generated">
            <a:extLst>
              <a:ext uri="{FF2B5EF4-FFF2-40B4-BE49-F238E27FC236}">
                <a16:creationId xmlns:a16="http://schemas.microsoft.com/office/drawing/2014/main" id="{5ABE42DC-5660-4A5A-82FB-B225F8A5B9D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
        <p:nvSpPr>
          <p:cNvPr id="9" name="Title 5">
            <a:extLst>
              <a:ext uri="{FF2B5EF4-FFF2-40B4-BE49-F238E27FC236}">
                <a16:creationId xmlns:a16="http://schemas.microsoft.com/office/drawing/2014/main" id="{62360BEB-0300-49A5-8DBB-18CB25B89241}"/>
              </a:ext>
            </a:extLst>
          </p:cNvPr>
          <p:cNvSpPr>
            <a:spLocks noGrp="1"/>
          </p:cNvSpPr>
          <p:nvPr>
            <p:ph type="title"/>
          </p:nvPr>
        </p:nvSpPr>
        <p:spPr>
          <a:xfrm>
            <a:off x="384048" y="146888"/>
            <a:ext cx="10009632" cy="576072"/>
          </a:xfrm>
          <a:prstGeom prst="rect">
            <a:avLst/>
          </a:prstGeom>
        </p:spPr>
        <p:txBody>
          <a:bodyPr lIns="0" tIns="0" rIns="0" bIns="0" anchor="ctr" anchorCtr="0">
            <a:normAutofit/>
          </a:bodyPr>
          <a:lstStyle>
            <a:lvl1pPr>
              <a:defRPr sz="2600" b="0">
                <a:solidFill>
                  <a:schemeClr val="bg2"/>
                </a:solidFill>
                <a:latin typeface="Neue Haas Grotesk Text Pro" panose="020B0504020202020204" pitchFamily="34" charset="0"/>
                <a:cs typeface="Arial" panose="020B0604020202020204" pitchFamily="34" charset="0"/>
              </a:defRPr>
            </a:lvl1pPr>
          </a:lstStyle>
          <a:p>
            <a:r>
              <a:rPr lang="en-US"/>
              <a:t>Click to edit Master title style</a:t>
            </a:r>
          </a:p>
        </p:txBody>
      </p:sp>
      <p:sp>
        <p:nvSpPr>
          <p:cNvPr id="15" name="Text Placeholder 2">
            <a:extLst>
              <a:ext uri="{FF2B5EF4-FFF2-40B4-BE49-F238E27FC236}">
                <a16:creationId xmlns:a16="http://schemas.microsoft.com/office/drawing/2014/main" id="{30AA55AF-7838-44F1-957C-C7374763E5EE}"/>
              </a:ext>
            </a:extLst>
          </p:cNvPr>
          <p:cNvSpPr>
            <a:spLocks noGrp="1"/>
          </p:cNvSpPr>
          <p:nvPr>
            <p:ph type="body" sz="quarter" idx="10" hasCustomPrompt="1"/>
          </p:nvPr>
        </p:nvSpPr>
        <p:spPr>
          <a:xfrm>
            <a:off x="384048" y="1158460"/>
            <a:ext cx="11430000" cy="276999"/>
          </a:xfrm>
          <a:prstGeom prst="rect">
            <a:avLst/>
          </a:prstGeom>
        </p:spPr>
        <p:txBody>
          <a:bodyPr lIns="0" tIns="0" rIns="0" bIns="0">
            <a:spAutoFit/>
          </a:bodyPr>
          <a:lstStyle>
            <a:lvl1pPr marL="0" indent="0">
              <a:lnSpc>
                <a:spcPct val="100000"/>
              </a:lnSpc>
              <a:spcBef>
                <a:spcPts val="0"/>
              </a:spcBef>
              <a:buFont typeface="Arial" panose="020B0604020202020204" pitchFamily="34" charset="0"/>
              <a:buNone/>
              <a:defRPr sz="1800">
                <a:solidFill>
                  <a:schemeClr val="tx1"/>
                </a:solidFill>
                <a:latin typeface="Neue Haas Grotesk Text Pro" panose="020B0504020202020204" pitchFamily="34" charset="0"/>
                <a:cs typeface="Arial" panose="020B0604020202020204" pitchFamily="34" charset="0"/>
              </a:defRPr>
            </a:lvl1pPr>
            <a:lvl2pPr marL="448193" indent="-224097">
              <a:buFont typeface="Arial" panose="020B0604020202020204" pitchFamily="34" charset="0"/>
              <a:buChar char="•"/>
              <a:defRPr sz="2000">
                <a:latin typeface="Segoe UI" panose="020B0502040204020203" pitchFamily="34" charset="0"/>
                <a:cs typeface="Segoe UI" panose="020B0502040204020203" pitchFamily="34" charset="0"/>
              </a:defRPr>
            </a:lvl2pPr>
            <a:lvl3pPr marL="672290" indent="-224097">
              <a:buFont typeface="Arial" panose="020B0604020202020204" pitchFamily="34" charset="0"/>
              <a:buChar char="•"/>
              <a:defRPr sz="2000">
                <a:latin typeface="Segoe UI" panose="020B0502040204020203" pitchFamily="34" charset="0"/>
                <a:cs typeface="Segoe UI" panose="020B0502040204020203" pitchFamily="34" charset="0"/>
              </a:defRPr>
            </a:lvl3pPr>
            <a:lvl4pPr marL="896386" indent="-224097">
              <a:buFont typeface="Arial" panose="020B0604020202020204" pitchFamily="34" charset="0"/>
              <a:buChar char="•"/>
              <a:defRPr sz="2000">
                <a:latin typeface="Segoe UI" panose="020B0502040204020203" pitchFamily="34" charset="0"/>
                <a:cs typeface="Segoe UI" panose="020B0502040204020203" pitchFamily="34" charset="0"/>
              </a:defRPr>
            </a:lvl4pPr>
            <a:lvl5pPr marL="1120483" indent="-224097">
              <a:buFont typeface="Arial" panose="020B0604020202020204" pitchFamily="34" charset="0"/>
              <a:buChar char="•"/>
              <a:defRPr sz="2000">
                <a:latin typeface="Segoe UI" panose="020B0502040204020203" pitchFamily="34" charset="0"/>
                <a:cs typeface="Segoe UI" panose="020B0502040204020203" pitchFamily="34" charset="0"/>
              </a:defRPr>
            </a:lvl5pPr>
          </a:lstStyle>
          <a:p>
            <a:pPr lvl="0"/>
            <a:r>
              <a:rPr lang="en-US"/>
              <a:t>Edit Master text styles</a:t>
            </a:r>
          </a:p>
        </p:txBody>
      </p:sp>
    </p:spTree>
    <p:extLst>
      <p:ext uri="{BB962C8B-B14F-4D97-AF65-F5344CB8AC3E}">
        <p14:creationId xmlns:p14="http://schemas.microsoft.com/office/powerpoint/2010/main" val="36522601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1_Simulation">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63779F53-7C66-47AB-B265-0B04DB29A00B}"/>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sp>
        <p:nvSpPr>
          <p:cNvPr id="5" name="Rectangle 4">
            <a:extLst>
              <a:ext uri="{FF2B5EF4-FFF2-40B4-BE49-F238E27FC236}">
                <a16:creationId xmlns:a16="http://schemas.microsoft.com/office/drawing/2014/main" id="{D5E0D2A3-77D2-4E3A-B6BF-609FF142EEC9}"/>
              </a:ext>
            </a:extLst>
          </p:cNvPr>
          <p:cNvSpPr/>
          <p:nvPr userDrawn="1"/>
        </p:nvSpPr>
        <p:spPr bwMode="auto">
          <a:xfrm>
            <a:off x="995680" y="1351280"/>
            <a:ext cx="10520680" cy="701040"/>
          </a:xfrm>
          <a:prstGeom prst="rect">
            <a:avLst/>
          </a:prstGeom>
          <a:solidFill>
            <a:schemeClr val="tx2"/>
          </a:solidFill>
          <a:ln>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sp>
        <p:nvSpPr>
          <p:cNvPr id="2" name="Oval 1">
            <a:extLst>
              <a:ext uri="{FF2B5EF4-FFF2-40B4-BE49-F238E27FC236}">
                <a16:creationId xmlns:a16="http://schemas.microsoft.com/office/drawing/2014/main" id="{FF527B1C-8890-4298-87BB-6A45D4E3D31A}"/>
              </a:ext>
            </a:extLst>
          </p:cNvPr>
          <p:cNvSpPr/>
          <p:nvPr userDrawn="1"/>
        </p:nvSpPr>
        <p:spPr bwMode="auto">
          <a:xfrm>
            <a:off x="614680" y="1351280"/>
            <a:ext cx="713232" cy="713232"/>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sp>
        <p:nvSpPr>
          <p:cNvPr id="3" name="Text Placeholder 2"/>
          <p:cNvSpPr>
            <a:spLocks noGrp="1"/>
          </p:cNvSpPr>
          <p:nvPr>
            <p:ph type="body" sz="quarter" idx="10" hasCustomPrompt="1"/>
          </p:nvPr>
        </p:nvSpPr>
        <p:spPr>
          <a:xfrm>
            <a:off x="1440180" y="1577151"/>
            <a:ext cx="9966960" cy="249299"/>
          </a:xfrm>
          <a:prstGeom prst="rect">
            <a:avLst/>
          </a:prstGeom>
        </p:spPr>
        <p:txBody>
          <a:bodyPr lIns="0" tIns="0" rIns="0" bIns="0" anchor="ctr" anchorCtr="0">
            <a:spAutoFit/>
          </a:bodyPr>
          <a:lstStyle>
            <a:lvl1pPr marL="0" indent="0" algn="l">
              <a:buFont typeface="Arial" panose="020B0604020202020204" pitchFamily="34" charset="0"/>
              <a:buNone/>
              <a:defRPr sz="1800" b="1">
                <a:solidFill>
                  <a:schemeClr val="tx1"/>
                </a:solidFill>
                <a:latin typeface="Neue Haas Grotesk Text Pro" panose="020B0504020202020204" pitchFamily="34" charset="0"/>
                <a:cs typeface="Arial" panose="020B0604020202020204" pitchFamily="34" charset="0"/>
              </a:defRPr>
            </a:lvl1pPr>
            <a:lvl2pPr marL="448193"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2pPr>
            <a:lvl3pPr marL="672290"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3pPr>
            <a:lvl4pPr marL="896386"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4pPr>
            <a:lvl5pPr marL="1120483"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5pPr>
          </a:lstStyle>
          <a:p>
            <a:pPr lvl="0"/>
            <a:r>
              <a:rPr lang="en-US"/>
              <a:t>Exercise name goes here</a:t>
            </a:r>
          </a:p>
        </p:txBody>
      </p:sp>
      <p:sp>
        <p:nvSpPr>
          <p:cNvPr id="10" name="Rectangle 9">
            <a:extLst>
              <a:ext uri="{FF2B5EF4-FFF2-40B4-BE49-F238E27FC236}">
                <a16:creationId xmlns:a16="http://schemas.microsoft.com/office/drawing/2014/main" id="{1EB455DE-95D3-4E71-86C4-63499EAA7738}"/>
              </a:ext>
            </a:extLst>
          </p:cNvPr>
          <p:cNvSpPr/>
          <p:nvPr userDrawn="1"/>
        </p:nvSpPr>
        <p:spPr bwMode="auto">
          <a:xfrm>
            <a:off x="995680" y="2052320"/>
            <a:ext cx="10520680" cy="4226560"/>
          </a:xfrm>
          <a:prstGeom prst="rect">
            <a:avLst/>
          </a:prstGeom>
          <a:solidFill>
            <a:schemeClr val="bg1"/>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sp>
        <p:nvSpPr>
          <p:cNvPr id="12" name="Text Placeholder 2">
            <a:extLst>
              <a:ext uri="{FF2B5EF4-FFF2-40B4-BE49-F238E27FC236}">
                <a16:creationId xmlns:a16="http://schemas.microsoft.com/office/drawing/2014/main" id="{59F8A6E5-CADD-44E6-B535-70314ACFE3E1}"/>
              </a:ext>
            </a:extLst>
          </p:cNvPr>
          <p:cNvSpPr>
            <a:spLocks noGrp="1"/>
          </p:cNvSpPr>
          <p:nvPr>
            <p:ph type="body" sz="quarter" idx="11" hasCustomPrompt="1"/>
          </p:nvPr>
        </p:nvSpPr>
        <p:spPr>
          <a:xfrm>
            <a:off x="1258058" y="2338514"/>
            <a:ext cx="5486400" cy="249299"/>
          </a:xfrm>
          <a:prstGeom prst="rect">
            <a:avLst/>
          </a:prstGeom>
        </p:spPr>
        <p:txBody>
          <a:bodyPr lIns="0" tIns="0" rIns="0" bIns="0" anchor="t" anchorCtr="0">
            <a:spAutoFit/>
          </a:bodyPr>
          <a:lstStyle>
            <a:lvl1pPr marL="0" indent="0" algn="l">
              <a:buFont typeface="Arial" panose="020B0604020202020204" pitchFamily="34" charset="0"/>
              <a:buNone/>
              <a:defRPr sz="1800">
                <a:solidFill>
                  <a:schemeClr val="tx1"/>
                </a:solidFill>
                <a:latin typeface="Neue Haas Grotesk Text Pro" panose="020B0504020202020204" pitchFamily="34" charset="0"/>
                <a:cs typeface="Arial" panose="020B0604020202020204" pitchFamily="34" charset="0"/>
              </a:defRPr>
            </a:lvl1pPr>
            <a:lvl2pPr marL="448193"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2pPr>
            <a:lvl3pPr marL="672290"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3pPr>
            <a:lvl4pPr marL="896386"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4pPr>
            <a:lvl5pPr marL="1120483"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5pPr>
          </a:lstStyle>
          <a:p>
            <a:pPr lvl="0"/>
            <a:r>
              <a:rPr lang="en-US"/>
              <a:t>Exercise description text goes here</a:t>
            </a:r>
          </a:p>
        </p:txBody>
      </p:sp>
      <p:sp>
        <p:nvSpPr>
          <p:cNvPr id="18" name="Rectangle 17">
            <a:extLst>
              <a:ext uri="{FF2B5EF4-FFF2-40B4-BE49-F238E27FC236}">
                <a16:creationId xmlns:a16="http://schemas.microsoft.com/office/drawing/2014/main" id="{D8B5C49D-2BB6-4D3E-B985-1B47246B5431}"/>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eue Haas Grotesk Text Pro" panose="020B0504020202020204" pitchFamily="34" charset="0"/>
            </a:endParaRPr>
          </a:p>
        </p:txBody>
      </p:sp>
      <p:pic>
        <p:nvPicPr>
          <p:cNvPr id="21" name="Picture 20" descr="A picture containing clock, drawing, meter&#10;&#10;Description automatically generated">
            <a:extLst>
              <a:ext uri="{FF2B5EF4-FFF2-40B4-BE49-F238E27FC236}">
                <a16:creationId xmlns:a16="http://schemas.microsoft.com/office/drawing/2014/main" id="{08E63656-40DD-4EAD-A76A-A81E31C5981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pic>
        <p:nvPicPr>
          <p:cNvPr id="15" name="Picture 14">
            <a:extLst>
              <a:ext uri="{FF2B5EF4-FFF2-40B4-BE49-F238E27FC236}">
                <a16:creationId xmlns:a16="http://schemas.microsoft.com/office/drawing/2014/main" id="{302C9C67-C76E-4D20-A6C4-D75E81517EB7}"/>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5366" t="27529" r="5366" b="9589"/>
          <a:stretch/>
        </p:blipFill>
        <p:spPr>
          <a:xfrm>
            <a:off x="6965004" y="2064511"/>
            <a:ext cx="4551357" cy="4214369"/>
          </a:xfrm>
          <a:prstGeom prst="rect">
            <a:avLst/>
          </a:prstGeom>
        </p:spPr>
      </p:pic>
      <p:sp>
        <p:nvSpPr>
          <p:cNvPr id="20" name="Title 5">
            <a:extLst>
              <a:ext uri="{FF2B5EF4-FFF2-40B4-BE49-F238E27FC236}">
                <a16:creationId xmlns:a16="http://schemas.microsoft.com/office/drawing/2014/main" id="{438DB09B-3B4D-451C-BFB6-545BB0428C94}"/>
              </a:ext>
            </a:extLst>
          </p:cNvPr>
          <p:cNvSpPr>
            <a:spLocks noGrp="1"/>
          </p:cNvSpPr>
          <p:nvPr>
            <p:ph type="title"/>
          </p:nvPr>
        </p:nvSpPr>
        <p:spPr>
          <a:xfrm>
            <a:off x="384048" y="146888"/>
            <a:ext cx="10009632" cy="576072"/>
          </a:xfrm>
          <a:prstGeom prst="rect">
            <a:avLst/>
          </a:prstGeom>
        </p:spPr>
        <p:txBody>
          <a:bodyPr lIns="0" tIns="0" rIns="0" bIns="0" anchor="ctr" anchorCtr="0">
            <a:normAutofit/>
          </a:bodyPr>
          <a:lstStyle>
            <a:lvl1pPr>
              <a:defRPr sz="2600" b="0">
                <a:solidFill>
                  <a:schemeClr val="bg2"/>
                </a:solidFill>
                <a:latin typeface="Neue Haas Grotesk Text Pro" panose="020B0504020202020204" pitchFamily="34" charset="0"/>
                <a:cs typeface="Arial" panose="020B0604020202020204" pitchFamily="34" charset="0"/>
              </a:defRPr>
            </a:lvl1pPr>
          </a:lstStyle>
          <a:p>
            <a:r>
              <a:rPr lang="en-US"/>
              <a:t>Click to edit Master title style</a:t>
            </a:r>
          </a:p>
        </p:txBody>
      </p:sp>
      <p:pic>
        <p:nvPicPr>
          <p:cNvPr id="22" name="Picture 21">
            <a:extLst>
              <a:ext uri="{FF2B5EF4-FFF2-40B4-BE49-F238E27FC236}">
                <a16:creationId xmlns:a16="http://schemas.microsoft.com/office/drawing/2014/main" id="{54CBCFD7-349F-449D-BEBD-5920E60726DE}"/>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614680" y="1351280"/>
            <a:ext cx="713232" cy="713232"/>
          </a:xfrm>
          <a:prstGeom prst="rect">
            <a:avLst/>
          </a:prstGeom>
        </p:spPr>
      </p:pic>
    </p:spTree>
    <p:extLst>
      <p:ext uri="{BB962C8B-B14F-4D97-AF65-F5344CB8AC3E}">
        <p14:creationId xmlns:p14="http://schemas.microsoft.com/office/powerpoint/2010/main" val="948525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3_Simulation">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63779F53-7C66-47AB-B265-0B04DB29A00B}"/>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sp>
        <p:nvSpPr>
          <p:cNvPr id="5" name="Rectangle 4">
            <a:extLst>
              <a:ext uri="{FF2B5EF4-FFF2-40B4-BE49-F238E27FC236}">
                <a16:creationId xmlns:a16="http://schemas.microsoft.com/office/drawing/2014/main" id="{D5E0D2A3-77D2-4E3A-B6BF-609FF142EEC9}"/>
              </a:ext>
            </a:extLst>
          </p:cNvPr>
          <p:cNvSpPr/>
          <p:nvPr userDrawn="1"/>
        </p:nvSpPr>
        <p:spPr bwMode="auto">
          <a:xfrm>
            <a:off x="995680" y="1351280"/>
            <a:ext cx="10520680" cy="701040"/>
          </a:xfrm>
          <a:prstGeom prst="rect">
            <a:avLst/>
          </a:prstGeom>
          <a:solidFill>
            <a:schemeClr val="tx2"/>
          </a:solidFill>
          <a:ln>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sp>
        <p:nvSpPr>
          <p:cNvPr id="2" name="Oval 1">
            <a:extLst>
              <a:ext uri="{FF2B5EF4-FFF2-40B4-BE49-F238E27FC236}">
                <a16:creationId xmlns:a16="http://schemas.microsoft.com/office/drawing/2014/main" id="{FF527B1C-8890-4298-87BB-6A45D4E3D31A}"/>
              </a:ext>
            </a:extLst>
          </p:cNvPr>
          <p:cNvSpPr/>
          <p:nvPr userDrawn="1"/>
        </p:nvSpPr>
        <p:spPr bwMode="auto">
          <a:xfrm>
            <a:off x="614680" y="1351280"/>
            <a:ext cx="713232" cy="713232"/>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sp>
        <p:nvSpPr>
          <p:cNvPr id="3" name="Text Placeholder 2"/>
          <p:cNvSpPr>
            <a:spLocks noGrp="1"/>
          </p:cNvSpPr>
          <p:nvPr>
            <p:ph type="body" sz="quarter" idx="10" hasCustomPrompt="1"/>
          </p:nvPr>
        </p:nvSpPr>
        <p:spPr>
          <a:xfrm>
            <a:off x="1440180" y="1577151"/>
            <a:ext cx="9966960" cy="249299"/>
          </a:xfrm>
          <a:prstGeom prst="rect">
            <a:avLst/>
          </a:prstGeom>
        </p:spPr>
        <p:txBody>
          <a:bodyPr lIns="0" tIns="0" rIns="0" bIns="0" anchor="ctr" anchorCtr="0">
            <a:spAutoFit/>
          </a:bodyPr>
          <a:lstStyle>
            <a:lvl1pPr marL="0" indent="0" algn="l">
              <a:buFont typeface="Arial" panose="020B0604020202020204" pitchFamily="34" charset="0"/>
              <a:buNone/>
              <a:defRPr sz="1800" b="1">
                <a:solidFill>
                  <a:schemeClr val="tx1"/>
                </a:solidFill>
                <a:latin typeface="Neue Haas Grotesk Text Pro" panose="020B0504020202020204" pitchFamily="34" charset="0"/>
                <a:cs typeface="Arial" panose="020B0604020202020204" pitchFamily="34" charset="0"/>
              </a:defRPr>
            </a:lvl1pPr>
            <a:lvl2pPr marL="448193"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2pPr>
            <a:lvl3pPr marL="672290"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3pPr>
            <a:lvl4pPr marL="896386"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4pPr>
            <a:lvl5pPr marL="1120483"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5pPr>
          </a:lstStyle>
          <a:p>
            <a:pPr lvl="0"/>
            <a:r>
              <a:rPr lang="en-US"/>
              <a:t>Exercise name goes here</a:t>
            </a:r>
          </a:p>
        </p:txBody>
      </p:sp>
      <p:sp>
        <p:nvSpPr>
          <p:cNvPr id="10" name="Rectangle 9">
            <a:extLst>
              <a:ext uri="{FF2B5EF4-FFF2-40B4-BE49-F238E27FC236}">
                <a16:creationId xmlns:a16="http://schemas.microsoft.com/office/drawing/2014/main" id="{1EB455DE-95D3-4E71-86C4-63499EAA7738}"/>
              </a:ext>
            </a:extLst>
          </p:cNvPr>
          <p:cNvSpPr/>
          <p:nvPr userDrawn="1"/>
        </p:nvSpPr>
        <p:spPr bwMode="auto">
          <a:xfrm>
            <a:off x="995680" y="2052320"/>
            <a:ext cx="10520680" cy="4226560"/>
          </a:xfrm>
          <a:prstGeom prst="rect">
            <a:avLst/>
          </a:prstGeom>
          <a:solidFill>
            <a:schemeClr val="bg1"/>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sp>
        <p:nvSpPr>
          <p:cNvPr id="12" name="Text Placeholder 2">
            <a:extLst>
              <a:ext uri="{FF2B5EF4-FFF2-40B4-BE49-F238E27FC236}">
                <a16:creationId xmlns:a16="http://schemas.microsoft.com/office/drawing/2014/main" id="{59F8A6E5-CADD-44E6-B535-70314ACFE3E1}"/>
              </a:ext>
            </a:extLst>
          </p:cNvPr>
          <p:cNvSpPr>
            <a:spLocks noGrp="1"/>
          </p:cNvSpPr>
          <p:nvPr>
            <p:ph type="body" sz="quarter" idx="11" hasCustomPrompt="1"/>
          </p:nvPr>
        </p:nvSpPr>
        <p:spPr>
          <a:xfrm>
            <a:off x="1258058" y="2338514"/>
            <a:ext cx="5486400" cy="249299"/>
          </a:xfrm>
          <a:prstGeom prst="rect">
            <a:avLst/>
          </a:prstGeom>
        </p:spPr>
        <p:txBody>
          <a:bodyPr lIns="0" tIns="0" rIns="0" bIns="0" anchor="t" anchorCtr="0">
            <a:spAutoFit/>
          </a:bodyPr>
          <a:lstStyle>
            <a:lvl1pPr marL="0" indent="0" algn="l">
              <a:buFont typeface="Arial" panose="020B0604020202020204" pitchFamily="34" charset="0"/>
              <a:buNone/>
              <a:defRPr sz="1800">
                <a:solidFill>
                  <a:schemeClr val="tx1"/>
                </a:solidFill>
                <a:latin typeface="Neue Haas Grotesk Text Pro" panose="020B0504020202020204" pitchFamily="34" charset="0"/>
                <a:cs typeface="Arial" panose="020B0604020202020204" pitchFamily="34" charset="0"/>
              </a:defRPr>
            </a:lvl1pPr>
            <a:lvl2pPr marL="448193"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2pPr>
            <a:lvl3pPr marL="672290"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3pPr>
            <a:lvl4pPr marL="896386"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4pPr>
            <a:lvl5pPr marL="1120483"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5pPr>
          </a:lstStyle>
          <a:p>
            <a:pPr lvl="0"/>
            <a:r>
              <a:rPr lang="en-US"/>
              <a:t>Exercise description text goes here</a:t>
            </a:r>
          </a:p>
        </p:txBody>
      </p:sp>
      <p:sp>
        <p:nvSpPr>
          <p:cNvPr id="18" name="Rectangle 17">
            <a:extLst>
              <a:ext uri="{FF2B5EF4-FFF2-40B4-BE49-F238E27FC236}">
                <a16:creationId xmlns:a16="http://schemas.microsoft.com/office/drawing/2014/main" id="{D8B5C49D-2BB6-4D3E-B985-1B47246B5431}"/>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eue Haas Grotesk Text Pro" panose="020B0504020202020204" pitchFamily="34" charset="0"/>
            </a:endParaRPr>
          </a:p>
        </p:txBody>
      </p:sp>
      <p:pic>
        <p:nvPicPr>
          <p:cNvPr id="21" name="Picture 20" descr="A picture containing clock, drawing, meter&#10;&#10;Description automatically generated">
            <a:extLst>
              <a:ext uri="{FF2B5EF4-FFF2-40B4-BE49-F238E27FC236}">
                <a16:creationId xmlns:a16="http://schemas.microsoft.com/office/drawing/2014/main" id="{08E63656-40DD-4EAD-A76A-A81E31C5981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
        <p:nvSpPr>
          <p:cNvPr id="20" name="Title 5">
            <a:extLst>
              <a:ext uri="{FF2B5EF4-FFF2-40B4-BE49-F238E27FC236}">
                <a16:creationId xmlns:a16="http://schemas.microsoft.com/office/drawing/2014/main" id="{438DB09B-3B4D-451C-BFB6-545BB0428C94}"/>
              </a:ext>
            </a:extLst>
          </p:cNvPr>
          <p:cNvSpPr>
            <a:spLocks noGrp="1"/>
          </p:cNvSpPr>
          <p:nvPr>
            <p:ph type="title"/>
          </p:nvPr>
        </p:nvSpPr>
        <p:spPr>
          <a:xfrm>
            <a:off x="384048" y="146888"/>
            <a:ext cx="10009632" cy="576072"/>
          </a:xfrm>
          <a:prstGeom prst="rect">
            <a:avLst/>
          </a:prstGeom>
        </p:spPr>
        <p:txBody>
          <a:bodyPr lIns="0" tIns="0" rIns="0" bIns="0" anchor="ctr" anchorCtr="0">
            <a:normAutofit/>
          </a:bodyPr>
          <a:lstStyle>
            <a:lvl1pPr>
              <a:defRPr sz="2600" b="0">
                <a:solidFill>
                  <a:schemeClr val="bg2"/>
                </a:solidFill>
                <a:latin typeface="Neue Haas Grotesk Text Pro" panose="020B0504020202020204" pitchFamily="34" charset="0"/>
                <a:cs typeface="Arial" panose="020B0604020202020204" pitchFamily="34" charset="0"/>
              </a:defRPr>
            </a:lvl1pPr>
          </a:lstStyle>
          <a:p>
            <a:r>
              <a:rPr lang="en-US"/>
              <a:t>Click to edit Master title style</a:t>
            </a:r>
          </a:p>
        </p:txBody>
      </p:sp>
      <p:pic>
        <p:nvPicPr>
          <p:cNvPr id="22" name="Picture 21">
            <a:extLst>
              <a:ext uri="{FF2B5EF4-FFF2-40B4-BE49-F238E27FC236}">
                <a16:creationId xmlns:a16="http://schemas.microsoft.com/office/drawing/2014/main" id="{54CBCFD7-349F-449D-BEBD-5920E60726DE}"/>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614680" y="1351280"/>
            <a:ext cx="713232" cy="713232"/>
          </a:xfrm>
          <a:prstGeom prst="rect">
            <a:avLst/>
          </a:prstGeom>
        </p:spPr>
      </p:pic>
      <p:pic>
        <p:nvPicPr>
          <p:cNvPr id="14" name="Picture 13">
            <a:extLst>
              <a:ext uri="{FF2B5EF4-FFF2-40B4-BE49-F238E27FC236}">
                <a16:creationId xmlns:a16="http://schemas.microsoft.com/office/drawing/2014/main" id="{92794C42-B0DB-456B-AF59-0A1A6F64E3A4}"/>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663" r="27852"/>
          <a:stretch/>
        </p:blipFill>
        <p:spPr>
          <a:xfrm>
            <a:off x="7006836" y="2064511"/>
            <a:ext cx="4509524" cy="4207570"/>
          </a:xfrm>
          <a:prstGeom prst="rect">
            <a:avLst/>
          </a:prstGeom>
        </p:spPr>
      </p:pic>
    </p:spTree>
    <p:extLst>
      <p:ext uri="{BB962C8B-B14F-4D97-AF65-F5344CB8AC3E}">
        <p14:creationId xmlns:p14="http://schemas.microsoft.com/office/powerpoint/2010/main" val="1215383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2_Simulation">
    <p:spTree>
      <p:nvGrpSpPr>
        <p:cNvPr id="1" name=""/>
        <p:cNvGrpSpPr/>
        <p:nvPr/>
      </p:nvGrpSpPr>
      <p:grpSpPr>
        <a:xfrm>
          <a:off x="0" y="0"/>
          <a:ext cx="0" cy="0"/>
          <a:chOff x="0" y="0"/>
          <a:chExt cx="0" cy="0"/>
        </a:xfrm>
      </p:grpSpPr>
      <p:pic>
        <p:nvPicPr>
          <p:cNvPr id="2052" name="Picture 4" descr="Close Up Of Businessman Typing On Laptop Close Up Of Businessman Typing On Laptop. Adult Stock Photo">
            <a:extLst>
              <a:ext uri="{FF2B5EF4-FFF2-40B4-BE49-F238E27FC236}">
                <a16:creationId xmlns:a16="http://schemas.microsoft.com/office/drawing/2014/main" id="{655C9AFB-39FB-4C1C-A431-39FA9BBF7320}"/>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16957" r="3071" b="11544"/>
          <a:stretch/>
        </p:blipFill>
        <p:spPr bwMode="auto">
          <a:xfrm>
            <a:off x="1" y="869846"/>
            <a:ext cx="12188952" cy="5988153"/>
          </a:xfrm>
          <a:prstGeom prst="rect">
            <a:avLst/>
          </a:prstGeom>
          <a:noFill/>
          <a:extLst>
            <a:ext uri="{909E8E84-426E-40DD-AFC4-6F175D3DCCD1}">
              <a14:hiddenFill xmlns:a14="http://schemas.microsoft.com/office/drawing/2010/main">
                <a:solidFill>
                  <a:srgbClr val="FFFFFF"/>
                </a:solidFill>
              </a14:hiddenFill>
            </a:ext>
          </a:extLst>
        </p:spPr>
      </p:pic>
      <p:sp>
        <p:nvSpPr>
          <p:cNvPr id="19" name="Rectangle 18">
            <a:extLst>
              <a:ext uri="{FF2B5EF4-FFF2-40B4-BE49-F238E27FC236}">
                <a16:creationId xmlns:a16="http://schemas.microsoft.com/office/drawing/2014/main" id="{63779F53-7C66-47AB-B265-0B04DB29A00B}"/>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sp>
        <p:nvSpPr>
          <p:cNvPr id="18" name="Rectangle 17">
            <a:extLst>
              <a:ext uri="{FF2B5EF4-FFF2-40B4-BE49-F238E27FC236}">
                <a16:creationId xmlns:a16="http://schemas.microsoft.com/office/drawing/2014/main" id="{D8B5C49D-2BB6-4D3E-B985-1B47246B5431}"/>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eue Haas Grotesk Text Pro" panose="020B0504020202020204" pitchFamily="34" charset="0"/>
            </a:endParaRPr>
          </a:p>
        </p:txBody>
      </p:sp>
      <p:pic>
        <p:nvPicPr>
          <p:cNvPr id="21" name="Picture 20" descr="A picture containing clock, drawing, meter&#10;&#10;Description automatically generated">
            <a:extLst>
              <a:ext uri="{FF2B5EF4-FFF2-40B4-BE49-F238E27FC236}">
                <a16:creationId xmlns:a16="http://schemas.microsoft.com/office/drawing/2014/main" id="{08E63656-40DD-4EAD-A76A-A81E31C5981C}"/>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
        <p:nvSpPr>
          <p:cNvPr id="20" name="Title 5">
            <a:extLst>
              <a:ext uri="{FF2B5EF4-FFF2-40B4-BE49-F238E27FC236}">
                <a16:creationId xmlns:a16="http://schemas.microsoft.com/office/drawing/2014/main" id="{438DB09B-3B4D-451C-BFB6-545BB0428C94}"/>
              </a:ext>
            </a:extLst>
          </p:cNvPr>
          <p:cNvSpPr>
            <a:spLocks noGrp="1"/>
          </p:cNvSpPr>
          <p:nvPr>
            <p:ph type="title"/>
          </p:nvPr>
        </p:nvSpPr>
        <p:spPr>
          <a:xfrm>
            <a:off x="384048" y="146888"/>
            <a:ext cx="10009632" cy="576072"/>
          </a:xfrm>
          <a:prstGeom prst="rect">
            <a:avLst/>
          </a:prstGeom>
        </p:spPr>
        <p:txBody>
          <a:bodyPr lIns="0" tIns="0" rIns="0" bIns="0" anchor="ctr" anchorCtr="0">
            <a:normAutofit/>
          </a:bodyPr>
          <a:lstStyle>
            <a:lvl1pPr>
              <a:defRPr sz="2600" b="0">
                <a:solidFill>
                  <a:schemeClr val="bg2"/>
                </a:solidFill>
                <a:latin typeface="Neue Haas Grotesk Text Pro" panose="020B0504020202020204" pitchFamily="34" charset="0"/>
                <a:cs typeface="Arial" panose="020B0604020202020204" pitchFamily="34" charset="0"/>
              </a:defRPr>
            </a:lvl1pPr>
          </a:lstStyle>
          <a:p>
            <a:r>
              <a:rPr lang="en-US"/>
              <a:t>Click to edit Master title style</a:t>
            </a:r>
          </a:p>
        </p:txBody>
      </p:sp>
      <p:sp>
        <p:nvSpPr>
          <p:cNvPr id="14" name="Rectangle 13">
            <a:extLst>
              <a:ext uri="{FF2B5EF4-FFF2-40B4-BE49-F238E27FC236}">
                <a16:creationId xmlns:a16="http://schemas.microsoft.com/office/drawing/2014/main" id="{A74EE63C-3529-4822-8547-1649FC412B86}"/>
              </a:ext>
            </a:extLst>
          </p:cNvPr>
          <p:cNvSpPr/>
          <p:nvPr userDrawn="1"/>
        </p:nvSpPr>
        <p:spPr>
          <a:xfrm>
            <a:off x="5798916" y="2218004"/>
            <a:ext cx="6390763" cy="3291840"/>
          </a:xfrm>
          <a:prstGeom prst="rect">
            <a:avLst/>
          </a:prstGeom>
          <a:solidFill>
            <a:srgbClr val="720062">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1391836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Knowledge Check">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455F4812-8182-4FC8-9324-53F0C844DA1D}"/>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pic>
        <p:nvPicPr>
          <p:cNvPr id="22" name="Picture 21" descr="A hand holding an object in his hand&#10;&#10;Description automatically generated">
            <a:extLst>
              <a:ext uri="{FF2B5EF4-FFF2-40B4-BE49-F238E27FC236}">
                <a16:creationId xmlns:a16="http://schemas.microsoft.com/office/drawing/2014/main" id="{7A322D95-7F25-460D-A56A-AFEBF4C4EEC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361416" y="2226842"/>
            <a:ext cx="4830584" cy="4631157"/>
          </a:xfrm>
          <a:prstGeom prst="rect">
            <a:avLst/>
          </a:prstGeom>
        </p:spPr>
      </p:pic>
      <p:sp>
        <p:nvSpPr>
          <p:cNvPr id="2" name="Rectangle 1">
            <a:extLst>
              <a:ext uri="{FF2B5EF4-FFF2-40B4-BE49-F238E27FC236}">
                <a16:creationId xmlns:a16="http://schemas.microsoft.com/office/drawing/2014/main" id="{B0A0B547-8C58-4B13-A3D0-97487F1DD112}"/>
              </a:ext>
            </a:extLst>
          </p:cNvPr>
          <p:cNvSpPr/>
          <p:nvPr userDrawn="1"/>
        </p:nvSpPr>
        <p:spPr bwMode="auto">
          <a:xfrm>
            <a:off x="0" y="1145540"/>
            <a:ext cx="12192000" cy="1082041"/>
          </a:xfrm>
          <a:prstGeom prst="rect">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sp>
        <p:nvSpPr>
          <p:cNvPr id="18" name="Oval 17">
            <a:extLst>
              <a:ext uri="{FF2B5EF4-FFF2-40B4-BE49-F238E27FC236}">
                <a16:creationId xmlns:a16="http://schemas.microsoft.com/office/drawing/2014/main" id="{AF9B415A-5593-4506-959C-8C76BFDD8B24}"/>
              </a:ext>
            </a:extLst>
          </p:cNvPr>
          <p:cNvSpPr/>
          <p:nvPr userDrawn="1"/>
        </p:nvSpPr>
        <p:spPr bwMode="auto">
          <a:xfrm>
            <a:off x="104685" y="994844"/>
            <a:ext cx="1371600" cy="1371600"/>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endParaRPr lang="en-US" sz="60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sp>
        <p:nvSpPr>
          <p:cNvPr id="17" name="Rectangle 16">
            <a:extLst>
              <a:ext uri="{FF2B5EF4-FFF2-40B4-BE49-F238E27FC236}">
                <a16:creationId xmlns:a16="http://schemas.microsoft.com/office/drawing/2014/main" id="{BDD58815-EFB8-47B5-8BB8-2731DEB2FC30}"/>
              </a:ext>
            </a:extLst>
          </p:cNvPr>
          <p:cNvSpPr/>
          <p:nvPr userDrawn="1"/>
        </p:nvSpPr>
        <p:spPr bwMode="auto">
          <a:xfrm>
            <a:off x="0" y="1040564"/>
            <a:ext cx="937549" cy="1343821"/>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sp>
        <p:nvSpPr>
          <p:cNvPr id="7" name="Oval 6">
            <a:extLst>
              <a:ext uri="{FF2B5EF4-FFF2-40B4-BE49-F238E27FC236}">
                <a16:creationId xmlns:a16="http://schemas.microsoft.com/office/drawing/2014/main" id="{E5C6231A-8F08-47FB-8DA2-BE72057E3A9D}"/>
              </a:ext>
            </a:extLst>
          </p:cNvPr>
          <p:cNvSpPr/>
          <p:nvPr userDrawn="1"/>
        </p:nvSpPr>
        <p:spPr bwMode="auto">
          <a:xfrm>
            <a:off x="115102" y="1040564"/>
            <a:ext cx="1280160" cy="128016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6000" dirty="0">
                <a:solidFill>
                  <a:schemeClr val="tx1"/>
                </a:solidFill>
                <a:latin typeface="Neue Haas Grotesk Text Pro" panose="020B0504020202020204" pitchFamily="34" charset="0"/>
                <a:ea typeface="Segoe UI" pitchFamily="34" charset="0"/>
                <a:cs typeface="Arial" panose="020B0604020202020204" pitchFamily="34" charset="0"/>
              </a:rPr>
              <a:t>Q</a:t>
            </a:r>
          </a:p>
        </p:txBody>
      </p:sp>
      <p:sp>
        <p:nvSpPr>
          <p:cNvPr id="3" name="Text Placeholder 2"/>
          <p:cNvSpPr>
            <a:spLocks noGrp="1"/>
          </p:cNvSpPr>
          <p:nvPr>
            <p:ph type="body" sz="quarter" idx="10" hasCustomPrompt="1"/>
          </p:nvPr>
        </p:nvSpPr>
        <p:spPr>
          <a:xfrm>
            <a:off x="1686560" y="1254221"/>
            <a:ext cx="10393680" cy="864678"/>
          </a:xfrm>
          <a:prstGeom prst="rect">
            <a:avLst/>
          </a:prstGeom>
        </p:spPr>
        <p:txBody>
          <a:bodyPr lIns="0" tIns="0" rIns="0" bIns="0"/>
          <a:lstStyle>
            <a:lvl1pPr marL="0" indent="0">
              <a:buFont typeface="Arial" panose="020B0604020202020204" pitchFamily="34" charset="0"/>
              <a:buNone/>
              <a:defRPr sz="1800">
                <a:solidFill>
                  <a:schemeClr val="tx1"/>
                </a:solidFill>
                <a:latin typeface="Neue Haas Grotesk Text Pro" panose="020B0504020202020204" pitchFamily="34" charset="0"/>
                <a:cs typeface="Arial" panose="020B0604020202020204" pitchFamily="34" charset="0"/>
              </a:defRPr>
            </a:lvl1pPr>
            <a:lvl2pPr marL="448193"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2pPr>
            <a:lvl3pPr marL="672290"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3pPr>
            <a:lvl4pPr marL="896386"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4pPr>
            <a:lvl5pPr marL="1120483"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5pPr>
          </a:lstStyle>
          <a:p>
            <a:pPr lvl="0"/>
            <a:r>
              <a:rPr lang="en-US"/>
              <a:t>Question text goes here</a:t>
            </a:r>
          </a:p>
        </p:txBody>
      </p:sp>
      <p:sp>
        <p:nvSpPr>
          <p:cNvPr id="8" name="Text Placeholder 2">
            <a:extLst>
              <a:ext uri="{FF2B5EF4-FFF2-40B4-BE49-F238E27FC236}">
                <a16:creationId xmlns:a16="http://schemas.microsoft.com/office/drawing/2014/main" id="{781D44AD-6B87-4521-AE6A-61D11347790D}"/>
              </a:ext>
            </a:extLst>
          </p:cNvPr>
          <p:cNvSpPr>
            <a:spLocks noGrp="1"/>
          </p:cNvSpPr>
          <p:nvPr>
            <p:ph type="body" sz="quarter" idx="11" hasCustomPrompt="1"/>
          </p:nvPr>
        </p:nvSpPr>
        <p:spPr>
          <a:xfrm>
            <a:off x="1686560" y="2296160"/>
            <a:ext cx="6126480" cy="365760"/>
          </a:xfrm>
          <a:prstGeom prst="rect">
            <a:avLst/>
          </a:prstGeom>
        </p:spPr>
        <p:txBody>
          <a:bodyPr lIns="0" tIns="0" rIns="0" bIns="0"/>
          <a:lstStyle>
            <a:lvl1pPr marL="0" indent="0">
              <a:buFont typeface="Arial" panose="020B0604020202020204" pitchFamily="34" charset="0"/>
              <a:buNone/>
              <a:defRPr sz="1600" i="1">
                <a:solidFill>
                  <a:schemeClr val="tx1"/>
                </a:solidFill>
                <a:latin typeface="Neue Haas Grotesk Text Pro" panose="020B0504020202020204" pitchFamily="34" charset="0"/>
                <a:cs typeface="Arial" panose="020B0604020202020204" pitchFamily="34" charset="0"/>
              </a:defRPr>
            </a:lvl1pPr>
            <a:lvl2pPr marL="448193"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2pPr>
            <a:lvl3pPr marL="672290"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3pPr>
            <a:lvl4pPr marL="896386"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4pPr>
            <a:lvl5pPr marL="1120483"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5pPr>
          </a:lstStyle>
          <a:p>
            <a:pPr lvl="0"/>
            <a:r>
              <a:rPr lang="en-US"/>
              <a:t>Instruction text goes here</a:t>
            </a:r>
          </a:p>
        </p:txBody>
      </p:sp>
      <p:sp>
        <p:nvSpPr>
          <p:cNvPr id="16" name="Rectangle 15">
            <a:extLst>
              <a:ext uri="{FF2B5EF4-FFF2-40B4-BE49-F238E27FC236}">
                <a16:creationId xmlns:a16="http://schemas.microsoft.com/office/drawing/2014/main" id="{1C31B344-9358-422A-8D4C-CD4AE48E736D}"/>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eue Haas Grotesk Text Pro" panose="020B0504020202020204" pitchFamily="34" charset="0"/>
            </a:endParaRPr>
          </a:p>
        </p:txBody>
      </p:sp>
      <p:pic>
        <p:nvPicPr>
          <p:cNvPr id="25" name="Picture 24" descr="A picture containing clock, drawing, meter&#10;&#10;Description automatically generated">
            <a:extLst>
              <a:ext uri="{FF2B5EF4-FFF2-40B4-BE49-F238E27FC236}">
                <a16:creationId xmlns:a16="http://schemas.microsoft.com/office/drawing/2014/main" id="{39A5BB0E-CC7D-48C3-8D95-35B9546F2F7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
        <p:nvSpPr>
          <p:cNvPr id="13" name="Title 5">
            <a:extLst>
              <a:ext uri="{FF2B5EF4-FFF2-40B4-BE49-F238E27FC236}">
                <a16:creationId xmlns:a16="http://schemas.microsoft.com/office/drawing/2014/main" id="{3429438E-169F-4984-9606-B5B07F05E4AE}"/>
              </a:ext>
            </a:extLst>
          </p:cNvPr>
          <p:cNvSpPr>
            <a:spLocks noGrp="1"/>
          </p:cNvSpPr>
          <p:nvPr>
            <p:ph type="title"/>
          </p:nvPr>
        </p:nvSpPr>
        <p:spPr>
          <a:xfrm>
            <a:off x="384048" y="146888"/>
            <a:ext cx="10009632" cy="576072"/>
          </a:xfrm>
          <a:prstGeom prst="rect">
            <a:avLst/>
          </a:prstGeom>
        </p:spPr>
        <p:txBody>
          <a:bodyPr lIns="0" tIns="0" rIns="0" bIns="0" anchor="ctr" anchorCtr="0">
            <a:normAutofit/>
          </a:bodyPr>
          <a:lstStyle>
            <a:lvl1pPr>
              <a:defRPr sz="2600" b="0">
                <a:solidFill>
                  <a:schemeClr val="bg2"/>
                </a:solidFill>
                <a:latin typeface="Neue Haas Grotesk Text Pro" panose="020B0504020202020204" pitchFamily="34" charset="0"/>
                <a:cs typeface="Arial"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22579279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Course Summary">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F816D950-FCCC-4886-9D48-894952DC8D48}"/>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pic>
        <p:nvPicPr>
          <p:cNvPr id="16" name="Picture 15" descr="A person sitting at a table using a computer&#10;&#10;Description automatically generated">
            <a:extLst>
              <a:ext uri="{FF2B5EF4-FFF2-40B4-BE49-F238E27FC236}">
                <a16:creationId xmlns:a16="http://schemas.microsoft.com/office/drawing/2014/main" id="{AC057FDE-C1E9-480D-B71B-01AFDE117BA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14116"/>
          <a:stretch/>
        </p:blipFill>
        <p:spPr>
          <a:xfrm>
            <a:off x="5368556" y="877824"/>
            <a:ext cx="6823444" cy="5980176"/>
          </a:xfrm>
          <a:prstGeom prst="rect">
            <a:avLst/>
          </a:prstGeom>
        </p:spPr>
      </p:pic>
      <p:sp>
        <p:nvSpPr>
          <p:cNvPr id="13" name="Rectangle 12">
            <a:extLst>
              <a:ext uri="{FF2B5EF4-FFF2-40B4-BE49-F238E27FC236}">
                <a16:creationId xmlns:a16="http://schemas.microsoft.com/office/drawing/2014/main" id="{D82910AD-9F4B-410B-A018-61AB15896262}"/>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eue Haas Grotesk Text Pro" panose="020B0504020202020204" pitchFamily="34" charset="0"/>
            </a:endParaRPr>
          </a:p>
        </p:txBody>
      </p:sp>
      <p:pic>
        <p:nvPicPr>
          <p:cNvPr id="19" name="Picture 18" descr="A picture containing clock, drawing, meter&#10;&#10;Description automatically generated">
            <a:extLst>
              <a:ext uri="{FF2B5EF4-FFF2-40B4-BE49-F238E27FC236}">
                <a16:creationId xmlns:a16="http://schemas.microsoft.com/office/drawing/2014/main" id="{417CEF8F-82A9-465C-9DA8-1D0E7D6D89A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
        <p:nvSpPr>
          <p:cNvPr id="9" name="Title 5">
            <a:extLst>
              <a:ext uri="{FF2B5EF4-FFF2-40B4-BE49-F238E27FC236}">
                <a16:creationId xmlns:a16="http://schemas.microsoft.com/office/drawing/2014/main" id="{22DD6D48-D55F-4A99-859C-AFD60033A4E8}"/>
              </a:ext>
            </a:extLst>
          </p:cNvPr>
          <p:cNvSpPr>
            <a:spLocks noGrp="1"/>
          </p:cNvSpPr>
          <p:nvPr>
            <p:ph type="title"/>
          </p:nvPr>
        </p:nvSpPr>
        <p:spPr>
          <a:xfrm>
            <a:off x="384048" y="146888"/>
            <a:ext cx="10009632" cy="576072"/>
          </a:xfrm>
          <a:prstGeom prst="rect">
            <a:avLst/>
          </a:prstGeom>
        </p:spPr>
        <p:txBody>
          <a:bodyPr lIns="0" tIns="0" rIns="0" bIns="0" anchor="ctr" anchorCtr="0">
            <a:normAutofit/>
          </a:bodyPr>
          <a:lstStyle>
            <a:lvl1pPr>
              <a:defRPr sz="2600" b="0">
                <a:solidFill>
                  <a:schemeClr val="bg2"/>
                </a:solidFill>
                <a:latin typeface="Neue Haas Grotesk Text Pro" panose="020B0504020202020204" pitchFamily="34" charset="0"/>
                <a:cs typeface="Arial" panose="020B0604020202020204" pitchFamily="34" charset="0"/>
              </a:defRPr>
            </a:lvl1pPr>
          </a:lstStyle>
          <a:p>
            <a:r>
              <a:rPr lang="en-US"/>
              <a:t>Click to edit Master title style</a:t>
            </a:r>
          </a:p>
        </p:txBody>
      </p:sp>
      <p:sp>
        <p:nvSpPr>
          <p:cNvPr id="10" name="Text Placeholder 2">
            <a:extLst>
              <a:ext uri="{FF2B5EF4-FFF2-40B4-BE49-F238E27FC236}">
                <a16:creationId xmlns:a16="http://schemas.microsoft.com/office/drawing/2014/main" id="{EA839E61-9FC4-4A65-BB87-E70353133C67}"/>
              </a:ext>
            </a:extLst>
          </p:cNvPr>
          <p:cNvSpPr>
            <a:spLocks noGrp="1"/>
          </p:cNvSpPr>
          <p:nvPr>
            <p:ph type="body" sz="quarter" idx="10" hasCustomPrompt="1"/>
          </p:nvPr>
        </p:nvSpPr>
        <p:spPr>
          <a:xfrm>
            <a:off x="384048" y="1158460"/>
            <a:ext cx="4828600" cy="276999"/>
          </a:xfrm>
          <a:prstGeom prst="rect">
            <a:avLst/>
          </a:prstGeom>
        </p:spPr>
        <p:txBody>
          <a:bodyPr wrap="square" lIns="0" tIns="0" rIns="0" bIns="0">
            <a:spAutoFit/>
          </a:bodyPr>
          <a:lstStyle>
            <a:lvl1pPr marL="0" indent="0">
              <a:lnSpc>
                <a:spcPct val="100000"/>
              </a:lnSpc>
              <a:spcBef>
                <a:spcPts val="0"/>
              </a:spcBef>
              <a:buFont typeface="Arial" panose="020B0604020202020204" pitchFamily="34" charset="0"/>
              <a:buNone/>
              <a:defRPr sz="1800">
                <a:solidFill>
                  <a:schemeClr val="tx1"/>
                </a:solidFill>
                <a:latin typeface="Neue Haas Grotesk Text Pro" panose="020B0504020202020204" pitchFamily="34" charset="0"/>
                <a:cs typeface="Arial" panose="020B0604020202020204" pitchFamily="34" charset="0"/>
              </a:defRPr>
            </a:lvl1pPr>
            <a:lvl2pPr marL="448193" indent="-224097">
              <a:buFont typeface="Arial" panose="020B0604020202020204" pitchFamily="34" charset="0"/>
              <a:buChar char="•"/>
              <a:defRPr sz="2000">
                <a:latin typeface="Segoe UI" panose="020B0502040204020203" pitchFamily="34" charset="0"/>
                <a:cs typeface="Segoe UI" panose="020B0502040204020203" pitchFamily="34" charset="0"/>
              </a:defRPr>
            </a:lvl2pPr>
            <a:lvl3pPr marL="672290" indent="-224097">
              <a:buFont typeface="Arial" panose="020B0604020202020204" pitchFamily="34" charset="0"/>
              <a:buChar char="•"/>
              <a:defRPr sz="2000">
                <a:latin typeface="Segoe UI" panose="020B0502040204020203" pitchFamily="34" charset="0"/>
                <a:cs typeface="Segoe UI" panose="020B0502040204020203" pitchFamily="34" charset="0"/>
              </a:defRPr>
            </a:lvl3pPr>
            <a:lvl4pPr marL="896386" indent="-224097">
              <a:buFont typeface="Arial" panose="020B0604020202020204" pitchFamily="34" charset="0"/>
              <a:buChar char="•"/>
              <a:defRPr sz="2000">
                <a:latin typeface="Segoe UI" panose="020B0502040204020203" pitchFamily="34" charset="0"/>
                <a:cs typeface="Segoe UI" panose="020B0502040204020203" pitchFamily="34" charset="0"/>
              </a:defRPr>
            </a:lvl4pPr>
            <a:lvl5pPr marL="1120483" indent="-224097">
              <a:buFont typeface="Arial" panose="020B0604020202020204" pitchFamily="34" charset="0"/>
              <a:buChar char="•"/>
              <a:defRPr sz="2000">
                <a:latin typeface="Segoe UI" panose="020B0502040204020203" pitchFamily="34" charset="0"/>
                <a:cs typeface="Segoe UI" panose="020B0502040204020203" pitchFamily="34" charset="0"/>
              </a:defRPr>
            </a:lvl5pPr>
          </a:lstStyle>
          <a:p>
            <a:pPr lvl="0"/>
            <a:r>
              <a:rPr lang="en-US"/>
              <a:t>Edit Master text styles</a:t>
            </a:r>
          </a:p>
        </p:txBody>
      </p:sp>
    </p:spTree>
    <p:extLst>
      <p:ext uri="{BB962C8B-B14F-4D97-AF65-F5344CB8AC3E}">
        <p14:creationId xmlns:p14="http://schemas.microsoft.com/office/powerpoint/2010/main" val="574930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Assessment Introduction">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4312BF16-5A2B-4FB4-B794-52205C0BB0D0}"/>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pic>
        <p:nvPicPr>
          <p:cNvPr id="19" name="Picture 18" descr="A person sitting at a table looking at a computer&#10;&#10;Description automatically generated">
            <a:extLst>
              <a:ext uri="{FF2B5EF4-FFF2-40B4-BE49-F238E27FC236}">
                <a16:creationId xmlns:a16="http://schemas.microsoft.com/office/drawing/2014/main" id="{1606943D-DC6B-49D6-A7E7-A3C36394CF1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797696" y="877824"/>
            <a:ext cx="5394304" cy="5980176"/>
          </a:xfrm>
          <a:prstGeom prst="rect">
            <a:avLst/>
          </a:prstGeom>
        </p:spPr>
      </p:pic>
      <p:sp>
        <p:nvSpPr>
          <p:cNvPr id="13" name="Rectangle 12">
            <a:extLst>
              <a:ext uri="{FF2B5EF4-FFF2-40B4-BE49-F238E27FC236}">
                <a16:creationId xmlns:a16="http://schemas.microsoft.com/office/drawing/2014/main" id="{F5F1E28F-75A6-4D2E-8640-6E8E5C8321E3}"/>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eue Haas Grotesk Text Pro" panose="020B0504020202020204" pitchFamily="34" charset="0"/>
            </a:endParaRPr>
          </a:p>
        </p:txBody>
      </p:sp>
      <p:pic>
        <p:nvPicPr>
          <p:cNvPr id="23" name="Picture 22" descr="A picture containing clock, drawing, meter&#10;&#10;Description automatically generated">
            <a:extLst>
              <a:ext uri="{FF2B5EF4-FFF2-40B4-BE49-F238E27FC236}">
                <a16:creationId xmlns:a16="http://schemas.microsoft.com/office/drawing/2014/main" id="{5AA97642-AF9B-41B4-A210-079A8A2BCFA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
        <p:nvSpPr>
          <p:cNvPr id="10" name="Text Placeholder 2">
            <a:extLst>
              <a:ext uri="{FF2B5EF4-FFF2-40B4-BE49-F238E27FC236}">
                <a16:creationId xmlns:a16="http://schemas.microsoft.com/office/drawing/2014/main" id="{0743BF0A-32BA-4DAF-BFEC-F177B73A21FB}"/>
              </a:ext>
            </a:extLst>
          </p:cNvPr>
          <p:cNvSpPr>
            <a:spLocks noGrp="1"/>
          </p:cNvSpPr>
          <p:nvPr>
            <p:ph type="body" sz="quarter" idx="10" hasCustomPrompt="1"/>
          </p:nvPr>
        </p:nvSpPr>
        <p:spPr>
          <a:xfrm>
            <a:off x="384048" y="1158460"/>
            <a:ext cx="4828600" cy="276999"/>
          </a:xfrm>
          <a:prstGeom prst="rect">
            <a:avLst/>
          </a:prstGeom>
        </p:spPr>
        <p:txBody>
          <a:bodyPr wrap="square" lIns="0" tIns="0" rIns="0" bIns="0">
            <a:spAutoFit/>
          </a:bodyPr>
          <a:lstStyle>
            <a:lvl1pPr marL="0" indent="0">
              <a:lnSpc>
                <a:spcPct val="100000"/>
              </a:lnSpc>
              <a:spcBef>
                <a:spcPts val="0"/>
              </a:spcBef>
              <a:buFont typeface="Arial" panose="020B0604020202020204" pitchFamily="34" charset="0"/>
              <a:buNone/>
              <a:defRPr sz="1800">
                <a:solidFill>
                  <a:schemeClr val="tx1"/>
                </a:solidFill>
                <a:latin typeface="Neue Haas Grotesk Text Pro" panose="020B0504020202020204" pitchFamily="34" charset="0"/>
                <a:cs typeface="Arial" panose="020B0604020202020204" pitchFamily="34" charset="0"/>
              </a:defRPr>
            </a:lvl1pPr>
            <a:lvl2pPr marL="448193" indent="-224097">
              <a:buFont typeface="Arial" panose="020B0604020202020204" pitchFamily="34" charset="0"/>
              <a:buChar char="•"/>
              <a:defRPr sz="2000">
                <a:latin typeface="Segoe UI" panose="020B0502040204020203" pitchFamily="34" charset="0"/>
                <a:cs typeface="Segoe UI" panose="020B0502040204020203" pitchFamily="34" charset="0"/>
              </a:defRPr>
            </a:lvl2pPr>
            <a:lvl3pPr marL="672290" indent="-224097">
              <a:buFont typeface="Arial" panose="020B0604020202020204" pitchFamily="34" charset="0"/>
              <a:buChar char="•"/>
              <a:defRPr sz="2000">
                <a:latin typeface="Segoe UI" panose="020B0502040204020203" pitchFamily="34" charset="0"/>
                <a:cs typeface="Segoe UI" panose="020B0502040204020203" pitchFamily="34" charset="0"/>
              </a:defRPr>
            </a:lvl3pPr>
            <a:lvl4pPr marL="896386" indent="-224097">
              <a:buFont typeface="Arial" panose="020B0604020202020204" pitchFamily="34" charset="0"/>
              <a:buChar char="•"/>
              <a:defRPr sz="2000">
                <a:latin typeface="Segoe UI" panose="020B0502040204020203" pitchFamily="34" charset="0"/>
                <a:cs typeface="Segoe UI" panose="020B0502040204020203" pitchFamily="34" charset="0"/>
              </a:defRPr>
            </a:lvl4pPr>
            <a:lvl5pPr marL="1120483" indent="-224097">
              <a:buFont typeface="Arial" panose="020B0604020202020204" pitchFamily="34" charset="0"/>
              <a:buChar char="•"/>
              <a:defRPr sz="2000">
                <a:latin typeface="Segoe UI" panose="020B0502040204020203" pitchFamily="34" charset="0"/>
                <a:cs typeface="Segoe UI" panose="020B0502040204020203" pitchFamily="34" charset="0"/>
              </a:defRPr>
            </a:lvl5pPr>
          </a:lstStyle>
          <a:p>
            <a:pPr lvl="0"/>
            <a:r>
              <a:rPr lang="en-US"/>
              <a:t>Edit Master text styles</a:t>
            </a:r>
          </a:p>
        </p:txBody>
      </p:sp>
      <p:sp>
        <p:nvSpPr>
          <p:cNvPr id="11" name="Title 5">
            <a:extLst>
              <a:ext uri="{FF2B5EF4-FFF2-40B4-BE49-F238E27FC236}">
                <a16:creationId xmlns:a16="http://schemas.microsoft.com/office/drawing/2014/main" id="{7B8AD850-9B22-4101-AAA7-D8F7649B6745}"/>
              </a:ext>
            </a:extLst>
          </p:cNvPr>
          <p:cNvSpPr>
            <a:spLocks noGrp="1"/>
          </p:cNvSpPr>
          <p:nvPr>
            <p:ph type="title"/>
          </p:nvPr>
        </p:nvSpPr>
        <p:spPr>
          <a:xfrm>
            <a:off x="384048" y="146888"/>
            <a:ext cx="10009632" cy="576072"/>
          </a:xfrm>
          <a:prstGeom prst="rect">
            <a:avLst/>
          </a:prstGeom>
        </p:spPr>
        <p:txBody>
          <a:bodyPr lIns="0" tIns="0" rIns="0" bIns="0" anchor="ctr" anchorCtr="0">
            <a:normAutofit/>
          </a:bodyPr>
          <a:lstStyle>
            <a:lvl1pPr>
              <a:defRPr sz="2600" b="0">
                <a:solidFill>
                  <a:schemeClr val="bg2"/>
                </a:solidFill>
                <a:latin typeface="Neue Haas Grotesk Text Pro" panose="020B0504020202020204" pitchFamily="34" charset="0"/>
                <a:cs typeface="Arial"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2669341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Assessment Questions">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58229A97-A982-49DC-A34F-9B129FD5B00D}"/>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pic>
        <p:nvPicPr>
          <p:cNvPr id="9" name="Picture 8" descr="A picture containing person, person, holding, looking&#10;&#10;Description automatically generated">
            <a:extLst>
              <a:ext uri="{FF2B5EF4-FFF2-40B4-BE49-F238E27FC236}">
                <a16:creationId xmlns:a16="http://schemas.microsoft.com/office/drawing/2014/main" id="{7EFEC8B0-E14E-4232-9F1C-7DAD44CF432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2047" r="18756"/>
          <a:stretch/>
        </p:blipFill>
        <p:spPr>
          <a:xfrm>
            <a:off x="7362548" y="2227579"/>
            <a:ext cx="4829452" cy="4630627"/>
          </a:xfrm>
          <a:prstGeom prst="rect">
            <a:avLst/>
          </a:prstGeom>
        </p:spPr>
      </p:pic>
      <p:sp>
        <p:nvSpPr>
          <p:cNvPr id="18" name="Rectangle 17">
            <a:extLst>
              <a:ext uri="{FF2B5EF4-FFF2-40B4-BE49-F238E27FC236}">
                <a16:creationId xmlns:a16="http://schemas.microsoft.com/office/drawing/2014/main" id="{7F204B0F-5690-47F8-AEE7-8A468B303B6A}"/>
              </a:ext>
            </a:extLst>
          </p:cNvPr>
          <p:cNvSpPr/>
          <p:nvPr userDrawn="1"/>
        </p:nvSpPr>
        <p:spPr bwMode="auto">
          <a:xfrm>
            <a:off x="0" y="1145540"/>
            <a:ext cx="12192000" cy="1082041"/>
          </a:xfrm>
          <a:prstGeom prst="rect">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sp>
        <p:nvSpPr>
          <p:cNvPr id="19" name="Oval 18">
            <a:extLst>
              <a:ext uri="{FF2B5EF4-FFF2-40B4-BE49-F238E27FC236}">
                <a16:creationId xmlns:a16="http://schemas.microsoft.com/office/drawing/2014/main" id="{D7786165-3E57-45C7-980E-6EFB25D957F0}"/>
              </a:ext>
            </a:extLst>
          </p:cNvPr>
          <p:cNvSpPr/>
          <p:nvPr userDrawn="1"/>
        </p:nvSpPr>
        <p:spPr bwMode="auto">
          <a:xfrm>
            <a:off x="104685" y="994844"/>
            <a:ext cx="1371600" cy="1371600"/>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endParaRPr lang="en-US" sz="60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sp>
        <p:nvSpPr>
          <p:cNvPr id="20" name="Rectangle 19">
            <a:extLst>
              <a:ext uri="{FF2B5EF4-FFF2-40B4-BE49-F238E27FC236}">
                <a16:creationId xmlns:a16="http://schemas.microsoft.com/office/drawing/2014/main" id="{85600C12-DDE2-490E-819B-0E2565EEE14D}"/>
              </a:ext>
            </a:extLst>
          </p:cNvPr>
          <p:cNvSpPr/>
          <p:nvPr userDrawn="1"/>
        </p:nvSpPr>
        <p:spPr bwMode="auto">
          <a:xfrm>
            <a:off x="0" y="1040564"/>
            <a:ext cx="937549" cy="1343821"/>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sp>
        <p:nvSpPr>
          <p:cNvPr id="21" name="Oval 20">
            <a:extLst>
              <a:ext uri="{FF2B5EF4-FFF2-40B4-BE49-F238E27FC236}">
                <a16:creationId xmlns:a16="http://schemas.microsoft.com/office/drawing/2014/main" id="{BE45A741-72C8-42C3-AA1E-1322A51E854F}"/>
              </a:ext>
            </a:extLst>
          </p:cNvPr>
          <p:cNvSpPr/>
          <p:nvPr userDrawn="1"/>
        </p:nvSpPr>
        <p:spPr bwMode="auto">
          <a:xfrm>
            <a:off x="115102" y="1040564"/>
            <a:ext cx="1280160" cy="128016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6000" dirty="0">
                <a:solidFill>
                  <a:schemeClr val="tx1"/>
                </a:solidFill>
                <a:latin typeface="Neue Haas Grotesk Text Pro" panose="020B0504020202020204" pitchFamily="34" charset="0"/>
                <a:ea typeface="Segoe UI" pitchFamily="34" charset="0"/>
                <a:cs typeface="Arial" panose="020B0604020202020204" pitchFamily="34" charset="0"/>
              </a:rPr>
              <a:t>Q</a:t>
            </a:r>
          </a:p>
        </p:txBody>
      </p:sp>
      <p:sp>
        <p:nvSpPr>
          <p:cNvPr id="3" name="Text Placeholder 2"/>
          <p:cNvSpPr>
            <a:spLocks noGrp="1"/>
          </p:cNvSpPr>
          <p:nvPr>
            <p:ph type="body" sz="quarter" idx="10" hasCustomPrompt="1"/>
          </p:nvPr>
        </p:nvSpPr>
        <p:spPr>
          <a:xfrm>
            <a:off x="1686560" y="1254221"/>
            <a:ext cx="10393680" cy="864678"/>
          </a:xfrm>
          <a:prstGeom prst="rect">
            <a:avLst/>
          </a:prstGeom>
        </p:spPr>
        <p:txBody>
          <a:bodyPr lIns="0" tIns="0" rIns="0" bIns="0"/>
          <a:lstStyle>
            <a:lvl1pPr marL="0" indent="0">
              <a:buFont typeface="Arial" panose="020B0604020202020204" pitchFamily="34" charset="0"/>
              <a:buNone/>
              <a:defRPr sz="1800">
                <a:solidFill>
                  <a:schemeClr val="tx1"/>
                </a:solidFill>
                <a:latin typeface="Neue Haas Grotesk Text Pro" panose="020B0504020202020204" pitchFamily="34" charset="0"/>
                <a:cs typeface="Arial" panose="020B0604020202020204" pitchFamily="34" charset="0"/>
              </a:defRPr>
            </a:lvl1pPr>
            <a:lvl2pPr marL="448193"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2pPr>
            <a:lvl3pPr marL="672290"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3pPr>
            <a:lvl4pPr marL="896386"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4pPr>
            <a:lvl5pPr marL="1120483"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5pPr>
          </a:lstStyle>
          <a:p>
            <a:pPr lvl="0"/>
            <a:r>
              <a:rPr lang="en-US"/>
              <a:t>Question text goes here</a:t>
            </a:r>
          </a:p>
        </p:txBody>
      </p:sp>
      <p:sp>
        <p:nvSpPr>
          <p:cNvPr id="8" name="Text Placeholder 2">
            <a:extLst>
              <a:ext uri="{FF2B5EF4-FFF2-40B4-BE49-F238E27FC236}">
                <a16:creationId xmlns:a16="http://schemas.microsoft.com/office/drawing/2014/main" id="{781D44AD-6B87-4521-AE6A-61D11347790D}"/>
              </a:ext>
            </a:extLst>
          </p:cNvPr>
          <p:cNvSpPr>
            <a:spLocks noGrp="1"/>
          </p:cNvSpPr>
          <p:nvPr>
            <p:ph type="body" sz="quarter" idx="11" hasCustomPrompt="1"/>
          </p:nvPr>
        </p:nvSpPr>
        <p:spPr>
          <a:xfrm>
            <a:off x="1686560" y="2296160"/>
            <a:ext cx="5577840" cy="365760"/>
          </a:xfrm>
          <a:prstGeom prst="rect">
            <a:avLst/>
          </a:prstGeom>
        </p:spPr>
        <p:txBody>
          <a:bodyPr lIns="0" tIns="0" rIns="0" bIns="0"/>
          <a:lstStyle>
            <a:lvl1pPr marL="0" indent="0">
              <a:buFont typeface="Arial" panose="020B0604020202020204" pitchFamily="34" charset="0"/>
              <a:buNone/>
              <a:defRPr sz="1600" i="1">
                <a:solidFill>
                  <a:schemeClr val="tx1"/>
                </a:solidFill>
                <a:latin typeface="Neue Haas Grotesk Text Pro" panose="020B0504020202020204" pitchFamily="34" charset="0"/>
                <a:cs typeface="Arial" panose="020B0604020202020204" pitchFamily="34" charset="0"/>
              </a:defRPr>
            </a:lvl1pPr>
            <a:lvl2pPr marL="448193"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2pPr>
            <a:lvl3pPr marL="672290"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3pPr>
            <a:lvl4pPr marL="896386"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4pPr>
            <a:lvl5pPr marL="1120483" indent="-224097">
              <a:buFont typeface="Arial" panose="020B0604020202020204" pitchFamily="34" charset="0"/>
              <a:buChar char="•"/>
              <a:defRPr sz="2000">
                <a:solidFill>
                  <a:schemeClr val="tx1"/>
                </a:solidFill>
                <a:latin typeface="Segoe UI" panose="020B0502040204020203" pitchFamily="34" charset="0"/>
                <a:cs typeface="Segoe UI" panose="020B0502040204020203" pitchFamily="34" charset="0"/>
              </a:defRPr>
            </a:lvl5pPr>
          </a:lstStyle>
          <a:p>
            <a:pPr lvl="0"/>
            <a:r>
              <a:rPr lang="en-US"/>
              <a:t>Instruction text goes here</a:t>
            </a:r>
          </a:p>
        </p:txBody>
      </p:sp>
      <p:sp>
        <p:nvSpPr>
          <p:cNvPr id="17" name="Rectangle 16">
            <a:extLst>
              <a:ext uri="{FF2B5EF4-FFF2-40B4-BE49-F238E27FC236}">
                <a16:creationId xmlns:a16="http://schemas.microsoft.com/office/drawing/2014/main" id="{0AD6740E-366F-4962-B564-0720D7845AB5}"/>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eue Haas Grotesk Text Pro" panose="020B0504020202020204" pitchFamily="34" charset="0"/>
            </a:endParaRPr>
          </a:p>
        </p:txBody>
      </p:sp>
      <p:pic>
        <p:nvPicPr>
          <p:cNvPr id="24" name="Picture 23" descr="A picture containing clock, drawing, meter&#10;&#10;Description automatically generated">
            <a:extLst>
              <a:ext uri="{FF2B5EF4-FFF2-40B4-BE49-F238E27FC236}">
                <a16:creationId xmlns:a16="http://schemas.microsoft.com/office/drawing/2014/main" id="{82C711D1-E117-426D-85B3-2AE7E2DB89B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
        <p:nvSpPr>
          <p:cNvPr id="13" name="Title 5">
            <a:extLst>
              <a:ext uri="{FF2B5EF4-FFF2-40B4-BE49-F238E27FC236}">
                <a16:creationId xmlns:a16="http://schemas.microsoft.com/office/drawing/2014/main" id="{F6A487D9-B98C-4035-AFB6-DF9D46530CA7}"/>
              </a:ext>
            </a:extLst>
          </p:cNvPr>
          <p:cNvSpPr>
            <a:spLocks noGrp="1"/>
          </p:cNvSpPr>
          <p:nvPr>
            <p:ph type="title"/>
          </p:nvPr>
        </p:nvSpPr>
        <p:spPr>
          <a:xfrm>
            <a:off x="384048" y="146888"/>
            <a:ext cx="10009632" cy="576072"/>
          </a:xfrm>
          <a:prstGeom prst="rect">
            <a:avLst/>
          </a:prstGeom>
        </p:spPr>
        <p:txBody>
          <a:bodyPr lIns="0" tIns="0" rIns="0" bIns="0" anchor="ctr" anchorCtr="0">
            <a:normAutofit/>
          </a:bodyPr>
          <a:lstStyle>
            <a:lvl1pPr>
              <a:defRPr sz="2600" b="0">
                <a:solidFill>
                  <a:schemeClr val="bg2"/>
                </a:solidFill>
                <a:latin typeface="Neue Haas Grotesk Text Pro" panose="020B0504020202020204" pitchFamily="34" charset="0"/>
                <a:cs typeface="Arial"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24772184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userDrawn="1">
  <p:cSld name="1_Objectives">
    <p:spTree>
      <p:nvGrpSpPr>
        <p:cNvPr id="1" name=""/>
        <p:cNvGrpSpPr/>
        <p:nvPr/>
      </p:nvGrpSpPr>
      <p:grpSpPr>
        <a:xfrm>
          <a:off x="0" y="0"/>
          <a:ext cx="0" cy="0"/>
          <a:chOff x="0" y="0"/>
          <a:chExt cx="0" cy="0"/>
        </a:xfrm>
      </p:grpSpPr>
      <p:pic>
        <p:nvPicPr>
          <p:cNvPr id="13" name="Picture 12" descr="A picture containing dart, missile, pinwheel, bicycle&#10;&#10;Description automatically generated">
            <a:extLst>
              <a:ext uri="{FF2B5EF4-FFF2-40B4-BE49-F238E27FC236}">
                <a16:creationId xmlns:a16="http://schemas.microsoft.com/office/drawing/2014/main" id="{7BBE5869-DB37-46FF-BEA5-74EC74900AF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7548777" y="872446"/>
            <a:ext cx="4650114" cy="5977598"/>
          </a:xfrm>
          <a:prstGeom prst="rect">
            <a:avLst/>
          </a:prstGeom>
        </p:spPr>
      </p:pic>
      <p:sp>
        <p:nvSpPr>
          <p:cNvPr id="15" name="Rectangle 14">
            <a:extLst>
              <a:ext uri="{FF2B5EF4-FFF2-40B4-BE49-F238E27FC236}">
                <a16:creationId xmlns:a16="http://schemas.microsoft.com/office/drawing/2014/main" id="{E76AFF29-7967-4CA4-8536-CABF2E055DFA}"/>
              </a:ext>
            </a:extLst>
          </p:cNvPr>
          <p:cNvSpPr/>
          <p:nvPr userDrawn="1"/>
        </p:nvSpPr>
        <p:spPr bwMode="auto">
          <a:xfrm flipH="1">
            <a:off x="5130800" y="880401"/>
            <a:ext cx="6388652" cy="5977598"/>
          </a:xfrm>
          <a:prstGeom prst="rect">
            <a:avLst/>
          </a:prstGeom>
          <a:gradFill>
            <a:gsLst>
              <a:gs pos="44000">
                <a:schemeClr val="bg1"/>
              </a:gs>
              <a:gs pos="86000">
                <a:schemeClr val="bg1">
                  <a:alpha val="0"/>
                </a:schemeClr>
              </a:gs>
            </a:gsLst>
            <a:lin ang="10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sp>
        <p:nvSpPr>
          <p:cNvPr id="19" name="Rectangle 18">
            <a:extLst>
              <a:ext uri="{FF2B5EF4-FFF2-40B4-BE49-F238E27FC236}">
                <a16:creationId xmlns:a16="http://schemas.microsoft.com/office/drawing/2014/main" id="{601EFAFB-F91F-4DC2-833F-397FC43F4938}"/>
              </a:ext>
            </a:extLst>
          </p:cNvPr>
          <p:cNvSpPr/>
          <p:nvPr userDrawn="1"/>
        </p:nvSpPr>
        <p:spPr bwMode="auto">
          <a:xfrm>
            <a:off x="0" y="1"/>
            <a:ext cx="12188952" cy="875392"/>
          </a:xfrm>
          <a:prstGeom prst="rect">
            <a:avLst/>
          </a:prstGeom>
          <a:gradFill>
            <a:gsLst>
              <a:gs pos="70000">
                <a:schemeClr val="accent3"/>
              </a:gs>
              <a:gs pos="10000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sp>
        <p:nvSpPr>
          <p:cNvPr id="21" name="Rectangle 20">
            <a:extLst>
              <a:ext uri="{FF2B5EF4-FFF2-40B4-BE49-F238E27FC236}">
                <a16:creationId xmlns:a16="http://schemas.microsoft.com/office/drawing/2014/main" id="{26AC8A69-84A5-4086-84DB-D7E83D27560D}"/>
              </a:ext>
            </a:extLst>
          </p:cNvPr>
          <p:cNvSpPr/>
          <p:nvPr userDrawn="1"/>
        </p:nvSpPr>
        <p:spPr bwMode="auto">
          <a:xfrm flipV="1">
            <a:off x="380998" y="1525485"/>
            <a:ext cx="5459965" cy="45720"/>
          </a:xfrm>
          <a:prstGeom prst="rect">
            <a:avLst/>
          </a:prstGeom>
          <a:solidFill>
            <a:srgbClr val="FFB81C"/>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Neue Haas Grotesk Text Pro" panose="020B0504020202020204" pitchFamily="34" charset="0"/>
              <a:ea typeface="Segoe UI" pitchFamily="34" charset="0"/>
              <a:cs typeface="Arial" panose="020B0604020202020204" pitchFamily="34" charset="0"/>
            </a:endParaRPr>
          </a:p>
        </p:txBody>
      </p:sp>
      <p:sp>
        <p:nvSpPr>
          <p:cNvPr id="22" name="Title 5">
            <a:extLst>
              <a:ext uri="{FF2B5EF4-FFF2-40B4-BE49-F238E27FC236}">
                <a16:creationId xmlns:a16="http://schemas.microsoft.com/office/drawing/2014/main" id="{F63983B6-40CE-4791-B5F3-AF0304BE9482}"/>
              </a:ext>
            </a:extLst>
          </p:cNvPr>
          <p:cNvSpPr>
            <a:spLocks noGrp="1"/>
          </p:cNvSpPr>
          <p:nvPr>
            <p:ph type="title"/>
          </p:nvPr>
        </p:nvSpPr>
        <p:spPr>
          <a:xfrm>
            <a:off x="384048" y="146888"/>
            <a:ext cx="10009632" cy="576072"/>
          </a:xfrm>
          <a:prstGeom prst="rect">
            <a:avLst/>
          </a:prstGeom>
        </p:spPr>
        <p:txBody>
          <a:bodyPr lIns="0" tIns="0" rIns="0" bIns="0" anchor="ctr" anchorCtr="0">
            <a:normAutofit/>
          </a:bodyPr>
          <a:lstStyle>
            <a:lvl1pPr>
              <a:defRPr sz="2600" b="0">
                <a:solidFill>
                  <a:schemeClr val="bg2"/>
                </a:solidFill>
                <a:latin typeface="Neue Haas Grotesk Text Pro" panose="020B0504020202020204" pitchFamily="34" charset="0"/>
                <a:cs typeface="Arial" panose="020B0604020202020204" pitchFamily="34" charset="0"/>
              </a:defRPr>
            </a:lvl1pPr>
          </a:lstStyle>
          <a:p>
            <a:r>
              <a:rPr lang="en-US"/>
              <a:t>Click to edit Master title style</a:t>
            </a:r>
          </a:p>
        </p:txBody>
      </p:sp>
      <p:sp>
        <p:nvSpPr>
          <p:cNvPr id="23" name="Rectangle 22">
            <a:extLst>
              <a:ext uri="{FF2B5EF4-FFF2-40B4-BE49-F238E27FC236}">
                <a16:creationId xmlns:a16="http://schemas.microsoft.com/office/drawing/2014/main" id="{0E561199-42A3-4898-8FD7-154B6EB57991}"/>
              </a:ext>
            </a:extLst>
          </p:cNvPr>
          <p:cNvSpPr/>
          <p:nvPr userDrawn="1"/>
        </p:nvSpPr>
        <p:spPr>
          <a:xfrm flipV="1">
            <a:off x="0" y="839648"/>
            <a:ext cx="12192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eue Haas Grotesk Text Pro" panose="020B0504020202020204" pitchFamily="34" charset="0"/>
            </a:endParaRPr>
          </a:p>
        </p:txBody>
      </p:sp>
      <p:pic>
        <p:nvPicPr>
          <p:cNvPr id="24" name="Picture 23" descr="A picture containing clock, drawing, meter&#10;&#10;Description automatically generated">
            <a:extLst>
              <a:ext uri="{FF2B5EF4-FFF2-40B4-BE49-F238E27FC236}">
                <a16:creationId xmlns:a16="http://schemas.microsoft.com/office/drawing/2014/main" id="{136BD036-5057-4191-BD0F-04EB3576C5A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8906" y="262328"/>
            <a:ext cx="1371600" cy="288077"/>
          </a:xfrm>
          <a:prstGeom prst="rect">
            <a:avLst/>
          </a:prstGeom>
        </p:spPr>
      </p:pic>
      <p:sp>
        <p:nvSpPr>
          <p:cNvPr id="10" name="Text Placeholder 2">
            <a:extLst>
              <a:ext uri="{FF2B5EF4-FFF2-40B4-BE49-F238E27FC236}">
                <a16:creationId xmlns:a16="http://schemas.microsoft.com/office/drawing/2014/main" id="{2879460B-21AB-47FD-A002-F2BA4410502D}"/>
              </a:ext>
            </a:extLst>
          </p:cNvPr>
          <p:cNvSpPr>
            <a:spLocks noGrp="1"/>
          </p:cNvSpPr>
          <p:nvPr>
            <p:ph type="body" sz="quarter" idx="10" hasCustomPrompt="1"/>
          </p:nvPr>
        </p:nvSpPr>
        <p:spPr>
          <a:xfrm>
            <a:off x="384048" y="1158460"/>
            <a:ext cx="4828600" cy="276999"/>
          </a:xfrm>
          <a:prstGeom prst="rect">
            <a:avLst/>
          </a:prstGeom>
        </p:spPr>
        <p:txBody>
          <a:bodyPr wrap="square" lIns="0" tIns="0" rIns="0" bIns="0">
            <a:spAutoFit/>
          </a:bodyPr>
          <a:lstStyle>
            <a:lvl1pPr marL="0" indent="0">
              <a:lnSpc>
                <a:spcPct val="100000"/>
              </a:lnSpc>
              <a:spcBef>
                <a:spcPts val="0"/>
              </a:spcBef>
              <a:buFont typeface="Arial" panose="020B0604020202020204" pitchFamily="34" charset="0"/>
              <a:buNone/>
              <a:defRPr sz="1800" b="1">
                <a:solidFill>
                  <a:schemeClr val="tx1"/>
                </a:solidFill>
                <a:latin typeface="Neue Haas Grotesk Text Pro" panose="020B0504020202020204" pitchFamily="34" charset="0"/>
                <a:cs typeface="Arial" panose="020B0604020202020204" pitchFamily="34" charset="0"/>
              </a:defRPr>
            </a:lvl1pPr>
            <a:lvl2pPr marL="448193" indent="-224097">
              <a:buFont typeface="Arial" panose="020B0604020202020204" pitchFamily="34" charset="0"/>
              <a:buChar char="•"/>
              <a:defRPr sz="2000">
                <a:latin typeface="Segoe UI" panose="020B0502040204020203" pitchFamily="34" charset="0"/>
                <a:cs typeface="Segoe UI" panose="020B0502040204020203" pitchFamily="34" charset="0"/>
              </a:defRPr>
            </a:lvl2pPr>
            <a:lvl3pPr marL="672290" indent="-224097">
              <a:buFont typeface="Arial" panose="020B0604020202020204" pitchFamily="34" charset="0"/>
              <a:buChar char="•"/>
              <a:defRPr sz="2000">
                <a:latin typeface="Segoe UI" panose="020B0502040204020203" pitchFamily="34" charset="0"/>
                <a:cs typeface="Segoe UI" panose="020B0502040204020203" pitchFamily="34" charset="0"/>
              </a:defRPr>
            </a:lvl3pPr>
            <a:lvl4pPr marL="896386" indent="-224097">
              <a:buFont typeface="Arial" panose="020B0604020202020204" pitchFamily="34" charset="0"/>
              <a:buChar char="•"/>
              <a:defRPr sz="2000">
                <a:latin typeface="Segoe UI" panose="020B0502040204020203" pitchFamily="34" charset="0"/>
                <a:cs typeface="Segoe UI" panose="020B0502040204020203" pitchFamily="34" charset="0"/>
              </a:defRPr>
            </a:lvl4pPr>
            <a:lvl5pPr marL="1120483" indent="-224097">
              <a:buFont typeface="Arial" panose="020B0604020202020204" pitchFamily="34" charset="0"/>
              <a:buChar char="•"/>
              <a:defRPr sz="2000">
                <a:latin typeface="Segoe UI" panose="020B0502040204020203" pitchFamily="34" charset="0"/>
                <a:cs typeface="Segoe UI" panose="020B0502040204020203" pitchFamily="34" charset="0"/>
              </a:defRPr>
            </a:lvl5pPr>
          </a:lstStyle>
          <a:p>
            <a:pPr lvl="0"/>
            <a:r>
              <a:rPr lang="en-US"/>
              <a:t>Edit Master text styles</a:t>
            </a:r>
          </a:p>
        </p:txBody>
      </p:sp>
    </p:spTree>
    <p:extLst>
      <p:ext uri="{BB962C8B-B14F-4D97-AF65-F5344CB8AC3E}">
        <p14:creationId xmlns:p14="http://schemas.microsoft.com/office/powerpoint/2010/main" val="2933795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8.xml"/><Relationship Id="rId13" Type="http://schemas.openxmlformats.org/officeDocument/2006/relationships/slideLayout" Target="../slideLayouts/slideLayout33.xml"/><Relationship Id="rId18" Type="http://schemas.openxmlformats.org/officeDocument/2006/relationships/slideLayout" Target="../slideLayouts/slideLayout38.xml"/><Relationship Id="rId26" Type="http://schemas.openxmlformats.org/officeDocument/2006/relationships/theme" Target="../theme/theme2.xml"/><Relationship Id="rId3" Type="http://schemas.openxmlformats.org/officeDocument/2006/relationships/slideLayout" Target="../slideLayouts/slideLayout23.xml"/><Relationship Id="rId21" Type="http://schemas.openxmlformats.org/officeDocument/2006/relationships/slideLayout" Target="../slideLayouts/slideLayout41.xml"/><Relationship Id="rId7" Type="http://schemas.openxmlformats.org/officeDocument/2006/relationships/slideLayout" Target="../slideLayouts/slideLayout27.xml"/><Relationship Id="rId12" Type="http://schemas.openxmlformats.org/officeDocument/2006/relationships/slideLayout" Target="../slideLayouts/slideLayout32.xml"/><Relationship Id="rId17" Type="http://schemas.openxmlformats.org/officeDocument/2006/relationships/slideLayout" Target="../slideLayouts/slideLayout37.xml"/><Relationship Id="rId25" Type="http://schemas.openxmlformats.org/officeDocument/2006/relationships/slideLayout" Target="../slideLayouts/slideLayout45.xml"/><Relationship Id="rId2" Type="http://schemas.openxmlformats.org/officeDocument/2006/relationships/slideLayout" Target="../slideLayouts/slideLayout22.xml"/><Relationship Id="rId16" Type="http://schemas.openxmlformats.org/officeDocument/2006/relationships/slideLayout" Target="../slideLayouts/slideLayout36.xml"/><Relationship Id="rId20" Type="http://schemas.openxmlformats.org/officeDocument/2006/relationships/slideLayout" Target="../slideLayouts/slideLayout40.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24" Type="http://schemas.openxmlformats.org/officeDocument/2006/relationships/slideLayout" Target="../slideLayouts/slideLayout44.xml"/><Relationship Id="rId5" Type="http://schemas.openxmlformats.org/officeDocument/2006/relationships/slideLayout" Target="../slideLayouts/slideLayout25.xml"/><Relationship Id="rId15" Type="http://schemas.openxmlformats.org/officeDocument/2006/relationships/slideLayout" Target="../slideLayouts/slideLayout35.xml"/><Relationship Id="rId23" Type="http://schemas.openxmlformats.org/officeDocument/2006/relationships/slideLayout" Target="../slideLayouts/slideLayout43.xml"/><Relationship Id="rId10" Type="http://schemas.openxmlformats.org/officeDocument/2006/relationships/slideLayout" Target="../slideLayouts/slideLayout30.xml"/><Relationship Id="rId19" Type="http://schemas.openxmlformats.org/officeDocument/2006/relationships/slideLayout" Target="../slideLayouts/slideLayout39.xml"/><Relationship Id="rId4" Type="http://schemas.openxmlformats.org/officeDocument/2006/relationships/slideLayout" Target="../slideLayouts/slideLayout24.xml"/><Relationship Id="rId9" Type="http://schemas.openxmlformats.org/officeDocument/2006/relationships/slideLayout" Target="../slideLayouts/slideLayout29.xml"/><Relationship Id="rId14" Type="http://schemas.openxmlformats.org/officeDocument/2006/relationships/slideLayout" Target="../slideLayouts/slideLayout34.xml"/><Relationship Id="rId22" Type="http://schemas.openxmlformats.org/officeDocument/2006/relationships/slideLayout" Target="../slideLayouts/slideLayout4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slideLayout" Target="../slideLayouts/slideLayout58.xml"/><Relationship Id="rId18" Type="http://schemas.openxmlformats.org/officeDocument/2006/relationships/slideLayout" Target="../slideLayouts/slideLayout63.xml"/><Relationship Id="rId3" Type="http://schemas.openxmlformats.org/officeDocument/2006/relationships/slideLayout" Target="../slideLayouts/slideLayout48.xml"/><Relationship Id="rId21" Type="http://schemas.openxmlformats.org/officeDocument/2006/relationships/theme" Target="../theme/theme3.xml"/><Relationship Id="rId7" Type="http://schemas.openxmlformats.org/officeDocument/2006/relationships/slideLayout" Target="../slideLayouts/slideLayout52.xml"/><Relationship Id="rId12" Type="http://schemas.openxmlformats.org/officeDocument/2006/relationships/slideLayout" Target="../slideLayouts/slideLayout57.xml"/><Relationship Id="rId17" Type="http://schemas.openxmlformats.org/officeDocument/2006/relationships/slideLayout" Target="../slideLayouts/slideLayout62.xml"/><Relationship Id="rId2" Type="http://schemas.openxmlformats.org/officeDocument/2006/relationships/slideLayout" Target="../slideLayouts/slideLayout47.xml"/><Relationship Id="rId16" Type="http://schemas.openxmlformats.org/officeDocument/2006/relationships/slideLayout" Target="../slideLayouts/slideLayout61.xml"/><Relationship Id="rId20" Type="http://schemas.openxmlformats.org/officeDocument/2006/relationships/slideLayout" Target="../slideLayouts/slideLayout65.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5" Type="http://schemas.openxmlformats.org/officeDocument/2006/relationships/slideLayout" Target="../slideLayouts/slideLayout60.xml"/><Relationship Id="rId10" Type="http://schemas.openxmlformats.org/officeDocument/2006/relationships/slideLayout" Target="../slideLayouts/slideLayout55.xml"/><Relationship Id="rId19" Type="http://schemas.openxmlformats.org/officeDocument/2006/relationships/slideLayout" Target="../slideLayouts/slideLayout64.xml"/><Relationship Id="rId4" Type="http://schemas.openxmlformats.org/officeDocument/2006/relationships/slideLayout" Target="../slideLayouts/slideLayout49.xml"/><Relationship Id="rId9" Type="http://schemas.openxmlformats.org/officeDocument/2006/relationships/slideLayout" Target="../slideLayouts/slideLayout54.xml"/><Relationship Id="rId14" Type="http://schemas.openxmlformats.org/officeDocument/2006/relationships/slideLayout" Target="../slideLayouts/slideLayout59.xml"/><Relationship Id="rId22" Type="http://schemas.openxmlformats.org/officeDocument/2006/relationships/tags" Target="../tags/tag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73.xml"/><Relationship Id="rId13" Type="http://schemas.openxmlformats.org/officeDocument/2006/relationships/slideLayout" Target="../slideLayouts/slideLayout78.xml"/><Relationship Id="rId18" Type="http://schemas.openxmlformats.org/officeDocument/2006/relationships/slideLayout" Target="../slideLayouts/slideLayout83.xml"/><Relationship Id="rId3" Type="http://schemas.openxmlformats.org/officeDocument/2006/relationships/slideLayout" Target="../slideLayouts/slideLayout68.xml"/><Relationship Id="rId21" Type="http://schemas.openxmlformats.org/officeDocument/2006/relationships/slideLayout" Target="../slideLayouts/slideLayout86.xml"/><Relationship Id="rId7" Type="http://schemas.openxmlformats.org/officeDocument/2006/relationships/slideLayout" Target="../slideLayouts/slideLayout72.xml"/><Relationship Id="rId12" Type="http://schemas.openxmlformats.org/officeDocument/2006/relationships/slideLayout" Target="../slideLayouts/slideLayout77.xml"/><Relationship Id="rId17" Type="http://schemas.openxmlformats.org/officeDocument/2006/relationships/slideLayout" Target="../slideLayouts/slideLayout82.xml"/><Relationship Id="rId2" Type="http://schemas.openxmlformats.org/officeDocument/2006/relationships/slideLayout" Target="../slideLayouts/slideLayout67.xml"/><Relationship Id="rId16" Type="http://schemas.openxmlformats.org/officeDocument/2006/relationships/slideLayout" Target="../slideLayouts/slideLayout81.xml"/><Relationship Id="rId20" Type="http://schemas.openxmlformats.org/officeDocument/2006/relationships/slideLayout" Target="../slideLayouts/slideLayout85.xml"/><Relationship Id="rId1" Type="http://schemas.openxmlformats.org/officeDocument/2006/relationships/slideLayout" Target="../slideLayouts/slideLayout66.xml"/><Relationship Id="rId6" Type="http://schemas.openxmlformats.org/officeDocument/2006/relationships/slideLayout" Target="../slideLayouts/slideLayout71.xml"/><Relationship Id="rId11" Type="http://schemas.openxmlformats.org/officeDocument/2006/relationships/slideLayout" Target="../slideLayouts/slideLayout76.xml"/><Relationship Id="rId24" Type="http://schemas.openxmlformats.org/officeDocument/2006/relationships/theme" Target="../theme/theme4.xml"/><Relationship Id="rId5" Type="http://schemas.openxmlformats.org/officeDocument/2006/relationships/slideLayout" Target="../slideLayouts/slideLayout70.xml"/><Relationship Id="rId15" Type="http://schemas.openxmlformats.org/officeDocument/2006/relationships/slideLayout" Target="../slideLayouts/slideLayout80.xml"/><Relationship Id="rId23" Type="http://schemas.openxmlformats.org/officeDocument/2006/relationships/slideLayout" Target="../slideLayouts/slideLayout88.xml"/><Relationship Id="rId10" Type="http://schemas.openxmlformats.org/officeDocument/2006/relationships/slideLayout" Target="../slideLayouts/slideLayout75.xml"/><Relationship Id="rId19" Type="http://schemas.openxmlformats.org/officeDocument/2006/relationships/slideLayout" Target="../slideLayouts/slideLayout84.xml"/><Relationship Id="rId4" Type="http://schemas.openxmlformats.org/officeDocument/2006/relationships/slideLayout" Target="../slideLayouts/slideLayout69.xml"/><Relationship Id="rId9" Type="http://schemas.openxmlformats.org/officeDocument/2006/relationships/slideLayout" Target="../slideLayouts/slideLayout74.xml"/><Relationship Id="rId14" Type="http://schemas.openxmlformats.org/officeDocument/2006/relationships/slideLayout" Target="../slideLayouts/slideLayout79.xml"/><Relationship Id="rId22" Type="http://schemas.openxmlformats.org/officeDocument/2006/relationships/slideLayout" Target="../slideLayouts/slideLayout87.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96.xml"/><Relationship Id="rId13" Type="http://schemas.openxmlformats.org/officeDocument/2006/relationships/slideLayout" Target="../slideLayouts/slideLayout101.xml"/><Relationship Id="rId18" Type="http://schemas.openxmlformats.org/officeDocument/2006/relationships/slideLayout" Target="../slideLayouts/slideLayout106.xml"/><Relationship Id="rId26" Type="http://schemas.openxmlformats.org/officeDocument/2006/relationships/slideLayout" Target="../slideLayouts/slideLayout114.xml"/><Relationship Id="rId3" Type="http://schemas.openxmlformats.org/officeDocument/2006/relationships/slideLayout" Target="../slideLayouts/slideLayout91.xml"/><Relationship Id="rId21" Type="http://schemas.openxmlformats.org/officeDocument/2006/relationships/slideLayout" Target="../slideLayouts/slideLayout109.xml"/><Relationship Id="rId7" Type="http://schemas.openxmlformats.org/officeDocument/2006/relationships/slideLayout" Target="../slideLayouts/slideLayout95.xml"/><Relationship Id="rId12" Type="http://schemas.openxmlformats.org/officeDocument/2006/relationships/slideLayout" Target="../slideLayouts/slideLayout100.xml"/><Relationship Id="rId17" Type="http://schemas.openxmlformats.org/officeDocument/2006/relationships/slideLayout" Target="../slideLayouts/slideLayout105.xml"/><Relationship Id="rId25" Type="http://schemas.openxmlformats.org/officeDocument/2006/relationships/slideLayout" Target="../slideLayouts/slideLayout113.xml"/><Relationship Id="rId2" Type="http://schemas.openxmlformats.org/officeDocument/2006/relationships/slideLayout" Target="../slideLayouts/slideLayout90.xml"/><Relationship Id="rId16" Type="http://schemas.openxmlformats.org/officeDocument/2006/relationships/slideLayout" Target="../slideLayouts/slideLayout104.xml"/><Relationship Id="rId20" Type="http://schemas.openxmlformats.org/officeDocument/2006/relationships/slideLayout" Target="../slideLayouts/slideLayout108.xml"/><Relationship Id="rId29" Type="http://schemas.openxmlformats.org/officeDocument/2006/relationships/theme" Target="../theme/theme5.xml"/><Relationship Id="rId1" Type="http://schemas.openxmlformats.org/officeDocument/2006/relationships/slideLayout" Target="../slideLayouts/slideLayout89.xml"/><Relationship Id="rId6" Type="http://schemas.openxmlformats.org/officeDocument/2006/relationships/slideLayout" Target="../slideLayouts/slideLayout94.xml"/><Relationship Id="rId11" Type="http://schemas.openxmlformats.org/officeDocument/2006/relationships/slideLayout" Target="../slideLayouts/slideLayout99.xml"/><Relationship Id="rId24" Type="http://schemas.openxmlformats.org/officeDocument/2006/relationships/slideLayout" Target="../slideLayouts/slideLayout112.xml"/><Relationship Id="rId5" Type="http://schemas.openxmlformats.org/officeDocument/2006/relationships/slideLayout" Target="../slideLayouts/slideLayout93.xml"/><Relationship Id="rId15" Type="http://schemas.openxmlformats.org/officeDocument/2006/relationships/slideLayout" Target="../slideLayouts/slideLayout103.xml"/><Relationship Id="rId23" Type="http://schemas.openxmlformats.org/officeDocument/2006/relationships/slideLayout" Target="../slideLayouts/slideLayout111.xml"/><Relationship Id="rId28" Type="http://schemas.openxmlformats.org/officeDocument/2006/relationships/slideLayout" Target="../slideLayouts/slideLayout116.xml"/><Relationship Id="rId10" Type="http://schemas.openxmlformats.org/officeDocument/2006/relationships/slideLayout" Target="../slideLayouts/slideLayout98.xml"/><Relationship Id="rId19" Type="http://schemas.openxmlformats.org/officeDocument/2006/relationships/slideLayout" Target="../slideLayouts/slideLayout107.xml"/><Relationship Id="rId4" Type="http://schemas.openxmlformats.org/officeDocument/2006/relationships/slideLayout" Target="../slideLayouts/slideLayout92.xml"/><Relationship Id="rId9" Type="http://schemas.openxmlformats.org/officeDocument/2006/relationships/slideLayout" Target="../slideLayouts/slideLayout97.xml"/><Relationship Id="rId14" Type="http://schemas.openxmlformats.org/officeDocument/2006/relationships/slideLayout" Target="../slideLayouts/slideLayout102.xml"/><Relationship Id="rId22" Type="http://schemas.openxmlformats.org/officeDocument/2006/relationships/slideLayout" Target="../slideLayouts/slideLayout110.xml"/><Relationship Id="rId27" Type="http://schemas.openxmlformats.org/officeDocument/2006/relationships/slideLayout" Target="../slideLayouts/slideLayout1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95710902"/>
      </p:ext>
    </p:extLst>
  </p:cSld>
  <p:clrMap bg1="lt1" tx1="dk1" bg2="lt2" tx2="dk2" accent1="accent1" accent2="accent2" accent3="accent3" accent4="accent4" accent5="accent5" accent6="accent6" hlink="hlink" folHlink="folHlink"/>
  <p:sldLayoutIdLst>
    <p:sldLayoutId id="2147483835" r:id="rId1"/>
    <p:sldLayoutId id="2147483898" r:id="rId2"/>
    <p:sldLayoutId id="2147483890" r:id="rId3"/>
    <p:sldLayoutId id="2147483905" r:id="rId4"/>
    <p:sldLayoutId id="2147483843" r:id="rId5"/>
    <p:sldLayoutId id="2147483888" r:id="rId6"/>
    <p:sldLayoutId id="2147483885" r:id="rId7"/>
    <p:sldLayoutId id="2147483887" r:id="rId8"/>
    <p:sldLayoutId id="2147483891" r:id="rId9"/>
    <p:sldLayoutId id="2147483901" r:id="rId10"/>
    <p:sldLayoutId id="2147483902" r:id="rId11"/>
    <p:sldLayoutId id="2147483900" r:id="rId12"/>
    <p:sldLayoutId id="2147483904" r:id="rId13"/>
    <p:sldLayoutId id="2147483893" r:id="rId14"/>
    <p:sldLayoutId id="2147483895" r:id="rId15"/>
    <p:sldLayoutId id="2147483896" r:id="rId16"/>
    <p:sldLayoutId id="2147483897" r:id="rId17"/>
    <p:sldLayoutId id="2147483906" r:id="rId18"/>
    <p:sldLayoutId id="2147484013" r:id="rId19"/>
    <p:sldLayoutId id="2147484014" r:id="rId20"/>
  </p:sldLayoutIdLst>
  <p:transition>
    <p:fade/>
  </p:transition>
  <p:txStyles>
    <p:titleStyle>
      <a:lvl1pPr algn="l" defTabSz="914367" rtl="0" eaLnBrk="1" latinLnBrk="0" hangingPunct="1">
        <a:lnSpc>
          <a:spcPct val="90000"/>
        </a:lnSpc>
        <a:spcBef>
          <a:spcPct val="0"/>
        </a:spcBef>
        <a:buNone/>
        <a:defRPr lang="en-US" sz="4313" b="0" kern="1200" cap="none" spc="-10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4097" marR="0" indent="-224097" algn="l" defTabSz="914367"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529" kern="1200" spc="0" baseline="0">
          <a:gradFill>
            <a:gsLst>
              <a:gs pos="1250">
                <a:schemeClr val="tx1"/>
              </a:gs>
              <a:gs pos="100000">
                <a:schemeClr val="tx1"/>
              </a:gs>
            </a:gsLst>
            <a:lin ang="5400000" scaled="0"/>
          </a:gradFill>
          <a:latin typeface="+mj-lt"/>
          <a:ea typeface="+mn-ea"/>
          <a:cs typeface="+mn-cs"/>
        </a:defRPr>
      </a:lvl1pPr>
      <a:lvl2pPr marL="448193" marR="0" indent="-224097" algn="l" defTabSz="914367"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745" kern="1200" spc="0" baseline="0">
          <a:gradFill>
            <a:gsLst>
              <a:gs pos="1250">
                <a:schemeClr val="tx1"/>
              </a:gs>
              <a:gs pos="100000">
                <a:schemeClr val="tx1"/>
              </a:gs>
            </a:gsLst>
            <a:lin ang="5400000" scaled="0"/>
          </a:gradFill>
          <a:latin typeface="+mn-lt"/>
          <a:ea typeface="+mn-ea"/>
          <a:cs typeface="+mn-cs"/>
        </a:defRPr>
      </a:lvl2pPr>
      <a:lvl3pPr marL="672290" marR="0" indent="-224097" algn="l" defTabSz="914367"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353" kern="1200" spc="0" baseline="0">
          <a:gradFill>
            <a:gsLst>
              <a:gs pos="1250">
                <a:schemeClr val="tx1"/>
              </a:gs>
              <a:gs pos="100000">
                <a:schemeClr val="tx1"/>
              </a:gs>
            </a:gsLst>
            <a:lin ang="5400000" scaled="0"/>
          </a:gradFill>
          <a:latin typeface="+mn-lt"/>
          <a:ea typeface="+mn-ea"/>
          <a:cs typeface="+mn-cs"/>
        </a:defRPr>
      </a:lvl3pPr>
      <a:lvl4pPr marL="896386" marR="0" indent="-224097" algn="l" defTabSz="914367"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157" kern="1200" spc="0" baseline="0">
          <a:gradFill>
            <a:gsLst>
              <a:gs pos="1250">
                <a:schemeClr val="tx1"/>
              </a:gs>
              <a:gs pos="100000">
                <a:schemeClr val="tx1"/>
              </a:gs>
            </a:gsLst>
            <a:lin ang="5400000" scaled="0"/>
          </a:gradFill>
          <a:latin typeface="+mn-lt"/>
          <a:ea typeface="+mn-ea"/>
          <a:cs typeface="+mn-cs"/>
        </a:defRPr>
      </a:lvl4pPr>
      <a:lvl5pPr marL="1120483" marR="0" indent="-224097" algn="l" defTabSz="914367"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157" kern="1200" spc="0" baseline="0">
          <a:gradFill>
            <a:gsLst>
              <a:gs pos="1250">
                <a:schemeClr val="tx1"/>
              </a:gs>
              <a:gs pos="100000">
                <a:schemeClr val="tx1"/>
              </a:gs>
            </a:gsLst>
            <a:lin ang="5400000" scaled="0"/>
          </a:gradFill>
          <a:latin typeface="+mn-lt"/>
          <a:ea typeface="+mn-ea"/>
          <a:cs typeface="+mn-cs"/>
        </a:defRPr>
      </a:lvl5pPr>
      <a:lvl6pPr marL="2514509"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6pPr>
      <a:lvl7pPr marL="2971693"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p:bodyStyle>
    <p:other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20515293"/>
      </p:ext>
    </p:extLst>
  </p:cSld>
  <p:clrMap bg1="lt1" tx1="dk1" bg2="lt2" tx2="dk2" accent1="accent1" accent2="accent2" accent3="accent3" accent4="accent4" accent5="accent5" accent6="accent6" hlink="hlink" folHlink="folHlink"/>
  <p:sldLayoutIdLst>
    <p:sldLayoutId id="2147483908" r:id="rId1"/>
    <p:sldLayoutId id="2147483909" r:id="rId2"/>
    <p:sldLayoutId id="2147483910" r:id="rId3"/>
    <p:sldLayoutId id="2147483911" r:id="rId4"/>
    <p:sldLayoutId id="2147483912" r:id="rId5"/>
    <p:sldLayoutId id="2147483913" r:id="rId6"/>
    <p:sldLayoutId id="2147483914" r:id="rId7"/>
    <p:sldLayoutId id="2147483915" r:id="rId8"/>
    <p:sldLayoutId id="2147483916" r:id="rId9"/>
    <p:sldLayoutId id="2147483917" r:id="rId10"/>
    <p:sldLayoutId id="2147483918" r:id="rId11"/>
    <p:sldLayoutId id="2147483919" r:id="rId12"/>
    <p:sldLayoutId id="2147483920" r:id="rId13"/>
    <p:sldLayoutId id="2147483923" r:id="rId14"/>
    <p:sldLayoutId id="2147483924" r:id="rId15"/>
    <p:sldLayoutId id="2147483926" r:id="rId16"/>
    <p:sldLayoutId id="2147483927" r:id="rId17"/>
    <p:sldLayoutId id="2147483928" r:id="rId18"/>
    <p:sldLayoutId id="2147483929" r:id="rId19"/>
    <p:sldLayoutId id="2147483930" r:id="rId20"/>
    <p:sldLayoutId id="2147483931" r:id="rId21"/>
    <p:sldLayoutId id="2147483932" r:id="rId22"/>
    <p:sldLayoutId id="2147483933" r:id="rId23"/>
    <p:sldLayoutId id="2147483934" r:id="rId24"/>
    <p:sldLayoutId id="2147483935" r:id="rId25"/>
  </p:sldLayoutIdLst>
  <p:transition>
    <p:fade/>
  </p:transition>
  <p:txStyles>
    <p:titleStyle>
      <a:lvl1pPr algn="l" defTabSz="914367" rtl="0" eaLnBrk="1" latinLnBrk="0" hangingPunct="1">
        <a:lnSpc>
          <a:spcPct val="90000"/>
        </a:lnSpc>
        <a:spcBef>
          <a:spcPct val="0"/>
        </a:spcBef>
        <a:buNone/>
        <a:defRPr lang="en-US" sz="4313" b="0" kern="1200" cap="none" spc="-10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4097" marR="0" indent="-224097" algn="l" defTabSz="914367"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529" kern="1200" spc="0" baseline="0">
          <a:gradFill>
            <a:gsLst>
              <a:gs pos="1250">
                <a:schemeClr val="tx1"/>
              </a:gs>
              <a:gs pos="100000">
                <a:schemeClr val="tx1"/>
              </a:gs>
            </a:gsLst>
            <a:lin ang="5400000" scaled="0"/>
          </a:gradFill>
          <a:latin typeface="+mj-lt"/>
          <a:ea typeface="+mn-ea"/>
          <a:cs typeface="+mn-cs"/>
        </a:defRPr>
      </a:lvl1pPr>
      <a:lvl2pPr marL="448193" marR="0" indent="-224097" algn="l" defTabSz="914367"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745" kern="1200" spc="0" baseline="0">
          <a:gradFill>
            <a:gsLst>
              <a:gs pos="1250">
                <a:schemeClr val="tx1"/>
              </a:gs>
              <a:gs pos="100000">
                <a:schemeClr val="tx1"/>
              </a:gs>
            </a:gsLst>
            <a:lin ang="5400000" scaled="0"/>
          </a:gradFill>
          <a:latin typeface="+mn-lt"/>
          <a:ea typeface="+mn-ea"/>
          <a:cs typeface="+mn-cs"/>
        </a:defRPr>
      </a:lvl2pPr>
      <a:lvl3pPr marL="672290" marR="0" indent="-224097" algn="l" defTabSz="914367"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353" kern="1200" spc="0" baseline="0">
          <a:gradFill>
            <a:gsLst>
              <a:gs pos="1250">
                <a:schemeClr val="tx1"/>
              </a:gs>
              <a:gs pos="100000">
                <a:schemeClr val="tx1"/>
              </a:gs>
            </a:gsLst>
            <a:lin ang="5400000" scaled="0"/>
          </a:gradFill>
          <a:latin typeface="+mn-lt"/>
          <a:ea typeface="+mn-ea"/>
          <a:cs typeface="+mn-cs"/>
        </a:defRPr>
      </a:lvl3pPr>
      <a:lvl4pPr marL="896386" marR="0" indent="-224097" algn="l" defTabSz="914367"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157" kern="1200" spc="0" baseline="0">
          <a:gradFill>
            <a:gsLst>
              <a:gs pos="1250">
                <a:schemeClr val="tx1"/>
              </a:gs>
              <a:gs pos="100000">
                <a:schemeClr val="tx1"/>
              </a:gs>
            </a:gsLst>
            <a:lin ang="5400000" scaled="0"/>
          </a:gradFill>
          <a:latin typeface="+mn-lt"/>
          <a:ea typeface="+mn-ea"/>
          <a:cs typeface="+mn-cs"/>
        </a:defRPr>
      </a:lvl4pPr>
      <a:lvl5pPr marL="1120483" marR="0" indent="-224097" algn="l" defTabSz="914367"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157" kern="1200" spc="0" baseline="0">
          <a:gradFill>
            <a:gsLst>
              <a:gs pos="1250">
                <a:schemeClr val="tx1"/>
              </a:gs>
              <a:gs pos="100000">
                <a:schemeClr val="tx1"/>
              </a:gs>
            </a:gsLst>
            <a:lin ang="5400000" scaled="0"/>
          </a:gradFill>
          <a:latin typeface="+mn-lt"/>
          <a:ea typeface="+mn-ea"/>
          <a:cs typeface="+mn-cs"/>
        </a:defRPr>
      </a:lvl5pPr>
      <a:lvl6pPr marL="2514509"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6pPr>
      <a:lvl7pPr marL="2971693"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p:bodyStyle>
    <p:other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custDataLst>
      <p:tags r:id="rId22"/>
    </p:custDataLst>
    <p:extLst>
      <p:ext uri="{BB962C8B-B14F-4D97-AF65-F5344CB8AC3E}">
        <p14:creationId xmlns:p14="http://schemas.microsoft.com/office/powerpoint/2010/main" val="216642384"/>
      </p:ext>
    </p:extLst>
  </p:cSld>
  <p:clrMap bg1="lt1" tx1="dk1" bg2="lt2" tx2="dk2" accent1="accent1" accent2="accent2" accent3="accent3" accent4="accent4" accent5="accent5" accent6="accent6" hlink="hlink" folHlink="folHlink"/>
  <p:sldLayoutIdLst>
    <p:sldLayoutId id="2147483939" r:id="rId1"/>
    <p:sldLayoutId id="2147483940" r:id="rId2"/>
    <p:sldLayoutId id="2147483941" r:id="rId3"/>
    <p:sldLayoutId id="2147483942" r:id="rId4"/>
    <p:sldLayoutId id="2147483943" r:id="rId5"/>
    <p:sldLayoutId id="2147483944" r:id="rId6"/>
    <p:sldLayoutId id="2147483945" r:id="rId7"/>
    <p:sldLayoutId id="2147483946" r:id="rId8"/>
    <p:sldLayoutId id="2147483947" r:id="rId9"/>
    <p:sldLayoutId id="2147483948" r:id="rId10"/>
    <p:sldLayoutId id="2147483949" r:id="rId11"/>
    <p:sldLayoutId id="2147483950" r:id="rId12"/>
    <p:sldLayoutId id="2147483951" r:id="rId13"/>
    <p:sldLayoutId id="2147483952" r:id="rId14"/>
    <p:sldLayoutId id="2147483953" r:id="rId15"/>
    <p:sldLayoutId id="2147483954" r:id="rId16"/>
    <p:sldLayoutId id="2147483955" r:id="rId17"/>
    <p:sldLayoutId id="2147483956" r:id="rId18"/>
    <p:sldLayoutId id="2147483957" r:id="rId19"/>
    <p:sldLayoutId id="2147483958" r:id="rId20"/>
  </p:sldLayoutIdLst>
  <p:transition>
    <p:fade/>
  </p:transition>
  <p:txStyles>
    <p:titleStyle>
      <a:lvl1pPr algn="l" defTabSz="914367" rtl="0" eaLnBrk="1" latinLnBrk="0" hangingPunct="1">
        <a:lnSpc>
          <a:spcPct val="90000"/>
        </a:lnSpc>
        <a:spcBef>
          <a:spcPct val="0"/>
        </a:spcBef>
        <a:buNone/>
        <a:defRPr lang="en-US" sz="4313" b="0" kern="1200" cap="none" spc="-10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4097" marR="0" indent="-224097" algn="l" defTabSz="914367"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529" kern="1200" spc="0" baseline="0">
          <a:gradFill>
            <a:gsLst>
              <a:gs pos="1250">
                <a:schemeClr val="tx1"/>
              </a:gs>
              <a:gs pos="100000">
                <a:schemeClr val="tx1"/>
              </a:gs>
            </a:gsLst>
            <a:lin ang="5400000" scaled="0"/>
          </a:gradFill>
          <a:latin typeface="+mj-lt"/>
          <a:ea typeface="+mn-ea"/>
          <a:cs typeface="+mn-cs"/>
        </a:defRPr>
      </a:lvl1pPr>
      <a:lvl2pPr marL="448193" marR="0" indent="-224097" algn="l" defTabSz="914367"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745" kern="1200" spc="0" baseline="0">
          <a:gradFill>
            <a:gsLst>
              <a:gs pos="1250">
                <a:schemeClr val="tx1"/>
              </a:gs>
              <a:gs pos="100000">
                <a:schemeClr val="tx1"/>
              </a:gs>
            </a:gsLst>
            <a:lin ang="5400000" scaled="0"/>
          </a:gradFill>
          <a:latin typeface="+mn-lt"/>
          <a:ea typeface="+mn-ea"/>
          <a:cs typeface="+mn-cs"/>
        </a:defRPr>
      </a:lvl2pPr>
      <a:lvl3pPr marL="672290" marR="0" indent="-224097" algn="l" defTabSz="914367"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353" kern="1200" spc="0" baseline="0">
          <a:gradFill>
            <a:gsLst>
              <a:gs pos="1250">
                <a:schemeClr val="tx1"/>
              </a:gs>
              <a:gs pos="100000">
                <a:schemeClr val="tx1"/>
              </a:gs>
            </a:gsLst>
            <a:lin ang="5400000" scaled="0"/>
          </a:gradFill>
          <a:latin typeface="+mn-lt"/>
          <a:ea typeface="+mn-ea"/>
          <a:cs typeface="+mn-cs"/>
        </a:defRPr>
      </a:lvl3pPr>
      <a:lvl4pPr marL="896386" marR="0" indent="-224097" algn="l" defTabSz="914367"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157" kern="1200" spc="0" baseline="0">
          <a:gradFill>
            <a:gsLst>
              <a:gs pos="1250">
                <a:schemeClr val="tx1"/>
              </a:gs>
              <a:gs pos="100000">
                <a:schemeClr val="tx1"/>
              </a:gs>
            </a:gsLst>
            <a:lin ang="5400000" scaled="0"/>
          </a:gradFill>
          <a:latin typeface="+mn-lt"/>
          <a:ea typeface="+mn-ea"/>
          <a:cs typeface="+mn-cs"/>
        </a:defRPr>
      </a:lvl4pPr>
      <a:lvl5pPr marL="1120483" marR="0" indent="-224097" algn="l" defTabSz="914367"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157" kern="1200" spc="0" baseline="0">
          <a:gradFill>
            <a:gsLst>
              <a:gs pos="1250">
                <a:schemeClr val="tx1"/>
              </a:gs>
              <a:gs pos="100000">
                <a:schemeClr val="tx1"/>
              </a:gs>
            </a:gsLst>
            <a:lin ang="5400000" scaled="0"/>
          </a:gradFill>
          <a:latin typeface="+mn-lt"/>
          <a:ea typeface="+mn-ea"/>
          <a:cs typeface="+mn-cs"/>
        </a:defRPr>
      </a:lvl5pPr>
      <a:lvl6pPr marL="2514509"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6pPr>
      <a:lvl7pPr marL="2971693"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p:bodyStyle>
    <p:other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2521577"/>
      </p:ext>
    </p:extLst>
  </p:cSld>
  <p:clrMap bg1="lt1" tx1="dk1" bg2="lt2" tx2="dk2" accent1="accent1" accent2="accent2" accent3="accent3" accent4="accent4" accent5="accent5" accent6="accent6" hlink="hlink" folHlink="folHlink"/>
  <p:sldLayoutIdLst>
    <p:sldLayoutId id="2147483960" r:id="rId1"/>
    <p:sldLayoutId id="2147483961" r:id="rId2"/>
    <p:sldLayoutId id="2147483962" r:id="rId3"/>
    <p:sldLayoutId id="2147483963" r:id="rId4"/>
    <p:sldLayoutId id="2147483964" r:id="rId5"/>
    <p:sldLayoutId id="2147483965" r:id="rId6"/>
    <p:sldLayoutId id="2147483966" r:id="rId7"/>
    <p:sldLayoutId id="2147483967" r:id="rId8"/>
    <p:sldLayoutId id="2147483968" r:id="rId9"/>
    <p:sldLayoutId id="2147483969" r:id="rId10"/>
    <p:sldLayoutId id="2147483970" r:id="rId11"/>
    <p:sldLayoutId id="2147483971" r:id="rId12"/>
    <p:sldLayoutId id="2147483972" r:id="rId13"/>
    <p:sldLayoutId id="2147483973" r:id="rId14"/>
    <p:sldLayoutId id="2147483974" r:id="rId15"/>
    <p:sldLayoutId id="2147483975" r:id="rId16"/>
    <p:sldLayoutId id="2147483976" r:id="rId17"/>
    <p:sldLayoutId id="2147483983" r:id="rId18"/>
    <p:sldLayoutId id="2147483978" r:id="rId19"/>
    <p:sldLayoutId id="2147483979" r:id="rId20"/>
    <p:sldLayoutId id="2147483980" r:id="rId21"/>
    <p:sldLayoutId id="2147483981" r:id="rId22"/>
    <p:sldLayoutId id="2147483982" r:id="rId23"/>
  </p:sldLayoutIdLst>
  <p:transition>
    <p:fade/>
  </p:transition>
  <p:txStyles>
    <p:titleStyle>
      <a:lvl1pPr algn="l" defTabSz="914367" rtl="0" eaLnBrk="1" latinLnBrk="0" hangingPunct="1">
        <a:lnSpc>
          <a:spcPct val="90000"/>
        </a:lnSpc>
        <a:spcBef>
          <a:spcPct val="0"/>
        </a:spcBef>
        <a:buNone/>
        <a:defRPr lang="en-US" sz="4313" b="0" kern="1200" cap="none" spc="-10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4097" marR="0" indent="-224097" algn="l" defTabSz="914367"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529" kern="1200" spc="0" baseline="0">
          <a:gradFill>
            <a:gsLst>
              <a:gs pos="1250">
                <a:schemeClr val="tx1"/>
              </a:gs>
              <a:gs pos="100000">
                <a:schemeClr val="tx1"/>
              </a:gs>
            </a:gsLst>
            <a:lin ang="5400000" scaled="0"/>
          </a:gradFill>
          <a:latin typeface="+mj-lt"/>
          <a:ea typeface="+mn-ea"/>
          <a:cs typeface="+mn-cs"/>
        </a:defRPr>
      </a:lvl1pPr>
      <a:lvl2pPr marL="448193" marR="0" indent="-224097" algn="l" defTabSz="914367"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745" kern="1200" spc="0" baseline="0">
          <a:gradFill>
            <a:gsLst>
              <a:gs pos="1250">
                <a:schemeClr val="tx1"/>
              </a:gs>
              <a:gs pos="100000">
                <a:schemeClr val="tx1"/>
              </a:gs>
            </a:gsLst>
            <a:lin ang="5400000" scaled="0"/>
          </a:gradFill>
          <a:latin typeface="+mn-lt"/>
          <a:ea typeface="+mn-ea"/>
          <a:cs typeface="+mn-cs"/>
        </a:defRPr>
      </a:lvl2pPr>
      <a:lvl3pPr marL="672290" marR="0" indent="-224097" algn="l" defTabSz="914367"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353" kern="1200" spc="0" baseline="0">
          <a:gradFill>
            <a:gsLst>
              <a:gs pos="1250">
                <a:schemeClr val="tx1"/>
              </a:gs>
              <a:gs pos="100000">
                <a:schemeClr val="tx1"/>
              </a:gs>
            </a:gsLst>
            <a:lin ang="5400000" scaled="0"/>
          </a:gradFill>
          <a:latin typeface="+mn-lt"/>
          <a:ea typeface="+mn-ea"/>
          <a:cs typeface="+mn-cs"/>
        </a:defRPr>
      </a:lvl3pPr>
      <a:lvl4pPr marL="896386" marR="0" indent="-224097" algn="l" defTabSz="914367"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157" kern="1200" spc="0" baseline="0">
          <a:gradFill>
            <a:gsLst>
              <a:gs pos="1250">
                <a:schemeClr val="tx1"/>
              </a:gs>
              <a:gs pos="100000">
                <a:schemeClr val="tx1"/>
              </a:gs>
            </a:gsLst>
            <a:lin ang="5400000" scaled="0"/>
          </a:gradFill>
          <a:latin typeface="+mn-lt"/>
          <a:ea typeface="+mn-ea"/>
          <a:cs typeface="+mn-cs"/>
        </a:defRPr>
      </a:lvl4pPr>
      <a:lvl5pPr marL="1120483" marR="0" indent="-224097" algn="l" defTabSz="914367"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157" kern="1200" spc="0" baseline="0">
          <a:gradFill>
            <a:gsLst>
              <a:gs pos="1250">
                <a:schemeClr val="tx1"/>
              </a:gs>
              <a:gs pos="100000">
                <a:schemeClr val="tx1"/>
              </a:gs>
            </a:gsLst>
            <a:lin ang="5400000" scaled="0"/>
          </a:gradFill>
          <a:latin typeface="+mn-lt"/>
          <a:ea typeface="+mn-ea"/>
          <a:cs typeface="+mn-cs"/>
        </a:defRPr>
      </a:lvl5pPr>
      <a:lvl6pPr marL="2514509"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6pPr>
      <a:lvl7pPr marL="2971693"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p:bodyStyle>
    <p:other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98377105"/>
      </p:ext>
    </p:extLst>
  </p:cSld>
  <p:clrMap bg1="lt1" tx1="dk1" bg2="lt2" tx2="dk2" accent1="accent1" accent2="accent2" accent3="accent3" accent4="accent4" accent5="accent5" accent6="accent6" hlink="hlink" folHlink="folHlink"/>
  <p:sldLayoutIdLst>
    <p:sldLayoutId id="2147483985" r:id="rId1"/>
    <p:sldLayoutId id="2147483986" r:id="rId2"/>
    <p:sldLayoutId id="2147483987" r:id="rId3"/>
    <p:sldLayoutId id="2147483988" r:id="rId4"/>
    <p:sldLayoutId id="2147483989" r:id="rId5"/>
    <p:sldLayoutId id="2147483990" r:id="rId6"/>
    <p:sldLayoutId id="2147483991" r:id="rId7"/>
    <p:sldLayoutId id="2147483992" r:id="rId8"/>
    <p:sldLayoutId id="2147483993" r:id="rId9"/>
    <p:sldLayoutId id="2147483994" r:id="rId10"/>
    <p:sldLayoutId id="2147483995" r:id="rId11"/>
    <p:sldLayoutId id="2147483996" r:id="rId12"/>
    <p:sldLayoutId id="2147483997" r:id="rId13"/>
    <p:sldLayoutId id="2147483998" r:id="rId14"/>
    <p:sldLayoutId id="2147483999" r:id="rId15"/>
    <p:sldLayoutId id="2147484000" r:id="rId16"/>
    <p:sldLayoutId id="2147484001" r:id="rId17"/>
    <p:sldLayoutId id="2147484002" r:id="rId18"/>
    <p:sldLayoutId id="2147484003" r:id="rId19"/>
    <p:sldLayoutId id="2147484004" r:id="rId20"/>
    <p:sldLayoutId id="2147484005" r:id="rId21"/>
    <p:sldLayoutId id="2147484006" r:id="rId22"/>
    <p:sldLayoutId id="2147484007" r:id="rId23"/>
    <p:sldLayoutId id="2147484008" r:id="rId24"/>
    <p:sldLayoutId id="2147484009" r:id="rId25"/>
    <p:sldLayoutId id="2147484010" r:id="rId26"/>
    <p:sldLayoutId id="2147484011" r:id="rId27"/>
    <p:sldLayoutId id="2147484012" r:id="rId28"/>
  </p:sldLayoutIdLst>
  <p:transition>
    <p:fade/>
  </p:transition>
  <p:txStyles>
    <p:titleStyle>
      <a:lvl1pPr algn="l" defTabSz="914367" rtl="0" eaLnBrk="1" latinLnBrk="0" hangingPunct="1">
        <a:lnSpc>
          <a:spcPct val="90000"/>
        </a:lnSpc>
        <a:spcBef>
          <a:spcPct val="0"/>
        </a:spcBef>
        <a:buNone/>
        <a:defRPr lang="en-US" sz="4313" b="0" kern="1200" cap="none" spc="-10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4097" marR="0" indent="-224097" algn="l" defTabSz="914367"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529" kern="1200" spc="0" baseline="0">
          <a:gradFill>
            <a:gsLst>
              <a:gs pos="1250">
                <a:schemeClr val="tx1"/>
              </a:gs>
              <a:gs pos="100000">
                <a:schemeClr val="tx1"/>
              </a:gs>
            </a:gsLst>
            <a:lin ang="5400000" scaled="0"/>
          </a:gradFill>
          <a:latin typeface="+mj-lt"/>
          <a:ea typeface="+mn-ea"/>
          <a:cs typeface="+mn-cs"/>
        </a:defRPr>
      </a:lvl1pPr>
      <a:lvl2pPr marL="448193" marR="0" indent="-224097" algn="l" defTabSz="914367"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745" kern="1200" spc="0" baseline="0">
          <a:gradFill>
            <a:gsLst>
              <a:gs pos="1250">
                <a:schemeClr val="tx1"/>
              </a:gs>
              <a:gs pos="100000">
                <a:schemeClr val="tx1"/>
              </a:gs>
            </a:gsLst>
            <a:lin ang="5400000" scaled="0"/>
          </a:gradFill>
          <a:latin typeface="+mn-lt"/>
          <a:ea typeface="+mn-ea"/>
          <a:cs typeface="+mn-cs"/>
        </a:defRPr>
      </a:lvl2pPr>
      <a:lvl3pPr marL="672290" marR="0" indent="-224097" algn="l" defTabSz="914367"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353" kern="1200" spc="0" baseline="0">
          <a:gradFill>
            <a:gsLst>
              <a:gs pos="1250">
                <a:schemeClr val="tx1"/>
              </a:gs>
              <a:gs pos="100000">
                <a:schemeClr val="tx1"/>
              </a:gs>
            </a:gsLst>
            <a:lin ang="5400000" scaled="0"/>
          </a:gradFill>
          <a:latin typeface="+mn-lt"/>
          <a:ea typeface="+mn-ea"/>
          <a:cs typeface="+mn-cs"/>
        </a:defRPr>
      </a:lvl3pPr>
      <a:lvl4pPr marL="896386" marR="0" indent="-224097" algn="l" defTabSz="914367"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157" kern="1200" spc="0" baseline="0">
          <a:gradFill>
            <a:gsLst>
              <a:gs pos="1250">
                <a:schemeClr val="tx1"/>
              </a:gs>
              <a:gs pos="100000">
                <a:schemeClr val="tx1"/>
              </a:gs>
            </a:gsLst>
            <a:lin ang="5400000" scaled="0"/>
          </a:gradFill>
          <a:latin typeface="+mn-lt"/>
          <a:ea typeface="+mn-ea"/>
          <a:cs typeface="+mn-cs"/>
        </a:defRPr>
      </a:lvl4pPr>
      <a:lvl5pPr marL="1120483" marR="0" indent="-224097" algn="l" defTabSz="914367"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157" kern="1200" spc="0" baseline="0">
          <a:gradFill>
            <a:gsLst>
              <a:gs pos="1250">
                <a:schemeClr val="tx1"/>
              </a:gs>
              <a:gs pos="100000">
                <a:schemeClr val="tx1"/>
              </a:gs>
            </a:gsLst>
            <a:lin ang="5400000" scaled="0"/>
          </a:gradFill>
          <a:latin typeface="+mn-lt"/>
          <a:ea typeface="+mn-ea"/>
          <a:cs typeface="+mn-cs"/>
        </a:defRPr>
      </a:lvl5pPr>
      <a:lvl6pPr marL="2514509"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6pPr>
      <a:lvl7pPr marL="2971693"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p:bodyStyle>
    <p:other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6.xml"/><Relationship Id="rId4" Type="http://schemas.openxmlformats.org/officeDocument/2006/relationships/image" Target="../media/image37.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90.xml"/><Relationship Id="rId1" Type="http://schemas.openxmlformats.org/officeDocument/2006/relationships/tags" Target="../tags/tag7.xml"/></Relationships>
</file>

<file path=ppt/slides/_rels/slide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90.xml"/></Relationships>
</file>

<file path=ppt/slides/_rels/slide4.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notesSlide" Target="../notesSlides/notesSlide3.xml"/><Relationship Id="rId7" Type="http://schemas.openxmlformats.org/officeDocument/2006/relationships/image" Target="../media/image42.png"/><Relationship Id="rId2" Type="http://schemas.openxmlformats.org/officeDocument/2006/relationships/slideLayout" Target="../slideLayouts/slideLayout96.xml"/><Relationship Id="rId1" Type="http://schemas.openxmlformats.org/officeDocument/2006/relationships/tags" Target="../tags/tag8.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 Id="rId9" Type="http://schemas.openxmlformats.org/officeDocument/2006/relationships/image" Target="../media/image44.png"/></Relationships>
</file>

<file path=ppt/slides/_rels/slide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47.svg"/><Relationship Id="rId4" Type="http://schemas.openxmlformats.org/officeDocument/2006/relationships/image" Target="../media/image46.png"/></Relationships>
</file>

<file path=ppt/slides/_rels/slide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95.xml"/><Relationship Id="rId1" Type="http://schemas.openxmlformats.org/officeDocument/2006/relationships/tags" Target="../tags/tag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8.xml"/></Relationships>
</file>

<file path=ppt/slides/_rels/slide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8.xml"/><Relationship Id="rId1" Type="http://schemas.openxmlformats.org/officeDocument/2006/relationships/slideLayout" Target="../slideLayouts/slideLayout4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8.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03.xml"/><Relationship Id="rId1" Type="http://schemas.openxmlformats.org/officeDocument/2006/relationships/tags" Target="../tags/tag10.xml"/><Relationship Id="rId4" Type="http://schemas.openxmlformats.org/officeDocument/2006/relationships/image" Target="../media/image49.jpeg"/></Relationships>
</file>

<file path=ppt/slides/_rels/slide1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1.xml"/><Relationship Id="rId1" Type="http://schemas.openxmlformats.org/officeDocument/2006/relationships/slideLayout" Target="../slideLayouts/slideLayout72.xml"/></Relationships>
</file>

<file path=ppt/slides/_rels/slide13.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52.png"/></Relationships>
</file>

<file path=ppt/slides/_rels/slide1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56.png"/></Relationships>
</file>

<file path=ppt/slides/_rels/slide19.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9.xml"/><Relationship Id="rId1" Type="http://schemas.openxmlformats.org/officeDocument/2006/relationships/tags" Target="../tags/tag11.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9.xml"/><Relationship Id="rId1" Type="http://schemas.openxmlformats.org/officeDocument/2006/relationships/tags" Target="../tags/tag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9.xml"/></Relationships>
</file>

<file path=ppt/slides/_rels/slide2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3.xml"/><Relationship Id="rId1" Type="http://schemas.openxmlformats.org/officeDocument/2006/relationships/slideLayout" Target="../slideLayouts/slideLayout4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0.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9.xml"/><Relationship Id="rId1" Type="http://schemas.openxmlformats.org/officeDocument/2006/relationships/tags" Target="../tags/tag13.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9.xml"/><Relationship Id="rId1" Type="http://schemas.openxmlformats.org/officeDocument/2006/relationships/tags" Target="../tags/tag1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4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4.xml"/><Relationship Id="rId1" Type="http://schemas.openxmlformats.org/officeDocument/2006/relationships/tags" Target="../tags/tag15.xml"/><Relationship Id="rId4" Type="http://schemas.openxmlformats.org/officeDocument/2006/relationships/image" Target="../media/image59.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6.xml"/><Relationship Id="rId1" Type="http://schemas.openxmlformats.org/officeDocument/2006/relationships/tags" Target="../tags/tag16.xml"/><Relationship Id="rId5" Type="http://schemas.openxmlformats.org/officeDocument/2006/relationships/image" Target="../media/image60.png"/><Relationship Id="rId4" Type="http://schemas.openxmlformats.org/officeDocument/2006/relationships/hyperlink" Target="https://wd3.myworkday.com/enbridge/d/home.htmld" TargetMode="External"/></Relationships>
</file>

<file path=ppt/slides/_rels/slide39.xml.rels><?xml version="1.0" encoding="UTF-8" standalone="yes"?>
<Relationships xmlns="http://schemas.openxmlformats.org/package/2006/relationships"><Relationship Id="rId3" Type="http://schemas.openxmlformats.org/officeDocument/2006/relationships/hyperlink" Target="https://maxqa.enbridge.com/" TargetMode="External"/><Relationship Id="rId2" Type="http://schemas.openxmlformats.org/officeDocument/2006/relationships/notesSlide" Target="../notesSlides/notesSlide35.xml"/><Relationship Id="rId1" Type="http://schemas.openxmlformats.org/officeDocument/2006/relationships/slideLayout" Target="../slideLayouts/slideLayout15.xml"/><Relationship Id="rId6" Type="http://schemas.openxmlformats.org/officeDocument/2006/relationships/hyperlink" Target="https://esites.enbridge.com/sites/UnifyHub/Pages/Course%20Material.aspx" TargetMode="External"/><Relationship Id="rId5" Type="http://schemas.openxmlformats.org/officeDocument/2006/relationships/hyperlink" Target="mailto:unifytraining@enbridge.com" TargetMode="External"/><Relationship Id="rId4" Type="http://schemas.openxmlformats.org/officeDocument/2006/relationships/hyperlink" Target="https://esites.enbridge.com/sites/UnifyR3/Pages/UnifyCentral.aspx" TargetMode="External"/></Relationships>
</file>

<file path=ppt/slides/_rels/slide40.xml.rels><?xml version="1.0" encoding="UTF-8" standalone="yes"?>
<Relationships xmlns="http://schemas.openxmlformats.org/package/2006/relationships"><Relationship Id="rId3" Type="http://schemas.openxmlformats.org/officeDocument/2006/relationships/hyperlink" Target="https://esites.enbridge.com/sites/am/GTM/Pages/default.aspx" TargetMode="External"/><Relationship Id="rId2" Type="http://schemas.openxmlformats.org/officeDocument/2006/relationships/hyperlink" Target="https://esites.enbridge.com/sites/UnifyHub/Pages/Unify%20Training.aspx" TargetMode="External"/><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1DB497C9-2763-4EC3-988F-85CF4FD737B8}"/>
              </a:ext>
            </a:extLst>
          </p:cNvPr>
          <p:cNvSpPr>
            <a:spLocks noChangeAspect="1"/>
          </p:cNvSpPr>
          <p:nvPr/>
        </p:nvSpPr>
        <p:spPr bwMode="auto">
          <a:xfrm>
            <a:off x="9468480" y="6091915"/>
            <a:ext cx="548640" cy="548640"/>
          </a:xfrm>
          <a:prstGeom prst="ellips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A00A6DC2-6593-44EE-919C-168E609879EC}"/>
              </a:ext>
            </a:extLst>
          </p:cNvPr>
          <p:cNvSpPr>
            <a:spLocks noGrp="1"/>
          </p:cNvSpPr>
          <p:nvPr>
            <p:ph type="title"/>
          </p:nvPr>
        </p:nvSpPr>
        <p:spPr/>
        <p:txBody>
          <a:bodyPr/>
          <a:lstStyle/>
          <a:p>
            <a:r>
              <a:rPr lang="en-US" sz="4000" b="1" dirty="0">
                <a:solidFill>
                  <a:schemeClr val="bg1"/>
                </a:solidFill>
              </a:rPr>
              <a:t>GTM Work Completion and Closure</a:t>
            </a:r>
          </a:p>
        </p:txBody>
      </p:sp>
      <p:sp>
        <p:nvSpPr>
          <p:cNvPr id="6" name="TextBox 5">
            <a:extLst>
              <a:ext uri="{FF2B5EF4-FFF2-40B4-BE49-F238E27FC236}">
                <a16:creationId xmlns:a16="http://schemas.microsoft.com/office/drawing/2014/main" id="{5FD905F7-5C9B-46E9-B767-6A6367037C22}"/>
              </a:ext>
            </a:extLst>
          </p:cNvPr>
          <p:cNvSpPr txBox="1"/>
          <p:nvPr/>
        </p:nvSpPr>
        <p:spPr>
          <a:xfrm>
            <a:off x="9969951" y="6125369"/>
            <a:ext cx="3113893" cy="517065"/>
          </a:xfrm>
          <a:prstGeom prst="rect">
            <a:avLst/>
          </a:prstGeom>
          <a:noFill/>
        </p:spPr>
        <p:txBody>
          <a:bodyPr wrap="square" lIns="182880" tIns="146304" rIns="182880" bIns="146304" rtlCol="0">
            <a:spAutoFit/>
          </a:bodyPr>
          <a:lstStyle/>
          <a:p>
            <a:pPr>
              <a:lnSpc>
                <a:spcPct val="90000"/>
              </a:lnSpc>
              <a:spcAft>
                <a:spcPts val="600"/>
              </a:spcAft>
            </a:pPr>
            <a:r>
              <a:rPr lang="en-US" sz="1600" b="1" dirty="0">
                <a:latin typeface="Neue Haas Grotesk Text Pro" panose="020B0504020202020204" pitchFamily="34" charset="0"/>
              </a:rPr>
              <a:t>Duration: 2 Hours</a:t>
            </a:r>
          </a:p>
        </p:txBody>
      </p:sp>
      <p:pic>
        <p:nvPicPr>
          <p:cNvPr id="8" name="Picture 7" descr="Logo, icon&#10;&#10;Description automatically generated">
            <a:extLst>
              <a:ext uri="{FF2B5EF4-FFF2-40B4-BE49-F238E27FC236}">
                <a16:creationId xmlns:a16="http://schemas.microsoft.com/office/drawing/2014/main" id="{4D18CBB2-98D3-4DCB-85B1-5C95A94305D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07439" y="6130874"/>
            <a:ext cx="470723" cy="470723"/>
          </a:xfrm>
          <a:prstGeom prst="rect">
            <a:avLst/>
          </a:prstGeom>
        </p:spPr>
      </p:pic>
    </p:spTree>
    <p:custDataLst>
      <p:tags r:id="rId1"/>
    </p:custDataLst>
    <p:extLst>
      <p:ext uri="{BB962C8B-B14F-4D97-AF65-F5344CB8AC3E}">
        <p14:creationId xmlns:p14="http://schemas.microsoft.com/office/powerpoint/2010/main" val="350390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AF291-0BB4-494D-94E5-B31D91375CEF}"/>
              </a:ext>
            </a:extLst>
          </p:cNvPr>
          <p:cNvSpPr>
            <a:spLocks noGrp="1"/>
          </p:cNvSpPr>
          <p:nvPr>
            <p:ph type="title"/>
          </p:nvPr>
        </p:nvSpPr>
        <p:spPr/>
        <p:txBody>
          <a:bodyPr/>
          <a:lstStyle/>
          <a:p>
            <a:r>
              <a:rPr lang="en-US" dirty="0"/>
              <a:t>Agenda</a:t>
            </a:r>
          </a:p>
        </p:txBody>
      </p:sp>
      <p:grpSp>
        <p:nvGrpSpPr>
          <p:cNvPr id="47" name="Group 46">
            <a:extLst>
              <a:ext uri="{FF2B5EF4-FFF2-40B4-BE49-F238E27FC236}">
                <a16:creationId xmlns:a16="http://schemas.microsoft.com/office/drawing/2014/main" id="{384D9D8A-CF36-4B53-BE4F-485ED2511A51}"/>
              </a:ext>
            </a:extLst>
          </p:cNvPr>
          <p:cNvGrpSpPr/>
          <p:nvPr/>
        </p:nvGrpSpPr>
        <p:grpSpPr>
          <a:xfrm>
            <a:off x="2531833" y="1391010"/>
            <a:ext cx="4433748" cy="2998029"/>
            <a:chOff x="2531833" y="1010010"/>
            <a:chExt cx="4433748" cy="2998029"/>
          </a:xfrm>
        </p:grpSpPr>
        <p:grpSp>
          <p:nvGrpSpPr>
            <p:cNvPr id="49" name="Group 48">
              <a:extLst>
                <a:ext uri="{FF2B5EF4-FFF2-40B4-BE49-F238E27FC236}">
                  <a16:creationId xmlns:a16="http://schemas.microsoft.com/office/drawing/2014/main" id="{CC5518B0-727B-405A-A8F4-787B34D9F2AB}"/>
                </a:ext>
              </a:extLst>
            </p:cNvPr>
            <p:cNvGrpSpPr/>
            <p:nvPr/>
          </p:nvGrpSpPr>
          <p:grpSpPr>
            <a:xfrm>
              <a:off x="2531833" y="1010010"/>
              <a:ext cx="2829142" cy="544765"/>
              <a:chOff x="1886673" y="1099595"/>
              <a:chExt cx="2829142" cy="544765"/>
            </a:xfrm>
          </p:grpSpPr>
          <p:sp>
            <p:nvSpPr>
              <p:cNvPr id="71" name="Oval 70">
                <a:extLst>
                  <a:ext uri="{FF2B5EF4-FFF2-40B4-BE49-F238E27FC236}">
                    <a16:creationId xmlns:a16="http://schemas.microsoft.com/office/drawing/2014/main" id="{1C7C5CB5-8DDB-4E5F-B42D-8C576892C9D1}"/>
                  </a:ext>
                </a:extLst>
              </p:cNvPr>
              <p:cNvSpPr/>
              <p:nvPr userDrawn="1"/>
            </p:nvSpPr>
            <p:spPr bwMode="auto">
              <a:xfrm>
                <a:off x="1886673" y="1175207"/>
                <a:ext cx="393540" cy="393540"/>
              </a:xfrm>
              <a:prstGeom prst="ellipse">
                <a:avLst/>
              </a:prstGeom>
              <a:solidFill>
                <a:schemeClr val="tx1"/>
              </a:solidFill>
              <a:ln w="28575">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600" b="1" i="0" u="none" strike="noStrike" kern="1200" cap="none" spc="0" normalizeH="0" baseline="0" noProof="0" dirty="0">
                    <a:ln>
                      <a:noFill/>
                    </a:ln>
                    <a:gradFill>
                      <a:gsLst>
                        <a:gs pos="0">
                          <a:srgbClr val="FFFFFF"/>
                        </a:gs>
                        <a:gs pos="100000">
                          <a:srgbClr val="FFFFFF"/>
                        </a:gs>
                      </a:gsLst>
                      <a:lin ang="5400000" scaled="0"/>
                    </a:gradFill>
                    <a:effectLst/>
                    <a:uLnTx/>
                    <a:uFillTx/>
                    <a:latin typeface="Neue Haas Grotesk Text Pro" panose="020B0504020202020204" pitchFamily="34" charset="0"/>
                    <a:ea typeface="Segoe UI" pitchFamily="34" charset="0"/>
                    <a:cs typeface="Arial" panose="020B0604020202020204" pitchFamily="34" charset="0"/>
                  </a:rPr>
                  <a:t>1</a:t>
                </a:r>
              </a:p>
            </p:txBody>
          </p:sp>
          <p:sp>
            <p:nvSpPr>
              <p:cNvPr id="75" name="TextBox 74">
                <a:extLst>
                  <a:ext uri="{FF2B5EF4-FFF2-40B4-BE49-F238E27FC236}">
                    <a16:creationId xmlns:a16="http://schemas.microsoft.com/office/drawing/2014/main" id="{64D73907-F70D-4B0C-BC25-3E02C87B0EDF}"/>
                  </a:ext>
                </a:extLst>
              </p:cNvPr>
              <p:cNvSpPr txBox="1"/>
              <p:nvPr userDrawn="1"/>
            </p:nvSpPr>
            <p:spPr>
              <a:xfrm>
                <a:off x="2280212" y="1099595"/>
                <a:ext cx="2435603" cy="544765"/>
              </a:xfrm>
              <a:prstGeom prst="rect">
                <a:avLst/>
              </a:prstGeom>
              <a:noFill/>
            </p:spPr>
            <p:txBody>
              <a:bodyPr wrap="none" lIns="182880" tIns="146304" rIns="182880" bIns="146304" rtlCol="0">
                <a:sp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Neue Haas Grotesk Text Pro" panose="020B0504020202020204" pitchFamily="34" charset="0"/>
                    <a:ea typeface="+mn-ea"/>
                    <a:cs typeface="Arial" panose="020B0604020202020204" pitchFamily="34" charset="0"/>
                  </a:rPr>
                  <a:t>Course Objectives</a:t>
                </a:r>
              </a:p>
            </p:txBody>
          </p:sp>
        </p:grpSp>
        <p:grpSp>
          <p:nvGrpSpPr>
            <p:cNvPr id="50" name="Group 49">
              <a:extLst>
                <a:ext uri="{FF2B5EF4-FFF2-40B4-BE49-F238E27FC236}">
                  <a16:creationId xmlns:a16="http://schemas.microsoft.com/office/drawing/2014/main" id="{FDB792A8-AEEC-4D46-886D-394AA84E1BF7}"/>
                </a:ext>
              </a:extLst>
            </p:cNvPr>
            <p:cNvGrpSpPr/>
            <p:nvPr/>
          </p:nvGrpSpPr>
          <p:grpSpPr>
            <a:xfrm>
              <a:off x="2531833" y="1623326"/>
              <a:ext cx="4433748" cy="544765"/>
              <a:chOff x="1886673" y="1099595"/>
              <a:chExt cx="4433748" cy="544765"/>
            </a:xfrm>
          </p:grpSpPr>
          <p:sp>
            <p:nvSpPr>
              <p:cNvPr id="69" name="Oval 68">
                <a:extLst>
                  <a:ext uri="{FF2B5EF4-FFF2-40B4-BE49-F238E27FC236}">
                    <a16:creationId xmlns:a16="http://schemas.microsoft.com/office/drawing/2014/main" id="{5963F896-2BA9-47C3-90E6-BB9A538F7485}"/>
                  </a:ext>
                </a:extLst>
              </p:cNvPr>
              <p:cNvSpPr/>
              <p:nvPr userDrawn="1"/>
            </p:nvSpPr>
            <p:spPr bwMode="auto">
              <a:xfrm>
                <a:off x="1886673" y="1175207"/>
                <a:ext cx="393540" cy="393540"/>
              </a:xfrm>
              <a:prstGeom prst="ellipse">
                <a:avLst/>
              </a:prstGeom>
              <a:solidFill>
                <a:schemeClr val="tx1"/>
              </a:solidFill>
              <a:ln w="28575">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600" b="1" i="0" u="none" strike="noStrike" kern="1200" cap="none" spc="0" normalizeH="0" baseline="0" noProof="0" dirty="0">
                    <a:ln>
                      <a:noFill/>
                    </a:ln>
                    <a:gradFill>
                      <a:gsLst>
                        <a:gs pos="0">
                          <a:srgbClr val="FFFFFF"/>
                        </a:gs>
                        <a:gs pos="100000">
                          <a:srgbClr val="FFFFFF"/>
                        </a:gs>
                      </a:gsLst>
                      <a:lin ang="5400000" scaled="0"/>
                    </a:gradFill>
                    <a:effectLst/>
                    <a:uLnTx/>
                    <a:uFillTx/>
                    <a:latin typeface="Neue Haas Grotesk Text Pro" panose="020B0504020202020204" pitchFamily="34" charset="0"/>
                    <a:ea typeface="Segoe UI" pitchFamily="34" charset="0"/>
                    <a:cs typeface="Arial" panose="020B0604020202020204" pitchFamily="34" charset="0"/>
                  </a:rPr>
                  <a:t>2</a:t>
                </a:r>
              </a:p>
            </p:txBody>
          </p:sp>
          <p:sp>
            <p:nvSpPr>
              <p:cNvPr id="70" name="TextBox 69">
                <a:extLst>
                  <a:ext uri="{FF2B5EF4-FFF2-40B4-BE49-F238E27FC236}">
                    <a16:creationId xmlns:a16="http://schemas.microsoft.com/office/drawing/2014/main" id="{399234DE-1995-4AD8-84CE-22AB6B3223CE}"/>
                  </a:ext>
                </a:extLst>
              </p:cNvPr>
              <p:cNvSpPr txBox="1"/>
              <p:nvPr userDrawn="1"/>
            </p:nvSpPr>
            <p:spPr>
              <a:xfrm>
                <a:off x="2280212" y="1099595"/>
                <a:ext cx="4040209" cy="544765"/>
              </a:xfrm>
              <a:prstGeom prst="rect">
                <a:avLst/>
              </a:prstGeom>
              <a:noFill/>
            </p:spPr>
            <p:txBody>
              <a:bodyPr wrap="none" lIns="182880" tIns="146304" rIns="182880" bIns="146304" rtlCol="0">
                <a:spAutoFit/>
              </a:bodyPr>
              <a:lstStyle/>
              <a:p>
                <a:pPr>
                  <a:lnSpc>
                    <a:spcPct val="90000"/>
                  </a:lnSpc>
                  <a:spcAft>
                    <a:spcPts val="600"/>
                  </a:spcAft>
                </a:pPr>
                <a:r>
                  <a:rPr lang="en-US" b="1" dirty="0">
                    <a:solidFill>
                      <a:schemeClr val="bg1"/>
                    </a:solidFill>
                    <a:latin typeface="Neue Haas Grotesk Text Pro" panose="020B0504020202020204" pitchFamily="34" charset="0"/>
                  </a:rPr>
                  <a:t>Module 1: </a:t>
                </a:r>
                <a:r>
                  <a:rPr lang="en-US" dirty="0">
                    <a:solidFill>
                      <a:schemeClr val="bg1"/>
                    </a:solidFill>
                    <a:latin typeface="Neue Haas Grotesk Text Pro" panose="020B0504020202020204" pitchFamily="34" charset="0"/>
                  </a:rPr>
                  <a:t>Work Order Completion</a:t>
                </a:r>
              </a:p>
            </p:txBody>
          </p:sp>
        </p:grpSp>
        <p:grpSp>
          <p:nvGrpSpPr>
            <p:cNvPr id="51" name="Group 50">
              <a:extLst>
                <a:ext uri="{FF2B5EF4-FFF2-40B4-BE49-F238E27FC236}">
                  <a16:creationId xmlns:a16="http://schemas.microsoft.com/office/drawing/2014/main" id="{75F617ED-2318-4F6D-A847-35C9340004DE}"/>
                </a:ext>
              </a:extLst>
            </p:cNvPr>
            <p:cNvGrpSpPr/>
            <p:nvPr/>
          </p:nvGrpSpPr>
          <p:grpSpPr>
            <a:xfrm>
              <a:off x="2531833" y="2236642"/>
              <a:ext cx="4074675" cy="544765"/>
              <a:chOff x="1886673" y="1099595"/>
              <a:chExt cx="4074675" cy="544765"/>
            </a:xfrm>
          </p:grpSpPr>
          <p:sp>
            <p:nvSpPr>
              <p:cNvPr id="67" name="Oval 66">
                <a:extLst>
                  <a:ext uri="{FF2B5EF4-FFF2-40B4-BE49-F238E27FC236}">
                    <a16:creationId xmlns:a16="http://schemas.microsoft.com/office/drawing/2014/main" id="{B3C6BB5A-0FF6-478A-AB3F-92C7696F41C2}"/>
                  </a:ext>
                </a:extLst>
              </p:cNvPr>
              <p:cNvSpPr/>
              <p:nvPr userDrawn="1"/>
            </p:nvSpPr>
            <p:spPr bwMode="auto">
              <a:xfrm>
                <a:off x="1886673" y="1175207"/>
                <a:ext cx="393540" cy="393540"/>
              </a:xfrm>
              <a:prstGeom prst="ellipse">
                <a:avLst/>
              </a:prstGeom>
              <a:solidFill>
                <a:schemeClr val="tx1"/>
              </a:solidFill>
              <a:ln w="28575">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600" b="1" i="0" u="none" strike="noStrike" kern="1200" cap="none" spc="0" normalizeH="0" baseline="0" noProof="0" dirty="0">
                    <a:ln>
                      <a:noFill/>
                    </a:ln>
                    <a:gradFill>
                      <a:gsLst>
                        <a:gs pos="0">
                          <a:srgbClr val="FFFFFF"/>
                        </a:gs>
                        <a:gs pos="100000">
                          <a:srgbClr val="FFFFFF"/>
                        </a:gs>
                      </a:gsLst>
                      <a:lin ang="5400000" scaled="0"/>
                    </a:gradFill>
                    <a:effectLst/>
                    <a:uLnTx/>
                    <a:uFillTx/>
                    <a:latin typeface="Neue Haas Grotesk Text Pro" panose="020B0504020202020204" pitchFamily="34" charset="0"/>
                    <a:ea typeface="Segoe UI" pitchFamily="34" charset="0"/>
                    <a:cs typeface="Arial" panose="020B0604020202020204" pitchFamily="34" charset="0"/>
                  </a:rPr>
                  <a:t>3</a:t>
                </a:r>
              </a:p>
            </p:txBody>
          </p:sp>
          <p:sp>
            <p:nvSpPr>
              <p:cNvPr id="68" name="TextBox 67">
                <a:extLst>
                  <a:ext uri="{FF2B5EF4-FFF2-40B4-BE49-F238E27FC236}">
                    <a16:creationId xmlns:a16="http://schemas.microsoft.com/office/drawing/2014/main" id="{9933E249-DC9A-42BF-B808-F222BB2400EF}"/>
                  </a:ext>
                </a:extLst>
              </p:cNvPr>
              <p:cNvSpPr txBox="1"/>
              <p:nvPr userDrawn="1"/>
            </p:nvSpPr>
            <p:spPr>
              <a:xfrm>
                <a:off x="2280212" y="1099595"/>
                <a:ext cx="3681136" cy="544765"/>
              </a:xfrm>
              <a:prstGeom prst="rect">
                <a:avLst/>
              </a:prstGeom>
              <a:noFill/>
            </p:spPr>
            <p:txBody>
              <a:bodyPr wrap="none" lIns="182880" tIns="146304" rIns="182880" bIns="146304" rtlCol="0">
                <a:spAutoFit/>
              </a:bodyPr>
              <a:lstStyle/>
              <a:p>
                <a:pPr>
                  <a:lnSpc>
                    <a:spcPct val="90000"/>
                  </a:lnSpc>
                  <a:spcAft>
                    <a:spcPts val="600"/>
                  </a:spcAft>
                </a:pPr>
                <a:r>
                  <a:rPr lang="en-US" b="1" dirty="0">
                    <a:solidFill>
                      <a:schemeClr val="bg1"/>
                    </a:solidFill>
                    <a:latin typeface="Neue Haas Grotesk Text Pro" panose="020B0504020202020204" pitchFamily="34" charset="0"/>
                  </a:rPr>
                  <a:t>Module 2: </a:t>
                </a:r>
                <a:r>
                  <a:rPr lang="en-US" dirty="0">
                    <a:solidFill>
                      <a:schemeClr val="bg1"/>
                    </a:solidFill>
                    <a:latin typeface="Neue Haas Grotesk Text Pro" panose="020B0504020202020204" pitchFamily="34" charset="0"/>
                  </a:rPr>
                  <a:t>Work Order Closure</a:t>
                </a:r>
              </a:p>
            </p:txBody>
          </p:sp>
        </p:grpSp>
        <p:grpSp>
          <p:nvGrpSpPr>
            <p:cNvPr id="52" name="Group 51">
              <a:extLst>
                <a:ext uri="{FF2B5EF4-FFF2-40B4-BE49-F238E27FC236}">
                  <a16:creationId xmlns:a16="http://schemas.microsoft.com/office/drawing/2014/main" id="{5227E7EC-4A1C-487A-B9A8-688F8D2A4CA7}"/>
                </a:ext>
              </a:extLst>
            </p:cNvPr>
            <p:cNvGrpSpPr/>
            <p:nvPr/>
          </p:nvGrpSpPr>
          <p:grpSpPr>
            <a:xfrm>
              <a:off x="2531833" y="2849958"/>
              <a:ext cx="2704108" cy="544765"/>
              <a:chOff x="1886673" y="1099595"/>
              <a:chExt cx="2704108" cy="544765"/>
            </a:xfrm>
          </p:grpSpPr>
          <p:sp>
            <p:nvSpPr>
              <p:cNvPr id="65" name="Oval 64">
                <a:extLst>
                  <a:ext uri="{FF2B5EF4-FFF2-40B4-BE49-F238E27FC236}">
                    <a16:creationId xmlns:a16="http://schemas.microsoft.com/office/drawing/2014/main" id="{75EA0C94-74C8-473C-A2E3-35C9D0A45C0B}"/>
                  </a:ext>
                </a:extLst>
              </p:cNvPr>
              <p:cNvSpPr/>
              <p:nvPr userDrawn="1"/>
            </p:nvSpPr>
            <p:spPr bwMode="auto">
              <a:xfrm>
                <a:off x="1886673" y="1175207"/>
                <a:ext cx="393540" cy="393540"/>
              </a:xfrm>
              <a:prstGeom prst="ellipse">
                <a:avLst/>
              </a:prstGeom>
              <a:solidFill>
                <a:schemeClr val="tx1"/>
              </a:solidFill>
              <a:ln w="28575">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600" b="1" i="0" u="none" strike="noStrike" kern="1200" cap="none" spc="0" normalizeH="0" baseline="0" noProof="0" dirty="0">
                    <a:ln>
                      <a:noFill/>
                    </a:ln>
                    <a:gradFill>
                      <a:gsLst>
                        <a:gs pos="0">
                          <a:srgbClr val="FFFFFF"/>
                        </a:gs>
                        <a:gs pos="100000">
                          <a:srgbClr val="FFFFFF"/>
                        </a:gs>
                      </a:gsLst>
                      <a:lin ang="5400000" scaled="0"/>
                    </a:gradFill>
                    <a:effectLst/>
                    <a:uLnTx/>
                    <a:uFillTx/>
                    <a:latin typeface="Neue Haas Grotesk Text Pro" panose="020B0504020202020204" pitchFamily="34" charset="0"/>
                    <a:ea typeface="Segoe UI" pitchFamily="34" charset="0"/>
                    <a:cs typeface="Arial" panose="020B0604020202020204" pitchFamily="34" charset="0"/>
                  </a:rPr>
                  <a:t>4</a:t>
                </a:r>
              </a:p>
            </p:txBody>
          </p:sp>
          <p:sp>
            <p:nvSpPr>
              <p:cNvPr id="66" name="TextBox 65">
                <a:extLst>
                  <a:ext uri="{FF2B5EF4-FFF2-40B4-BE49-F238E27FC236}">
                    <a16:creationId xmlns:a16="http://schemas.microsoft.com/office/drawing/2014/main" id="{7D94F554-4DA6-4A03-B09A-6FC57731708C}"/>
                  </a:ext>
                </a:extLst>
              </p:cNvPr>
              <p:cNvSpPr txBox="1"/>
              <p:nvPr userDrawn="1"/>
            </p:nvSpPr>
            <p:spPr>
              <a:xfrm>
                <a:off x="2280212" y="1099595"/>
                <a:ext cx="2310569" cy="544765"/>
              </a:xfrm>
              <a:prstGeom prst="rect">
                <a:avLst/>
              </a:prstGeom>
              <a:noFill/>
            </p:spPr>
            <p:txBody>
              <a:bodyPr wrap="none" lIns="182880" tIns="146304" rIns="182880" bIns="146304" rtlCol="0">
                <a:spAutoFit/>
              </a:bodyPr>
              <a:lstStyle/>
              <a:p>
                <a:pPr lvl="0">
                  <a:lnSpc>
                    <a:spcPct val="90000"/>
                  </a:lnSpc>
                  <a:spcAft>
                    <a:spcPts val="600"/>
                  </a:spcAft>
                  <a:defRPr/>
                </a:pPr>
                <a:r>
                  <a:rPr lang="en-US" b="1" dirty="0">
                    <a:solidFill>
                      <a:srgbClr val="FFFFFF"/>
                    </a:solidFill>
                    <a:latin typeface="Neue Haas Grotesk Text Pro" panose="020B0504020202020204" pitchFamily="34" charset="0"/>
                    <a:cs typeface="Arial" panose="020B0604020202020204" pitchFamily="34" charset="0"/>
                  </a:rPr>
                  <a:t>Course Summary</a:t>
                </a:r>
              </a:p>
            </p:txBody>
          </p:sp>
        </p:grpSp>
        <p:grpSp>
          <p:nvGrpSpPr>
            <p:cNvPr id="53" name="Group 52">
              <a:extLst>
                <a:ext uri="{FF2B5EF4-FFF2-40B4-BE49-F238E27FC236}">
                  <a16:creationId xmlns:a16="http://schemas.microsoft.com/office/drawing/2014/main" id="{2B194220-1F17-4256-B5D6-CC632D8FE745}"/>
                </a:ext>
              </a:extLst>
            </p:cNvPr>
            <p:cNvGrpSpPr/>
            <p:nvPr/>
          </p:nvGrpSpPr>
          <p:grpSpPr>
            <a:xfrm>
              <a:off x="2531833" y="3463274"/>
              <a:ext cx="2147865" cy="544765"/>
              <a:chOff x="1886673" y="1099595"/>
              <a:chExt cx="2147865" cy="544765"/>
            </a:xfrm>
          </p:grpSpPr>
          <p:sp>
            <p:nvSpPr>
              <p:cNvPr id="63" name="Oval 62">
                <a:extLst>
                  <a:ext uri="{FF2B5EF4-FFF2-40B4-BE49-F238E27FC236}">
                    <a16:creationId xmlns:a16="http://schemas.microsoft.com/office/drawing/2014/main" id="{DDD8CAAB-DA74-402B-99E5-4A2E50500DE7}"/>
                  </a:ext>
                </a:extLst>
              </p:cNvPr>
              <p:cNvSpPr/>
              <p:nvPr userDrawn="1"/>
            </p:nvSpPr>
            <p:spPr bwMode="auto">
              <a:xfrm>
                <a:off x="1886673" y="1175207"/>
                <a:ext cx="393540" cy="393540"/>
              </a:xfrm>
              <a:prstGeom prst="ellipse">
                <a:avLst/>
              </a:prstGeom>
              <a:solidFill>
                <a:schemeClr val="tx1"/>
              </a:solidFill>
              <a:ln w="28575">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600" b="1" i="0" u="none" strike="noStrike" kern="1200" cap="none" spc="0" normalizeH="0" baseline="0" noProof="0" dirty="0">
                    <a:ln>
                      <a:noFill/>
                    </a:ln>
                    <a:gradFill>
                      <a:gsLst>
                        <a:gs pos="0">
                          <a:srgbClr val="FFFFFF"/>
                        </a:gs>
                        <a:gs pos="100000">
                          <a:srgbClr val="FFFFFF"/>
                        </a:gs>
                      </a:gsLst>
                      <a:lin ang="5400000" scaled="0"/>
                    </a:gradFill>
                    <a:effectLst/>
                    <a:uLnTx/>
                    <a:uFillTx/>
                    <a:latin typeface="Neue Haas Grotesk Text Pro" panose="020B0504020202020204" pitchFamily="34" charset="0"/>
                    <a:ea typeface="Segoe UI" pitchFamily="34" charset="0"/>
                    <a:cs typeface="Arial" panose="020B0604020202020204" pitchFamily="34" charset="0"/>
                  </a:rPr>
                  <a:t>5</a:t>
                </a:r>
              </a:p>
            </p:txBody>
          </p:sp>
          <p:sp>
            <p:nvSpPr>
              <p:cNvPr id="64" name="TextBox 63">
                <a:extLst>
                  <a:ext uri="{FF2B5EF4-FFF2-40B4-BE49-F238E27FC236}">
                    <a16:creationId xmlns:a16="http://schemas.microsoft.com/office/drawing/2014/main" id="{04762AE4-B023-4894-BE67-5C31E4207F1F}"/>
                  </a:ext>
                </a:extLst>
              </p:cNvPr>
              <p:cNvSpPr txBox="1"/>
              <p:nvPr userDrawn="1"/>
            </p:nvSpPr>
            <p:spPr>
              <a:xfrm>
                <a:off x="2280212" y="1099595"/>
                <a:ext cx="1754326" cy="544765"/>
              </a:xfrm>
              <a:prstGeom prst="rect">
                <a:avLst/>
              </a:prstGeom>
              <a:noFill/>
            </p:spPr>
            <p:txBody>
              <a:bodyPr wrap="none" lIns="182880" tIns="146304" rIns="182880" bIns="146304" rtlCol="0">
                <a:spAutoFit/>
              </a:bodyPr>
              <a:lstStyle/>
              <a:p>
                <a:pPr lvl="0">
                  <a:lnSpc>
                    <a:spcPct val="90000"/>
                  </a:lnSpc>
                  <a:spcAft>
                    <a:spcPts val="600"/>
                  </a:spcAft>
                  <a:defRPr/>
                </a:pPr>
                <a:r>
                  <a:rPr lang="en-US" b="1" dirty="0">
                    <a:solidFill>
                      <a:srgbClr val="FFFFFF"/>
                    </a:solidFill>
                    <a:latin typeface="Neue Haas Grotesk Text Pro" panose="020B0504020202020204" pitchFamily="34" charset="0"/>
                    <a:cs typeface="Arial" panose="020B0604020202020204" pitchFamily="34" charset="0"/>
                  </a:rPr>
                  <a:t>Assessment</a:t>
                </a:r>
              </a:p>
            </p:txBody>
          </p:sp>
        </p:grpSp>
      </p:grpSp>
    </p:spTree>
    <p:custDataLst>
      <p:tags r:id="rId1"/>
    </p:custDataLst>
    <p:extLst>
      <p:ext uri="{BB962C8B-B14F-4D97-AF65-F5344CB8AC3E}">
        <p14:creationId xmlns:p14="http://schemas.microsoft.com/office/powerpoint/2010/main" val="28979195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9C2D5-4168-4AE2-A7D6-8A05E114B7B7}"/>
              </a:ext>
            </a:extLst>
          </p:cNvPr>
          <p:cNvSpPr>
            <a:spLocks noGrp="1"/>
          </p:cNvSpPr>
          <p:nvPr>
            <p:ph type="title"/>
          </p:nvPr>
        </p:nvSpPr>
        <p:spPr/>
        <p:txBody>
          <a:bodyPr/>
          <a:lstStyle/>
          <a:p>
            <a:r>
              <a:rPr lang="en-US" dirty="0"/>
              <a:t>Safety Moment</a:t>
            </a:r>
          </a:p>
        </p:txBody>
      </p:sp>
      <p:pic>
        <p:nvPicPr>
          <p:cNvPr id="4" name="Picture 3">
            <a:extLst>
              <a:ext uri="{FF2B5EF4-FFF2-40B4-BE49-F238E27FC236}">
                <a16:creationId xmlns:a16="http://schemas.microsoft.com/office/drawing/2014/main" id="{EF77ED0F-A246-4196-86D6-C42404E49E7C}"/>
              </a:ext>
            </a:extLst>
          </p:cNvPr>
          <p:cNvPicPr>
            <a:picLocks noChangeAspect="1"/>
          </p:cNvPicPr>
          <p:nvPr/>
        </p:nvPicPr>
        <p:blipFill>
          <a:blip r:embed="rId2"/>
          <a:stretch>
            <a:fillRect/>
          </a:stretch>
        </p:blipFill>
        <p:spPr>
          <a:xfrm>
            <a:off x="3485322" y="999841"/>
            <a:ext cx="5194851" cy="5724523"/>
          </a:xfrm>
          <a:prstGeom prst="rect">
            <a:avLst/>
          </a:prstGeom>
        </p:spPr>
      </p:pic>
    </p:spTree>
    <p:extLst>
      <p:ext uri="{BB962C8B-B14F-4D97-AF65-F5344CB8AC3E}">
        <p14:creationId xmlns:p14="http://schemas.microsoft.com/office/powerpoint/2010/main" val="2378976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D5F17C7-1675-498C-999C-1C95F550374A}"/>
              </a:ext>
            </a:extLst>
          </p:cNvPr>
          <p:cNvSpPr>
            <a:spLocks noGrp="1"/>
          </p:cNvSpPr>
          <p:nvPr>
            <p:ph type="body" sz="quarter" idx="10"/>
          </p:nvPr>
        </p:nvSpPr>
        <p:spPr/>
        <p:txBody>
          <a:bodyPr/>
          <a:lstStyle/>
          <a:p>
            <a:r>
              <a:rPr lang="en-US" dirty="0"/>
              <a:t>Please adhere to these guidelines to make it a productive training session:</a:t>
            </a:r>
          </a:p>
        </p:txBody>
      </p:sp>
      <p:sp>
        <p:nvSpPr>
          <p:cNvPr id="46" name="Title 2">
            <a:extLst>
              <a:ext uri="{FF2B5EF4-FFF2-40B4-BE49-F238E27FC236}">
                <a16:creationId xmlns:a16="http://schemas.microsoft.com/office/drawing/2014/main" id="{0E2E5F44-9A5C-4C7B-AE5A-24ED39DC9DA1}"/>
              </a:ext>
            </a:extLst>
          </p:cNvPr>
          <p:cNvSpPr>
            <a:spLocks noGrp="1"/>
          </p:cNvSpPr>
          <p:nvPr>
            <p:ph type="title"/>
          </p:nvPr>
        </p:nvSpPr>
        <p:spPr/>
        <p:txBody>
          <a:bodyPr/>
          <a:lstStyle/>
          <a:p>
            <a:r>
              <a:rPr lang="en-US" dirty="0"/>
              <a:t>Ground Rules</a:t>
            </a:r>
          </a:p>
        </p:txBody>
      </p:sp>
      <p:grpSp>
        <p:nvGrpSpPr>
          <p:cNvPr id="98" name="Group 97">
            <a:extLst>
              <a:ext uri="{FF2B5EF4-FFF2-40B4-BE49-F238E27FC236}">
                <a16:creationId xmlns:a16="http://schemas.microsoft.com/office/drawing/2014/main" id="{24DA594E-8648-483B-A60C-A013E485EFE4}"/>
              </a:ext>
            </a:extLst>
          </p:cNvPr>
          <p:cNvGrpSpPr/>
          <p:nvPr/>
        </p:nvGrpSpPr>
        <p:grpSpPr>
          <a:xfrm>
            <a:off x="739999" y="2263648"/>
            <a:ext cx="10712003" cy="3172915"/>
            <a:chOff x="578726" y="2216813"/>
            <a:chExt cx="10712003" cy="3172915"/>
          </a:xfrm>
        </p:grpSpPr>
        <p:grpSp>
          <p:nvGrpSpPr>
            <p:cNvPr id="99" name="Group 98">
              <a:extLst>
                <a:ext uri="{FF2B5EF4-FFF2-40B4-BE49-F238E27FC236}">
                  <a16:creationId xmlns:a16="http://schemas.microsoft.com/office/drawing/2014/main" id="{51D3FA9F-59FB-4D86-A3AD-7FE2F20AE5D2}"/>
                </a:ext>
              </a:extLst>
            </p:cNvPr>
            <p:cNvGrpSpPr>
              <a:grpSpLocks noChangeAspect="1"/>
            </p:cNvGrpSpPr>
            <p:nvPr/>
          </p:nvGrpSpPr>
          <p:grpSpPr>
            <a:xfrm>
              <a:off x="578726" y="2216813"/>
              <a:ext cx="4885704" cy="825209"/>
              <a:chOff x="1393010" y="2072193"/>
              <a:chExt cx="4071420" cy="687674"/>
            </a:xfrm>
          </p:grpSpPr>
          <p:sp>
            <p:nvSpPr>
              <p:cNvPr id="125" name="Rectangle 124">
                <a:extLst>
                  <a:ext uri="{FF2B5EF4-FFF2-40B4-BE49-F238E27FC236}">
                    <a16:creationId xmlns:a16="http://schemas.microsoft.com/office/drawing/2014/main" id="{EACCD9D7-841E-4423-8EC4-926A5946042A}"/>
                  </a:ext>
                </a:extLst>
              </p:cNvPr>
              <p:cNvSpPr/>
              <p:nvPr/>
            </p:nvSpPr>
            <p:spPr>
              <a:xfrm>
                <a:off x="1714500" y="2117611"/>
                <a:ext cx="3749930" cy="612684"/>
              </a:xfrm>
              <a:prstGeom prst="rect">
                <a:avLst/>
              </a:prstGeom>
              <a:solidFill>
                <a:schemeClr val="tx2"/>
              </a:solidFill>
              <a:ln w="190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Neue Haas Grotesk Text Pro" panose="020B0504020202020204" pitchFamily="34" charset="0"/>
                  <a:ea typeface="+mn-ea"/>
                  <a:cs typeface="+mn-cs"/>
                </a:endParaRPr>
              </a:p>
            </p:txBody>
          </p:sp>
          <p:sp>
            <p:nvSpPr>
              <p:cNvPr id="126" name="Google Shape;836;p32">
                <a:extLst>
                  <a:ext uri="{FF2B5EF4-FFF2-40B4-BE49-F238E27FC236}">
                    <a16:creationId xmlns:a16="http://schemas.microsoft.com/office/drawing/2014/main" id="{318CFD98-42E0-4F71-B2D1-2917E169E6B4}"/>
                  </a:ext>
                </a:extLst>
              </p:cNvPr>
              <p:cNvSpPr/>
              <p:nvPr/>
            </p:nvSpPr>
            <p:spPr>
              <a:xfrm>
                <a:off x="1393010" y="2072193"/>
                <a:ext cx="687674" cy="687674"/>
              </a:xfrm>
              <a:custGeom>
                <a:avLst/>
                <a:gdLst/>
                <a:ahLst/>
                <a:cxnLst/>
                <a:rect l="l" t="t" r="r" b="b"/>
                <a:pathLst>
                  <a:path w="23623" h="23623" extrusionOk="0">
                    <a:moveTo>
                      <a:pt x="11812" y="0"/>
                    </a:moveTo>
                    <a:cubicBezTo>
                      <a:pt x="5287" y="0"/>
                      <a:pt x="1" y="5287"/>
                      <a:pt x="1" y="11811"/>
                    </a:cubicBezTo>
                    <a:cubicBezTo>
                      <a:pt x="1" y="18336"/>
                      <a:pt x="5287" y="23622"/>
                      <a:pt x="11812" y="23622"/>
                    </a:cubicBezTo>
                    <a:cubicBezTo>
                      <a:pt x="18336" y="23622"/>
                      <a:pt x="23623" y="18336"/>
                      <a:pt x="23623" y="11811"/>
                    </a:cubicBezTo>
                    <a:cubicBezTo>
                      <a:pt x="23623" y="5287"/>
                      <a:pt x="18336" y="0"/>
                      <a:pt x="11812" y="0"/>
                    </a:cubicBezTo>
                    <a:close/>
                  </a:path>
                </a:pathLst>
              </a:custGeom>
              <a:solidFill>
                <a:schemeClr val="bg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600" b="0" i="0" u="none" strike="noStrike" kern="1200" cap="none" spc="0" normalizeH="0" baseline="0" noProof="0" dirty="0">
                  <a:ln>
                    <a:noFill/>
                  </a:ln>
                  <a:solidFill>
                    <a:srgbClr val="FFFFFF"/>
                  </a:solidFill>
                  <a:effectLst/>
                  <a:uLnTx/>
                  <a:uFillTx/>
                  <a:latin typeface="Neue Haas Grotesk Text Pro" panose="020B0504020202020204" pitchFamily="34" charset="0"/>
                  <a:ea typeface="Fira Sans Extra Condensed Medium"/>
                  <a:cs typeface="Fira Sans Extra Condensed Medium"/>
                  <a:sym typeface="Fira Sans Extra Condensed Medium"/>
                </a:endParaRPr>
              </a:p>
            </p:txBody>
          </p:sp>
          <p:sp>
            <p:nvSpPr>
              <p:cNvPr id="127" name="TextBox 126">
                <a:extLst>
                  <a:ext uri="{FF2B5EF4-FFF2-40B4-BE49-F238E27FC236}">
                    <a16:creationId xmlns:a16="http://schemas.microsoft.com/office/drawing/2014/main" id="{D34447E6-E767-4DD9-98FB-9A35B895130F}"/>
                  </a:ext>
                </a:extLst>
              </p:cNvPr>
              <p:cNvSpPr txBox="1"/>
              <p:nvPr/>
            </p:nvSpPr>
            <p:spPr>
              <a:xfrm>
                <a:off x="2200364" y="2186398"/>
                <a:ext cx="3079246" cy="500137"/>
              </a:xfrm>
              <a:prstGeom prst="rect">
                <a:avLst/>
              </a:prstGeom>
              <a:noFill/>
            </p:spPr>
            <p:txBody>
              <a:bodyPr wrap="square" lIns="0" tIns="0" rIns="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Neue Haas Grotesk Text Pro" panose="020B0504020202020204" pitchFamily="34" charset="0"/>
                    <a:ea typeface="Roboto"/>
                    <a:cs typeface="Roboto"/>
                    <a:sym typeface="Roboto"/>
                  </a:rPr>
                  <a:t>Join the session and return from breaks on time</a:t>
                </a:r>
              </a:p>
            </p:txBody>
          </p:sp>
          <p:pic>
            <p:nvPicPr>
              <p:cNvPr id="128" name="Graphic 37">
                <a:extLst>
                  <a:ext uri="{FF2B5EF4-FFF2-40B4-BE49-F238E27FC236}">
                    <a16:creationId xmlns:a16="http://schemas.microsoft.com/office/drawing/2014/main" id="{4B569F4D-EDDA-47DF-B35B-5B5052958C57}"/>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413167" y="2092350"/>
                <a:ext cx="647361" cy="647361"/>
              </a:xfrm>
              <a:prstGeom prst="rect">
                <a:avLst/>
              </a:prstGeom>
            </p:spPr>
          </p:pic>
        </p:grpSp>
        <p:grpSp>
          <p:nvGrpSpPr>
            <p:cNvPr id="100" name="Group 99">
              <a:extLst>
                <a:ext uri="{FF2B5EF4-FFF2-40B4-BE49-F238E27FC236}">
                  <a16:creationId xmlns:a16="http://schemas.microsoft.com/office/drawing/2014/main" id="{1BFD9D25-10F7-4A0B-9F3C-D9B6FD4CFF56}"/>
                </a:ext>
              </a:extLst>
            </p:cNvPr>
            <p:cNvGrpSpPr>
              <a:grpSpLocks noChangeAspect="1"/>
            </p:cNvGrpSpPr>
            <p:nvPr/>
          </p:nvGrpSpPr>
          <p:grpSpPr>
            <a:xfrm>
              <a:off x="578726" y="3390666"/>
              <a:ext cx="4885704" cy="825209"/>
              <a:chOff x="1393010" y="3600035"/>
              <a:chExt cx="4071420" cy="687674"/>
            </a:xfrm>
          </p:grpSpPr>
          <p:sp>
            <p:nvSpPr>
              <p:cNvPr id="121" name="Rectangle 120">
                <a:extLst>
                  <a:ext uri="{FF2B5EF4-FFF2-40B4-BE49-F238E27FC236}">
                    <a16:creationId xmlns:a16="http://schemas.microsoft.com/office/drawing/2014/main" id="{4BC76601-DCB8-4673-9900-543EC3B8F636}"/>
                  </a:ext>
                </a:extLst>
              </p:cNvPr>
              <p:cNvSpPr/>
              <p:nvPr/>
            </p:nvSpPr>
            <p:spPr>
              <a:xfrm>
                <a:off x="1714500" y="3644900"/>
                <a:ext cx="3749930" cy="612648"/>
              </a:xfrm>
              <a:prstGeom prst="rect">
                <a:avLst/>
              </a:prstGeom>
              <a:solidFill>
                <a:schemeClr val="tx2"/>
              </a:solidFill>
              <a:ln w="190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Neue Haas Grotesk Text Pro" panose="020B0504020202020204" pitchFamily="34" charset="0"/>
                  <a:ea typeface="+mn-ea"/>
                  <a:cs typeface="+mn-cs"/>
                </a:endParaRPr>
              </a:p>
            </p:txBody>
          </p:sp>
          <p:sp>
            <p:nvSpPr>
              <p:cNvPr id="122" name="Google Shape;836;p32">
                <a:extLst>
                  <a:ext uri="{FF2B5EF4-FFF2-40B4-BE49-F238E27FC236}">
                    <a16:creationId xmlns:a16="http://schemas.microsoft.com/office/drawing/2014/main" id="{568AEAE1-6B12-4FDE-A7E9-EEA4F46B088F}"/>
                  </a:ext>
                </a:extLst>
              </p:cNvPr>
              <p:cNvSpPr/>
              <p:nvPr/>
            </p:nvSpPr>
            <p:spPr>
              <a:xfrm>
                <a:off x="1393010" y="3600035"/>
                <a:ext cx="687674" cy="687674"/>
              </a:xfrm>
              <a:custGeom>
                <a:avLst/>
                <a:gdLst/>
                <a:ahLst/>
                <a:cxnLst/>
                <a:rect l="l" t="t" r="r" b="b"/>
                <a:pathLst>
                  <a:path w="23623" h="23623" extrusionOk="0">
                    <a:moveTo>
                      <a:pt x="11812" y="0"/>
                    </a:moveTo>
                    <a:cubicBezTo>
                      <a:pt x="5287" y="0"/>
                      <a:pt x="1" y="5287"/>
                      <a:pt x="1" y="11811"/>
                    </a:cubicBezTo>
                    <a:cubicBezTo>
                      <a:pt x="1" y="18336"/>
                      <a:pt x="5287" y="23622"/>
                      <a:pt x="11812" y="23622"/>
                    </a:cubicBezTo>
                    <a:cubicBezTo>
                      <a:pt x="18336" y="23622"/>
                      <a:pt x="23623" y="18336"/>
                      <a:pt x="23623" y="11811"/>
                    </a:cubicBezTo>
                    <a:cubicBezTo>
                      <a:pt x="23623" y="5287"/>
                      <a:pt x="18336" y="0"/>
                      <a:pt x="11812" y="0"/>
                    </a:cubicBezTo>
                    <a:close/>
                  </a:path>
                </a:pathLst>
              </a:custGeom>
              <a:solidFill>
                <a:schemeClr val="bg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600" b="0" i="0" u="none" strike="noStrike" kern="1200" cap="none" spc="0" normalizeH="0" baseline="0" noProof="0" dirty="0">
                  <a:ln>
                    <a:noFill/>
                  </a:ln>
                  <a:solidFill>
                    <a:srgbClr val="FFFFFF"/>
                  </a:solidFill>
                  <a:effectLst/>
                  <a:uLnTx/>
                  <a:uFillTx/>
                  <a:latin typeface="Neue Haas Grotesk Text Pro" panose="020B0504020202020204" pitchFamily="34" charset="0"/>
                  <a:ea typeface="Fira Sans Extra Condensed Medium"/>
                  <a:cs typeface="Fira Sans Extra Condensed Medium"/>
                  <a:sym typeface="Fira Sans Extra Condensed Medium"/>
                </a:endParaRPr>
              </a:p>
            </p:txBody>
          </p:sp>
          <p:sp>
            <p:nvSpPr>
              <p:cNvPr id="123" name="TextBox 122">
                <a:extLst>
                  <a:ext uri="{FF2B5EF4-FFF2-40B4-BE49-F238E27FC236}">
                    <a16:creationId xmlns:a16="http://schemas.microsoft.com/office/drawing/2014/main" id="{6E38071E-10E1-415F-94F9-165F2AC454DF}"/>
                  </a:ext>
                </a:extLst>
              </p:cNvPr>
              <p:cNvSpPr txBox="1"/>
              <p:nvPr/>
            </p:nvSpPr>
            <p:spPr>
              <a:xfrm>
                <a:off x="2200364" y="3807248"/>
                <a:ext cx="3079246" cy="269304"/>
              </a:xfrm>
              <a:prstGeom prst="rect">
                <a:avLst/>
              </a:prstGeom>
              <a:noFill/>
            </p:spPr>
            <p:txBody>
              <a:bodyPr wrap="square" lIns="0" tIns="0" rIns="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Neue Haas Grotesk Text Pro" panose="020B0504020202020204" pitchFamily="34" charset="0"/>
                    <a:ea typeface="Roboto"/>
                    <a:cs typeface="Roboto"/>
                    <a:sym typeface="Roboto"/>
                  </a:rPr>
                  <a:t>Focus on training (no multitasking)</a:t>
                </a:r>
              </a:p>
            </p:txBody>
          </p:sp>
          <p:pic>
            <p:nvPicPr>
              <p:cNvPr id="124" name="Graphic 80">
                <a:extLst>
                  <a:ext uri="{FF2B5EF4-FFF2-40B4-BE49-F238E27FC236}">
                    <a16:creationId xmlns:a16="http://schemas.microsoft.com/office/drawing/2014/main" id="{7704D58D-34EC-4718-942D-1D96B87EEE1C}"/>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409395" y="3616424"/>
                <a:ext cx="649224" cy="649224"/>
              </a:xfrm>
              <a:prstGeom prst="rect">
                <a:avLst/>
              </a:prstGeom>
            </p:spPr>
          </p:pic>
        </p:grpSp>
        <p:grpSp>
          <p:nvGrpSpPr>
            <p:cNvPr id="101" name="Group 100">
              <a:extLst>
                <a:ext uri="{FF2B5EF4-FFF2-40B4-BE49-F238E27FC236}">
                  <a16:creationId xmlns:a16="http://schemas.microsoft.com/office/drawing/2014/main" id="{3877C2F6-F429-4D8E-B7E9-3C58C179C6B7}"/>
                </a:ext>
              </a:extLst>
            </p:cNvPr>
            <p:cNvGrpSpPr>
              <a:grpSpLocks noChangeAspect="1"/>
            </p:cNvGrpSpPr>
            <p:nvPr/>
          </p:nvGrpSpPr>
          <p:grpSpPr>
            <a:xfrm>
              <a:off x="578726" y="4564519"/>
              <a:ext cx="4885704" cy="825209"/>
              <a:chOff x="1383889" y="5073720"/>
              <a:chExt cx="4071420" cy="687674"/>
            </a:xfrm>
          </p:grpSpPr>
          <p:sp>
            <p:nvSpPr>
              <p:cNvPr id="117" name="Rectangle 116">
                <a:extLst>
                  <a:ext uri="{FF2B5EF4-FFF2-40B4-BE49-F238E27FC236}">
                    <a16:creationId xmlns:a16="http://schemas.microsoft.com/office/drawing/2014/main" id="{C6DDB0CE-857B-4914-832E-80C4DFF14CFF}"/>
                  </a:ext>
                </a:extLst>
              </p:cNvPr>
              <p:cNvSpPr/>
              <p:nvPr/>
            </p:nvSpPr>
            <p:spPr>
              <a:xfrm>
                <a:off x="1705379" y="5118585"/>
                <a:ext cx="3749930" cy="612648"/>
              </a:xfrm>
              <a:prstGeom prst="rect">
                <a:avLst/>
              </a:prstGeom>
              <a:solidFill>
                <a:schemeClr val="tx2"/>
              </a:solidFill>
              <a:ln w="190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Neue Haas Grotesk Text Pro" panose="020B0504020202020204" pitchFamily="34" charset="0"/>
                  <a:ea typeface="+mn-ea"/>
                  <a:cs typeface="+mn-cs"/>
                </a:endParaRPr>
              </a:p>
            </p:txBody>
          </p:sp>
          <p:sp>
            <p:nvSpPr>
              <p:cNvPr id="118" name="Google Shape;836;p32">
                <a:extLst>
                  <a:ext uri="{FF2B5EF4-FFF2-40B4-BE49-F238E27FC236}">
                    <a16:creationId xmlns:a16="http://schemas.microsoft.com/office/drawing/2014/main" id="{CE6953D4-BFD6-4000-BAF1-53B52B696E18}"/>
                  </a:ext>
                </a:extLst>
              </p:cNvPr>
              <p:cNvSpPr/>
              <p:nvPr/>
            </p:nvSpPr>
            <p:spPr>
              <a:xfrm>
                <a:off x="1383889" y="5073720"/>
                <a:ext cx="687674" cy="687674"/>
              </a:xfrm>
              <a:custGeom>
                <a:avLst/>
                <a:gdLst/>
                <a:ahLst/>
                <a:cxnLst/>
                <a:rect l="l" t="t" r="r" b="b"/>
                <a:pathLst>
                  <a:path w="23623" h="23623" extrusionOk="0">
                    <a:moveTo>
                      <a:pt x="11812" y="0"/>
                    </a:moveTo>
                    <a:cubicBezTo>
                      <a:pt x="5287" y="0"/>
                      <a:pt x="1" y="5287"/>
                      <a:pt x="1" y="11811"/>
                    </a:cubicBezTo>
                    <a:cubicBezTo>
                      <a:pt x="1" y="18336"/>
                      <a:pt x="5287" y="23622"/>
                      <a:pt x="11812" y="23622"/>
                    </a:cubicBezTo>
                    <a:cubicBezTo>
                      <a:pt x="18336" y="23622"/>
                      <a:pt x="23623" y="18336"/>
                      <a:pt x="23623" y="11811"/>
                    </a:cubicBezTo>
                    <a:cubicBezTo>
                      <a:pt x="23623" y="5287"/>
                      <a:pt x="18336" y="0"/>
                      <a:pt x="11812" y="0"/>
                    </a:cubicBezTo>
                    <a:close/>
                  </a:path>
                </a:pathLst>
              </a:custGeom>
              <a:solidFill>
                <a:schemeClr val="bg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600" b="0" i="0" u="none" strike="noStrike" kern="1200" cap="none" spc="0" normalizeH="0" baseline="0" noProof="0" dirty="0">
                  <a:ln>
                    <a:noFill/>
                  </a:ln>
                  <a:solidFill>
                    <a:srgbClr val="FFFFFF"/>
                  </a:solidFill>
                  <a:effectLst/>
                  <a:uLnTx/>
                  <a:uFillTx/>
                  <a:latin typeface="Neue Haas Grotesk Text Pro" panose="020B0504020202020204" pitchFamily="34" charset="0"/>
                  <a:ea typeface="Fira Sans Extra Condensed Medium"/>
                  <a:cs typeface="Fira Sans Extra Condensed Medium"/>
                  <a:sym typeface="Fira Sans Extra Condensed Medium"/>
                </a:endParaRPr>
              </a:p>
            </p:txBody>
          </p:sp>
          <p:sp>
            <p:nvSpPr>
              <p:cNvPr id="119" name="TextBox 118">
                <a:extLst>
                  <a:ext uri="{FF2B5EF4-FFF2-40B4-BE49-F238E27FC236}">
                    <a16:creationId xmlns:a16="http://schemas.microsoft.com/office/drawing/2014/main" id="{94257BD4-682B-4F54-8CD6-BD54357B9089}"/>
                  </a:ext>
                </a:extLst>
              </p:cNvPr>
              <p:cNvSpPr txBox="1"/>
              <p:nvPr/>
            </p:nvSpPr>
            <p:spPr>
              <a:xfrm>
                <a:off x="2191243" y="5307670"/>
                <a:ext cx="3079246" cy="269304"/>
              </a:xfrm>
              <a:prstGeom prst="rect">
                <a:avLst/>
              </a:prstGeom>
              <a:noFill/>
            </p:spPr>
            <p:txBody>
              <a:bodyPr wrap="square" lIns="0" tIns="0" rIns="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Neue Haas Grotesk Text Pro" panose="020B0504020202020204" pitchFamily="34" charset="0"/>
                    <a:ea typeface="Roboto"/>
                    <a:cs typeface="Roboto"/>
                    <a:sym typeface="Roboto"/>
                  </a:rPr>
                  <a:t>Listen attentively</a:t>
                </a:r>
              </a:p>
            </p:txBody>
          </p:sp>
          <p:pic>
            <p:nvPicPr>
              <p:cNvPr id="120" name="Graphic 80">
                <a:extLst>
                  <a:ext uri="{FF2B5EF4-FFF2-40B4-BE49-F238E27FC236}">
                    <a16:creationId xmlns:a16="http://schemas.microsoft.com/office/drawing/2014/main" id="{0F8E1B06-CA4A-4874-AA75-275D26DD50DA}"/>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400274" y="5090109"/>
                <a:ext cx="649224" cy="649224"/>
              </a:xfrm>
              <a:prstGeom prst="rect">
                <a:avLst/>
              </a:prstGeom>
            </p:spPr>
          </p:pic>
        </p:grpSp>
        <p:grpSp>
          <p:nvGrpSpPr>
            <p:cNvPr id="102" name="Group 101">
              <a:extLst>
                <a:ext uri="{FF2B5EF4-FFF2-40B4-BE49-F238E27FC236}">
                  <a16:creationId xmlns:a16="http://schemas.microsoft.com/office/drawing/2014/main" id="{952AF0B4-F265-4D31-8676-D65576BFD519}"/>
                </a:ext>
              </a:extLst>
            </p:cNvPr>
            <p:cNvGrpSpPr>
              <a:grpSpLocks noChangeAspect="1"/>
            </p:cNvGrpSpPr>
            <p:nvPr/>
          </p:nvGrpSpPr>
          <p:grpSpPr>
            <a:xfrm>
              <a:off x="6385363" y="2216813"/>
              <a:ext cx="4885704" cy="825209"/>
              <a:chOff x="6743956" y="2060526"/>
              <a:chExt cx="4071420" cy="687674"/>
            </a:xfrm>
          </p:grpSpPr>
          <p:sp>
            <p:nvSpPr>
              <p:cNvPr id="113" name="Rectangle 112">
                <a:extLst>
                  <a:ext uri="{FF2B5EF4-FFF2-40B4-BE49-F238E27FC236}">
                    <a16:creationId xmlns:a16="http://schemas.microsoft.com/office/drawing/2014/main" id="{2FF9BE23-50CB-4CC1-A683-8A1E63705089}"/>
                  </a:ext>
                </a:extLst>
              </p:cNvPr>
              <p:cNvSpPr/>
              <p:nvPr/>
            </p:nvSpPr>
            <p:spPr>
              <a:xfrm>
                <a:off x="7065446" y="2105391"/>
                <a:ext cx="3749930" cy="612648"/>
              </a:xfrm>
              <a:prstGeom prst="rect">
                <a:avLst/>
              </a:prstGeom>
              <a:solidFill>
                <a:schemeClr val="tx2"/>
              </a:solidFill>
              <a:ln w="190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Neue Haas Grotesk Text Pro" panose="020B0504020202020204" pitchFamily="34" charset="0"/>
                  <a:ea typeface="+mn-ea"/>
                  <a:cs typeface="+mn-cs"/>
                </a:endParaRPr>
              </a:p>
            </p:txBody>
          </p:sp>
          <p:sp>
            <p:nvSpPr>
              <p:cNvPr id="114" name="Google Shape;836;p32">
                <a:extLst>
                  <a:ext uri="{FF2B5EF4-FFF2-40B4-BE49-F238E27FC236}">
                    <a16:creationId xmlns:a16="http://schemas.microsoft.com/office/drawing/2014/main" id="{B501725C-8970-4CE5-9C5B-CF416CE75916}"/>
                  </a:ext>
                </a:extLst>
              </p:cNvPr>
              <p:cNvSpPr/>
              <p:nvPr/>
            </p:nvSpPr>
            <p:spPr>
              <a:xfrm>
                <a:off x="6743956" y="2060526"/>
                <a:ext cx="687674" cy="687674"/>
              </a:xfrm>
              <a:custGeom>
                <a:avLst/>
                <a:gdLst/>
                <a:ahLst/>
                <a:cxnLst/>
                <a:rect l="l" t="t" r="r" b="b"/>
                <a:pathLst>
                  <a:path w="23623" h="23623" extrusionOk="0">
                    <a:moveTo>
                      <a:pt x="11812" y="0"/>
                    </a:moveTo>
                    <a:cubicBezTo>
                      <a:pt x="5287" y="0"/>
                      <a:pt x="1" y="5287"/>
                      <a:pt x="1" y="11811"/>
                    </a:cubicBezTo>
                    <a:cubicBezTo>
                      <a:pt x="1" y="18336"/>
                      <a:pt x="5287" y="23622"/>
                      <a:pt x="11812" y="23622"/>
                    </a:cubicBezTo>
                    <a:cubicBezTo>
                      <a:pt x="18336" y="23622"/>
                      <a:pt x="23623" y="18336"/>
                      <a:pt x="23623" y="11811"/>
                    </a:cubicBezTo>
                    <a:cubicBezTo>
                      <a:pt x="23623" y="5287"/>
                      <a:pt x="18336" y="0"/>
                      <a:pt x="11812" y="0"/>
                    </a:cubicBezTo>
                    <a:close/>
                  </a:path>
                </a:pathLst>
              </a:custGeom>
              <a:solidFill>
                <a:schemeClr val="bg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600" b="0" i="0" u="none" strike="noStrike" kern="1200" cap="none" spc="0" normalizeH="0" baseline="0" noProof="0" dirty="0">
                  <a:ln>
                    <a:noFill/>
                  </a:ln>
                  <a:solidFill>
                    <a:srgbClr val="FFFFFF"/>
                  </a:solidFill>
                  <a:effectLst/>
                  <a:uLnTx/>
                  <a:uFillTx/>
                  <a:latin typeface="Neue Haas Grotesk Text Pro" panose="020B0504020202020204" pitchFamily="34" charset="0"/>
                  <a:ea typeface="Fira Sans Extra Condensed Medium"/>
                  <a:cs typeface="Fira Sans Extra Condensed Medium"/>
                  <a:sym typeface="Fira Sans Extra Condensed Medium"/>
                </a:endParaRPr>
              </a:p>
            </p:txBody>
          </p:sp>
          <p:sp>
            <p:nvSpPr>
              <p:cNvPr id="115" name="TextBox 114">
                <a:extLst>
                  <a:ext uri="{FF2B5EF4-FFF2-40B4-BE49-F238E27FC236}">
                    <a16:creationId xmlns:a16="http://schemas.microsoft.com/office/drawing/2014/main" id="{0F7D3E5E-CEF9-4261-BA6C-0E4FB167F867}"/>
                  </a:ext>
                </a:extLst>
              </p:cNvPr>
              <p:cNvSpPr txBox="1"/>
              <p:nvPr/>
            </p:nvSpPr>
            <p:spPr>
              <a:xfrm>
                <a:off x="7551310" y="2271428"/>
                <a:ext cx="3260293" cy="269304"/>
              </a:xfrm>
              <a:prstGeom prst="rect">
                <a:avLst/>
              </a:prstGeom>
              <a:noFill/>
            </p:spPr>
            <p:txBody>
              <a:bodyPr wrap="square" lIns="0" tIns="0" rIns="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Neue Haas Grotesk Text Pro" panose="020B0504020202020204" pitchFamily="34" charset="0"/>
                    <a:ea typeface="Roboto"/>
                    <a:cs typeface="Roboto"/>
                    <a:sym typeface="Roboto"/>
                  </a:rPr>
                  <a:t>Mute your mic if you're not speaking</a:t>
                </a:r>
              </a:p>
            </p:txBody>
          </p:sp>
          <p:pic>
            <p:nvPicPr>
              <p:cNvPr id="116" name="Graphic 80">
                <a:extLst>
                  <a:ext uri="{FF2B5EF4-FFF2-40B4-BE49-F238E27FC236}">
                    <a16:creationId xmlns:a16="http://schemas.microsoft.com/office/drawing/2014/main" id="{9A23C1A3-3573-466E-AD69-5B605ECEEF72}"/>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6760341" y="2078699"/>
                <a:ext cx="649224" cy="645656"/>
              </a:xfrm>
              <a:prstGeom prst="rect">
                <a:avLst/>
              </a:prstGeom>
            </p:spPr>
          </p:pic>
        </p:grpSp>
        <p:grpSp>
          <p:nvGrpSpPr>
            <p:cNvPr id="103" name="Group 102">
              <a:extLst>
                <a:ext uri="{FF2B5EF4-FFF2-40B4-BE49-F238E27FC236}">
                  <a16:creationId xmlns:a16="http://schemas.microsoft.com/office/drawing/2014/main" id="{45244108-7685-45C9-9D07-B1FA6D83F89F}"/>
                </a:ext>
              </a:extLst>
            </p:cNvPr>
            <p:cNvGrpSpPr>
              <a:grpSpLocks noChangeAspect="1"/>
            </p:cNvGrpSpPr>
            <p:nvPr/>
          </p:nvGrpSpPr>
          <p:grpSpPr>
            <a:xfrm>
              <a:off x="6385363" y="3390666"/>
              <a:ext cx="4885704" cy="825209"/>
              <a:chOff x="6727571" y="3598646"/>
              <a:chExt cx="4071420" cy="687674"/>
            </a:xfrm>
          </p:grpSpPr>
          <p:sp>
            <p:nvSpPr>
              <p:cNvPr id="109" name="Rectangle 108">
                <a:extLst>
                  <a:ext uri="{FF2B5EF4-FFF2-40B4-BE49-F238E27FC236}">
                    <a16:creationId xmlns:a16="http://schemas.microsoft.com/office/drawing/2014/main" id="{F439AFB6-7FB1-49BD-A77E-1CCB2D8B71DE}"/>
                  </a:ext>
                </a:extLst>
              </p:cNvPr>
              <p:cNvSpPr/>
              <p:nvPr/>
            </p:nvSpPr>
            <p:spPr>
              <a:xfrm>
                <a:off x="7049061" y="3643511"/>
                <a:ext cx="3749930" cy="612648"/>
              </a:xfrm>
              <a:prstGeom prst="rect">
                <a:avLst/>
              </a:prstGeom>
              <a:solidFill>
                <a:schemeClr val="tx2"/>
              </a:solidFill>
              <a:ln w="190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Neue Haas Grotesk Text Pro" panose="020B0504020202020204" pitchFamily="34" charset="0"/>
                  <a:ea typeface="+mn-ea"/>
                  <a:cs typeface="+mn-cs"/>
                </a:endParaRPr>
              </a:p>
            </p:txBody>
          </p:sp>
          <p:sp>
            <p:nvSpPr>
              <p:cNvPr id="110" name="Google Shape;836;p32">
                <a:extLst>
                  <a:ext uri="{FF2B5EF4-FFF2-40B4-BE49-F238E27FC236}">
                    <a16:creationId xmlns:a16="http://schemas.microsoft.com/office/drawing/2014/main" id="{EA8663FA-2E06-488D-8033-9CDE8B2F4427}"/>
                  </a:ext>
                </a:extLst>
              </p:cNvPr>
              <p:cNvSpPr/>
              <p:nvPr/>
            </p:nvSpPr>
            <p:spPr>
              <a:xfrm>
                <a:off x="6727571" y="3598646"/>
                <a:ext cx="687674" cy="687674"/>
              </a:xfrm>
              <a:custGeom>
                <a:avLst/>
                <a:gdLst/>
                <a:ahLst/>
                <a:cxnLst/>
                <a:rect l="l" t="t" r="r" b="b"/>
                <a:pathLst>
                  <a:path w="23623" h="23623" extrusionOk="0">
                    <a:moveTo>
                      <a:pt x="11812" y="0"/>
                    </a:moveTo>
                    <a:cubicBezTo>
                      <a:pt x="5287" y="0"/>
                      <a:pt x="1" y="5287"/>
                      <a:pt x="1" y="11811"/>
                    </a:cubicBezTo>
                    <a:cubicBezTo>
                      <a:pt x="1" y="18336"/>
                      <a:pt x="5287" y="23622"/>
                      <a:pt x="11812" y="23622"/>
                    </a:cubicBezTo>
                    <a:cubicBezTo>
                      <a:pt x="18336" y="23622"/>
                      <a:pt x="23623" y="18336"/>
                      <a:pt x="23623" y="11811"/>
                    </a:cubicBezTo>
                    <a:cubicBezTo>
                      <a:pt x="23623" y="5287"/>
                      <a:pt x="18336" y="0"/>
                      <a:pt x="11812" y="0"/>
                    </a:cubicBezTo>
                    <a:close/>
                  </a:path>
                </a:pathLst>
              </a:custGeom>
              <a:solidFill>
                <a:schemeClr val="bg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600" b="0" i="0" u="none" strike="noStrike" kern="1200" cap="none" spc="0" normalizeH="0" baseline="0" noProof="0" dirty="0">
                  <a:ln>
                    <a:noFill/>
                  </a:ln>
                  <a:solidFill>
                    <a:srgbClr val="FFFFFF"/>
                  </a:solidFill>
                  <a:effectLst/>
                  <a:uLnTx/>
                  <a:uFillTx/>
                  <a:latin typeface="Neue Haas Grotesk Text Pro" panose="020B0504020202020204" pitchFamily="34" charset="0"/>
                  <a:ea typeface="Fira Sans Extra Condensed Medium"/>
                  <a:cs typeface="Fira Sans Extra Condensed Medium"/>
                  <a:sym typeface="Fira Sans Extra Condensed Medium"/>
                </a:endParaRPr>
              </a:p>
            </p:txBody>
          </p:sp>
          <p:sp>
            <p:nvSpPr>
              <p:cNvPr id="111" name="TextBox 110">
                <a:extLst>
                  <a:ext uri="{FF2B5EF4-FFF2-40B4-BE49-F238E27FC236}">
                    <a16:creationId xmlns:a16="http://schemas.microsoft.com/office/drawing/2014/main" id="{C840CD5A-8AD8-4519-9069-AAFF1B12328B}"/>
                  </a:ext>
                </a:extLst>
              </p:cNvPr>
              <p:cNvSpPr txBox="1"/>
              <p:nvPr/>
            </p:nvSpPr>
            <p:spPr>
              <a:xfrm>
                <a:off x="7534925" y="3699767"/>
                <a:ext cx="3079246" cy="500137"/>
              </a:xfrm>
              <a:prstGeom prst="rect">
                <a:avLst/>
              </a:prstGeom>
              <a:noFill/>
            </p:spPr>
            <p:txBody>
              <a:bodyPr wrap="square" lIns="0" tIns="0" rIns="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Neue Haas Grotesk Text Pro" panose="020B0504020202020204" pitchFamily="34" charset="0"/>
                    <a:ea typeface="Roboto"/>
                    <a:cs typeface="Roboto"/>
                    <a:sym typeface="Roboto"/>
                  </a:rPr>
                  <a:t>Post your questions in the chat window/Q&amp;A Board</a:t>
                </a:r>
              </a:p>
            </p:txBody>
          </p:sp>
          <p:pic>
            <p:nvPicPr>
              <p:cNvPr id="112" name="Graphic 80">
                <a:extLst>
                  <a:ext uri="{FF2B5EF4-FFF2-40B4-BE49-F238E27FC236}">
                    <a16:creationId xmlns:a16="http://schemas.microsoft.com/office/drawing/2014/main" id="{3563473E-6809-40EF-9B42-27C3EEC24BE2}"/>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6743956" y="3615035"/>
                <a:ext cx="649224" cy="649224"/>
              </a:xfrm>
              <a:prstGeom prst="rect">
                <a:avLst/>
              </a:prstGeom>
            </p:spPr>
          </p:pic>
        </p:grpSp>
        <p:grpSp>
          <p:nvGrpSpPr>
            <p:cNvPr id="104" name="Group 103">
              <a:extLst>
                <a:ext uri="{FF2B5EF4-FFF2-40B4-BE49-F238E27FC236}">
                  <a16:creationId xmlns:a16="http://schemas.microsoft.com/office/drawing/2014/main" id="{D3DC5D48-2DF3-433A-8510-7D47A3190E0F}"/>
                </a:ext>
              </a:extLst>
            </p:cNvPr>
            <p:cNvGrpSpPr>
              <a:grpSpLocks noChangeAspect="1"/>
            </p:cNvGrpSpPr>
            <p:nvPr/>
          </p:nvGrpSpPr>
          <p:grpSpPr>
            <a:xfrm>
              <a:off x="6405025" y="4564519"/>
              <a:ext cx="4885704" cy="825209"/>
              <a:chOff x="6760341" y="5118839"/>
              <a:chExt cx="4071420" cy="687674"/>
            </a:xfrm>
          </p:grpSpPr>
          <p:sp>
            <p:nvSpPr>
              <p:cNvPr id="105" name="Rectangle 104">
                <a:extLst>
                  <a:ext uri="{FF2B5EF4-FFF2-40B4-BE49-F238E27FC236}">
                    <a16:creationId xmlns:a16="http://schemas.microsoft.com/office/drawing/2014/main" id="{D30043C1-2D43-4B46-AD17-25B266A24A22}"/>
                  </a:ext>
                </a:extLst>
              </p:cNvPr>
              <p:cNvSpPr/>
              <p:nvPr/>
            </p:nvSpPr>
            <p:spPr>
              <a:xfrm>
                <a:off x="7081831" y="5163704"/>
                <a:ext cx="3749930" cy="612648"/>
              </a:xfrm>
              <a:prstGeom prst="rect">
                <a:avLst/>
              </a:prstGeom>
              <a:solidFill>
                <a:schemeClr val="tx2"/>
              </a:solidFill>
              <a:ln w="190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Neue Haas Grotesk Text Pro" panose="020B0504020202020204" pitchFamily="34" charset="0"/>
                  <a:ea typeface="+mn-ea"/>
                  <a:cs typeface="+mn-cs"/>
                </a:endParaRPr>
              </a:p>
            </p:txBody>
          </p:sp>
          <p:sp>
            <p:nvSpPr>
              <p:cNvPr id="106" name="Google Shape;836;p32">
                <a:extLst>
                  <a:ext uri="{FF2B5EF4-FFF2-40B4-BE49-F238E27FC236}">
                    <a16:creationId xmlns:a16="http://schemas.microsoft.com/office/drawing/2014/main" id="{781DC843-CB3C-40B4-9D43-1D4D2602BA68}"/>
                  </a:ext>
                </a:extLst>
              </p:cNvPr>
              <p:cNvSpPr/>
              <p:nvPr/>
            </p:nvSpPr>
            <p:spPr>
              <a:xfrm>
                <a:off x="6760341" y="5118839"/>
                <a:ext cx="687674" cy="687674"/>
              </a:xfrm>
              <a:custGeom>
                <a:avLst/>
                <a:gdLst/>
                <a:ahLst/>
                <a:cxnLst/>
                <a:rect l="l" t="t" r="r" b="b"/>
                <a:pathLst>
                  <a:path w="23623" h="23623" extrusionOk="0">
                    <a:moveTo>
                      <a:pt x="11812" y="0"/>
                    </a:moveTo>
                    <a:cubicBezTo>
                      <a:pt x="5287" y="0"/>
                      <a:pt x="1" y="5287"/>
                      <a:pt x="1" y="11811"/>
                    </a:cubicBezTo>
                    <a:cubicBezTo>
                      <a:pt x="1" y="18336"/>
                      <a:pt x="5287" y="23622"/>
                      <a:pt x="11812" y="23622"/>
                    </a:cubicBezTo>
                    <a:cubicBezTo>
                      <a:pt x="18336" y="23622"/>
                      <a:pt x="23623" y="18336"/>
                      <a:pt x="23623" y="11811"/>
                    </a:cubicBezTo>
                    <a:cubicBezTo>
                      <a:pt x="23623" y="5287"/>
                      <a:pt x="18336" y="0"/>
                      <a:pt x="11812" y="0"/>
                    </a:cubicBezTo>
                    <a:close/>
                  </a:path>
                </a:pathLst>
              </a:custGeom>
              <a:solidFill>
                <a:schemeClr val="bg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600" b="0" i="0" u="none" strike="noStrike" kern="1200" cap="none" spc="0" normalizeH="0" baseline="0" noProof="0" dirty="0">
                  <a:ln>
                    <a:noFill/>
                  </a:ln>
                  <a:solidFill>
                    <a:srgbClr val="FFFFFF"/>
                  </a:solidFill>
                  <a:effectLst/>
                  <a:uLnTx/>
                  <a:uFillTx/>
                  <a:latin typeface="Neue Haas Grotesk Text Pro" panose="020B0504020202020204" pitchFamily="34" charset="0"/>
                  <a:ea typeface="Fira Sans Extra Condensed Medium"/>
                  <a:cs typeface="Fira Sans Extra Condensed Medium"/>
                  <a:sym typeface="Fira Sans Extra Condensed Medium"/>
                </a:endParaRPr>
              </a:p>
            </p:txBody>
          </p:sp>
          <p:sp>
            <p:nvSpPr>
              <p:cNvPr id="107" name="TextBox 106">
                <a:extLst>
                  <a:ext uri="{FF2B5EF4-FFF2-40B4-BE49-F238E27FC236}">
                    <a16:creationId xmlns:a16="http://schemas.microsoft.com/office/drawing/2014/main" id="{2F1F63A0-C4C8-4546-A97B-66A81EB89712}"/>
                  </a:ext>
                </a:extLst>
              </p:cNvPr>
              <p:cNvSpPr txBox="1"/>
              <p:nvPr/>
            </p:nvSpPr>
            <p:spPr>
              <a:xfrm>
                <a:off x="7567695" y="5245608"/>
                <a:ext cx="3243908" cy="500137"/>
              </a:xfrm>
              <a:prstGeom prst="rect">
                <a:avLst/>
              </a:prstGeom>
              <a:noFill/>
            </p:spPr>
            <p:txBody>
              <a:bodyPr wrap="square" lIns="0" tIns="0" rIns="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Neue Haas Grotesk Text Pro" panose="020B0504020202020204" pitchFamily="34" charset="0"/>
                    <a:ea typeface="Roboto"/>
                    <a:cs typeface="Roboto"/>
                    <a:sym typeface="Roboto"/>
                  </a:rPr>
                  <a:t>Turn on your video camera as much as possible</a:t>
                </a:r>
              </a:p>
            </p:txBody>
          </p:sp>
          <p:pic>
            <p:nvPicPr>
              <p:cNvPr id="108" name="Graphic 80">
                <a:extLst>
                  <a:ext uri="{FF2B5EF4-FFF2-40B4-BE49-F238E27FC236}">
                    <a16:creationId xmlns:a16="http://schemas.microsoft.com/office/drawing/2014/main" id="{32F9B8E0-7D16-46BF-AF9B-18AD844373C9}"/>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6778510" y="5137012"/>
                <a:ext cx="645656" cy="645656"/>
              </a:xfrm>
              <a:prstGeom prst="rect">
                <a:avLst/>
              </a:prstGeom>
            </p:spPr>
          </p:pic>
        </p:grpSp>
      </p:grpSp>
    </p:spTree>
    <p:custDataLst>
      <p:tags r:id="rId1"/>
    </p:custDataLst>
    <p:extLst>
      <p:ext uri="{BB962C8B-B14F-4D97-AF65-F5344CB8AC3E}">
        <p14:creationId xmlns:p14="http://schemas.microsoft.com/office/powerpoint/2010/main" val="154008150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48963-3AA3-4E20-8ABE-097E1FF6AC7F}"/>
              </a:ext>
            </a:extLst>
          </p:cNvPr>
          <p:cNvSpPr>
            <a:spLocks noGrp="1"/>
          </p:cNvSpPr>
          <p:nvPr>
            <p:ph type="title"/>
          </p:nvPr>
        </p:nvSpPr>
        <p:spPr>
          <a:xfrm>
            <a:off x="333408" y="184661"/>
            <a:ext cx="10009632" cy="576072"/>
          </a:xfrm>
        </p:spPr>
        <p:txBody>
          <a:bodyPr/>
          <a:lstStyle/>
          <a:p>
            <a:r>
              <a:rPr lang="en-US" dirty="0"/>
              <a:t>Target Audience and Prerequisites</a:t>
            </a:r>
          </a:p>
        </p:txBody>
      </p:sp>
      <p:grpSp>
        <p:nvGrpSpPr>
          <p:cNvPr id="5" name="Group 4">
            <a:extLst>
              <a:ext uri="{FF2B5EF4-FFF2-40B4-BE49-F238E27FC236}">
                <a16:creationId xmlns:a16="http://schemas.microsoft.com/office/drawing/2014/main" id="{42A03CEF-2240-4E18-B4FA-38C135A4A317}"/>
              </a:ext>
            </a:extLst>
          </p:cNvPr>
          <p:cNvGrpSpPr/>
          <p:nvPr/>
        </p:nvGrpSpPr>
        <p:grpSpPr>
          <a:xfrm>
            <a:off x="384047" y="1417491"/>
            <a:ext cx="12578467" cy="3037104"/>
            <a:chOff x="495758" y="1885338"/>
            <a:chExt cx="12578467" cy="3037104"/>
          </a:xfrm>
        </p:grpSpPr>
        <p:sp>
          <p:nvSpPr>
            <p:cNvPr id="8" name="TextBox 7">
              <a:extLst>
                <a:ext uri="{FF2B5EF4-FFF2-40B4-BE49-F238E27FC236}">
                  <a16:creationId xmlns:a16="http://schemas.microsoft.com/office/drawing/2014/main" id="{18FF3546-701C-41A6-A9A7-F6D63A0CFA50}"/>
                </a:ext>
              </a:extLst>
            </p:cNvPr>
            <p:cNvSpPr txBox="1"/>
            <p:nvPr/>
          </p:nvSpPr>
          <p:spPr>
            <a:xfrm>
              <a:off x="517119" y="2435184"/>
              <a:ext cx="3017520" cy="572464"/>
            </a:xfrm>
            <a:prstGeom prst="rect">
              <a:avLst/>
            </a:prstGeom>
            <a:noFill/>
          </p:spPr>
          <p:txBody>
            <a:bodyPr wrap="square" lIns="0" tIns="146304" rIns="0" bIns="146304" rtlCol="0">
              <a:spAutoFit/>
            </a:bodyPr>
            <a:lstStyle/>
            <a:p>
              <a:pPr lvl="0" defTabSz="914367">
                <a:defRPr/>
              </a:pPr>
              <a:r>
                <a:rPr lang="en-US" b="1" dirty="0"/>
                <a:t>Planners</a:t>
              </a:r>
              <a:endParaRPr lang="en-US" b="1" i="1" dirty="0">
                <a:solidFill>
                  <a:srgbClr val="FF0000"/>
                </a:solidFill>
              </a:endParaRPr>
            </a:p>
          </p:txBody>
        </p:sp>
        <p:sp>
          <p:nvSpPr>
            <p:cNvPr id="6" name="TextBox 5">
              <a:extLst>
                <a:ext uri="{FF2B5EF4-FFF2-40B4-BE49-F238E27FC236}">
                  <a16:creationId xmlns:a16="http://schemas.microsoft.com/office/drawing/2014/main" id="{32EB369E-CCE5-4295-B979-3DEF7A1E057F}"/>
                </a:ext>
              </a:extLst>
            </p:cNvPr>
            <p:cNvSpPr txBox="1"/>
            <p:nvPr/>
          </p:nvSpPr>
          <p:spPr>
            <a:xfrm>
              <a:off x="495758" y="3118871"/>
              <a:ext cx="2434985" cy="941796"/>
            </a:xfrm>
            <a:prstGeom prst="rect">
              <a:avLst/>
            </a:prstGeom>
            <a:noFill/>
          </p:spPr>
          <p:txBody>
            <a:bodyPr wrap="square" lIns="182880" tIns="146304" rIns="182880" bIns="146304" rtlCol="0">
              <a:spAutoFit/>
            </a:bodyPr>
            <a:lstStyle/>
            <a:p>
              <a:pPr marL="285750" indent="-285750">
                <a:buClr>
                  <a:srgbClr val="FFB81C"/>
                </a:buClr>
                <a:buFont typeface="Arial" panose="020B0604020202020204" pitchFamily="34" charset="0"/>
                <a:buChar char="•"/>
              </a:pPr>
              <a:r>
                <a:rPr lang="en-US" sz="1400" dirty="0">
                  <a:cs typeface="Segoe UI" panose="020B0502040204020203" pitchFamily="34" charset="0"/>
                </a:rPr>
                <a:t>Plan a Work Order</a:t>
              </a:r>
            </a:p>
            <a:p>
              <a:pPr marL="285750" indent="-285750">
                <a:buClr>
                  <a:srgbClr val="FFB81C"/>
                </a:buClr>
                <a:buFont typeface="Arial" panose="020B0604020202020204" pitchFamily="34" charset="0"/>
                <a:buChar char="•"/>
              </a:pPr>
              <a:r>
                <a:rPr lang="en-US" sz="1400" dirty="0">
                  <a:cs typeface="Segoe UI" panose="020B0502040204020203" pitchFamily="34" charset="0"/>
                </a:rPr>
                <a:t>Approve work order (based on work order </a:t>
              </a:r>
            </a:p>
          </p:txBody>
        </p:sp>
        <p:sp>
          <p:nvSpPr>
            <p:cNvPr id="3" name="Rectangle 2">
              <a:extLst>
                <a:ext uri="{FF2B5EF4-FFF2-40B4-BE49-F238E27FC236}">
                  <a16:creationId xmlns:a16="http://schemas.microsoft.com/office/drawing/2014/main" id="{3124E1C6-835E-448A-8D76-9410B316AD06}"/>
                </a:ext>
              </a:extLst>
            </p:cNvPr>
            <p:cNvSpPr/>
            <p:nvPr/>
          </p:nvSpPr>
          <p:spPr bwMode="auto">
            <a:xfrm flipV="1">
              <a:off x="495759" y="3008933"/>
              <a:ext cx="2468880" cy="45719"/>
            </a:xfrm>
            <a:prstGeom prst="rect">
              <a:avLst/>
            </a:prstGeom>
            <a:solidFill>
              <a:srgbClr val="FFB81C"/>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Arial" panose="020B0604020202020204" pitchFamily="34" charset="0"/>
                <a:ea typeface="Segoe UI" pitchFamily="34" charset="0"/>
                <a:cs typeface="Arial" panose="020B0604020202020204" pitchFamily="34" charset="0"/>
              </a:endParaRPr>
            </a:p>
          </p:txBody>
        </p:sp>
        <p:pic>
          <p:nvPicPr>
            <p:cNvPr id="9" name="Picture 8" descr="Logo, icon&#10;&#10;Description automatically generated">
              <a:extLst>
                <a:ext uri="{FF2B5EF4-FFF2-40B4-BE49-F238E27FC236}">
                  <a16:creationId xmlns:a16="http://schemas.microsoft.com/office/drawing/2014/main" id="{7F23A8BE-016B-4A2D-B6EF-422F3B21DD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5760" y="1885338"/>
              <a:ext cx="576072" cy="576072"/>
            </a:xfrm>
            <a:prstGeom prst="rect">
              <a:avLst/>
            </a:prstGeom>
          </p:spPr>
        </p:pic>
        <p:cxnSp>
          <p:nvCxnSpPr>
            <p:cNvPr id="10" name="Straight Connector 9">
              <a:extLst>
                <a:ext uri="{FF2B5EF4-FFF2-40B4-BE49-F238E27FC236}">
                  <a16:creationId xmlns:a16="http://schemas.microsoft.com/office/drawing/2014/main" id="{796F739D-F988-4896-9914-9A4025BD9CD6}"/>
                </a:ext>
              </a:extLst>
            </p:cNvPr>
            <p:cNvCxnSpPr>
              <a:cxnSpLocks/>
            </p:cNvCxnSpPr>
            <p:nvPr/>
          </p:nvCxnSpPr>
          <p:spPr>
            <a:xfrm flipH="1">
              <a:off x="3039757" y="1897850"/>
              <a:ext cx="33893" cy="3017520"/>
            </a:xfrm>
            <a:prstGeom prst="line">
              <a:avLst/>
            </a:prstGeom>
            <a:ln>
              <a:solidFill>
                <a:srgbClr val="D0D0CE"/>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A227EFD5-1240-4FFA-B523-E09DF1224BAD}"/>
                </a:ext>
              </a:extLst>
            </p:cNvPr>
            <p:cNvSpPr txBox="1"/>
            <p:nvPr/>
          </p:nvSpPr>
          <p:spPr>
            <a:xfrm>
              <a:off x="3283700" y="2435184"/>
              <a:ext cx="3942077" cy="572464"/>
            </a:xfrm>
            <a:prstGeom prst="rect">
              <a:avLst/>
            </a:prstGeom>
            <a:noFill/>
          </p:spPr>
          <p:txBody>
            <a:bodyPr wrap="square" lIns="0" tIns="146304" rIns="0" bIns="146304" rtlCol="0">
              <a:spAutoFit/>
            </a:bodyPr>
            <a:lstStyle/>
            <a:p>
              <a:pPr lvl="0" defTabSz="914367">
                <a:defRPr/>
              </a:pPr>
              <a:r>
                <a:rPr lang="en-US" b="1" dirty="0"/>
                <a:t>Schedulers</a:t>
              </a:r>
              <a:endParaRPr lang="en-US" b="1" i="1" dirty="0"/>
            </a:p>
          </p:txBody>
        </p:sp>
        <p:sp>
          <p:nvSpPr>
            <p:cNvPr id="18" name="TextBox 17">
              <a:extLst>
                <a:ext uri="{FF2B5EF4-FFF2-40B4-BE49-F238E27FC236}">
                  <a16:creationId xmlns:a16="http://schemas.microsoft.com/office/drawing/2014/main" id="{AC7DB108-4370-47E4-A75F-17C45BC310ED}"/>
                </a:ext>
              </a:extLst>
            </p:cNvPr>
            <p:cNvSpPr txBox="1"/>
            <p:nvPr/>
          </p:nvSpPr>
          <p:spPr>
            <a:xfrm>
              <a:off x="3283701" y="3118871"/>
              <a:ext cx="2389954" cy="726353"/>
            </a:xfrm>
            <a:prstGeom prst="rect">
              <a:avLst/>
            </a:prstGeom>
            <a:noFill/>
          </p:spPr>
          <p:txBody>
            <a:bodyPr wrap="square" lIns="182880" tIns="146304" rIns="182880" bIns="146304" rtlCol="0">
              <a:spAutoFit/>
            </a:bodyPr>
            <a:lstStyle/>
            <a:p>
              <a:pPr marL="285750" indent="-285750" defTabSz="914367">
                <a:buFont typeface="Arial" panose="020B0604020202020204" pitchFamily="34" charset="0"/>
                <a:buChar char="•"/>
                <a:defRPr/>
              </a:pPr>
              <a:r>
                <a:rPr lang="en-US" sz="1400" dirty="0">
                  <a:cs typeface="Segoe UI" panose="020B0502040204020203" pitchFamily="34" charset="0"/>
                </a:rPr>
                <a:t>Schedules a Work Order</a:t>
              </a:r>
            </a:p>
          </p:txBody>
        </p:sp>
        <p:sp>
          <p:nvSpPr>
            <p:cNvPr id="19" name="Rectangle 18">
              <a:extLst>
                <a:ext uri="{FF2B5EF4-FFF2-40B4-BE49-F238E27FC236}">
                  <a16:creationId xmlns:a16="http://schemas.microsoft.com/office/drawing/2014/main" id="{5F5EEEBA-C3EF-468E-B1AD-BBF8719221F5}"/>
                </a:ext>
              </a:extLst>
            </p:cNvPr>
            <p:cNvSpPr/>
            <p:nvPr/>
          </p:nvSpPr>
          <p:spPr bwMode="auto">
            <a:xfrm flipV="1">
              <a:off x="3283701" y="3008933"/>
              <a:ext cx="2468880" cy="45719"/>
            </a:xfrm>
            <a:prstGeom prst="rect">
              <a:avLst/>
            </a:prstGeom>
            <a:solidFill>
              <a:srgbClr val="FFB81C"/>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Arial" panose="020B0604020202020204" pitchFamily="34" charset="0"/>
                <a:ea typeface="Segoe UI" pitchFamily="34" charset="0"/>
                <a:cs typeface="Arial" panose="020B0604020202020204" pitchFamily="34" charset="0"/>
              </a:endParaRPr>
            </a:p>
          </p:txBody>
        </p:sp>
        <p:pic>
          <p:nvPicPr>
            <p:cNvPr id="20" name="Picture 19" descr="Logo, icon&#10;&#10;Description automatically generated">
              <a:extLst>
                <a:ext uri="{FF2B5EF4-FFF2-40B4-BE49-F238E27FC236}">
                  <a16:creationId xmlns:a16="http://schemas.microsoft.com/office/drawing/2014/main" id="{7DE1007F-E5C2-41AE-84CB-A98F3C1A79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98028" y="1885338"/>
              <a:ext cx="576072" cy="576072"/>
            </a:xfrm>
            <a:prstGeom prst="rect">
              <a:avLst/>
            </a:prstGeom>
          </p:spPr>
        </p:pic>
        <p:cxnSp>
          <p:nvCxnSpPr>
            <p:cNvPr id="33" name="Straight Connector 32">
              <a:extLst>
                <a:ext uri="{FF2B5EF4-FFF2-40B4-BE49-F238E27FC236}">
                  <a16:creationId xmlns:a16="http://schemas.microsoft.com/office/drawing/2014/main" id="{946D5E04-C9F1-4193-931D-6F0F351B6690}"/>
                </a:ext>
              </a:extLst>
            </p:cNvPr>
            <p:cNvCxnSpPr>
              <a:cxnSpLocks/>
            </p:cNvCxnSpPr>
            <p:nvPr/>
          </p:nvCxnSpPr>
          <p:spPr>
            <a:xfrm flipH="1">
              <a:off x="5816852" y="1897850"/>
              <a:ext cx="33893" cy="3017520"/>
            </a:xfrm>
            <a:prstGeom prst="line">
              <a:avLst/>
            </a:prstGeom>
            <a:ln>
              <a:solidFill>
                <a:srgbClr val="D0D0CE"/>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A09AE229-CD18-41B3-86E5-360D0D05E012}"/>
                </a:ext>
              </a:extLst>
            </p:cNvPr>
            <p:cNvSpPr txBox="1"/>
            <p:nvPr/>
          </p:nvSpPr>
          <p:spPr>
            <a:xfrm>
              <a:off x="6065188" y="2435184"/>
              <a:ext cx="3942077" cy="572464"/>
            </a:xfrm>
            <a:prstGeom prst="rect">
              <a:avLst/>
            </a:prstGeom>
            <a:noFill/>
          </p:spPr>
          <p:txBody>
            <a:bodyPr wrap="square" lIns="0" tIns="146304" rIns="0" bIns="146304" rtlCol="0">
              <a:spAutoFit/>
            </a:bodyPr>
            <a:lstStyle/>
            <a:p>
              <a:pPr lvl="0" defTabSz="914367">
                <a:defRPr/>
              </a:pPr>
              <a:r>
                <a:rPr lang="en-US" b="1" dirty="0"/>
                <a:t>Work Order Lead</a:t>
              </a:r>
              <a:endParaRPr lang="en-US" b="1" i="1" dirty="0"/>
            </a:p>
          </p:txBody>
        </p:sp>
        <p:sp>
          <p:nvSpPr>
            <p:cNvPr id="27" name="TextBox 26">
              <a:extLst>
                <a:ext uri="{FF2B5EF4-FFF2-40B4-BE49-F238E27FC236}">
                  <a16:creationId xmlns:a16="http://schemas.microsoft.com/office/drawing/2014/main" id="{374D0EB1-3487-47EF-88C9-A85B45D3E023}"/>
                </a:ext>
              </a:extLst>
            </p:cNvPr>
            <p:cNvSpPr txBox="1"/>
            <p:nvPr/>
          </p:nvSpPr>
          <p:spPr>
            <a:xfrm>
              <a:off x="6065188" y="3118871"/>
              <a:ext cx="2468879" cy="1803571"/>
            </a:xfrm>
            <a:prstGeom prst="rect">
              <a:avLst/>
            </a:prstGeom>
            <a:noFill/>
          </p:spPr>
          <p:txBody>
            <a:bodyPr wrap="square" lIns="182880" tIns="146304" rIns="182880" bIns="146304" rtlCol="0">
              <a:spAutoFit/>
            </a:bodyPr>
            <a:lstStyle/>
            <a:p>
              <a:pPr marL="285750" lvl="0" indent="-285750" defTabSz="914367">
                <a:buFont typeface="Arial" panose="020B0604020202020204" pitchFamily="34" charset="0"/>
                <a:buChar char="•"/>
                <a:defRPr/>
              </a:pPr>
              <a:r>
                <a:rPr lang="en-US" sz="1400" dirty="0">
                  <a:cs typeface="Segoe UI" panose="020B0502040204020203" pitchFamily="34" charset="0"/>
                </a:rPr>
                <a:t>Executes and completes a Work Order (in Maximo) that will not be scheduled and dispatched in the mobile solution</a:t>
              </a:r>
            </a:p>
          </p:txBody>
        </p:sp>
        <p:sp>
          <p:nvSpPr>
            <p:cNvPr id="28" name="Rectangle 27">
              <a:extLst>
                <a:ext uri="{FF2B5EF4-FFF2-40B4-BE49-F238E27FC236}">
                  <a16:creationId xmlns:a16="http://schemas.microsoft.com/office/drawing/2014/main" id="{FA2F05D7-DF80-47DC-9C05-821AF247C79A}"/>
                </a:ext>
              </a:extLst>
            </p:cNvPr>
            <p:cNvSpPr/>
            <p:nvPr/>
          </p:nvSpPr>
          <p:spPr bwMode="auto">
            <a:xfrm flipV="1">
              <a:off x="6065189" y="3008933"/>
              <a:ext cx="2468880" cy="45719"/>
            </a:xfrm>
            <a:prstGeom prst="rect">
              <a:avLst/>
            </a:prstGeom>
            <a:solidFill>
              <a:srgbClr val="FFB81C"/>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Arial" panose="020B0604020202020204" pitchFamily="34" charset="0"/>
                <a:ea typeface="Segoe UI" pitchFamily="34" charset="0"/>
                <a:cs typeface="Arial" panose="020B0604020202020204" pitchFamily="34" charset="0"/>
              </a:endParaRPr>
            </a:p>
          </p:txBody>
        </p:sp>
        <p:pic>
          <p:nvPicPr>
            <p:cNvPr id="29" name="Picture 28" descr="Logo, icon&#10;&#10;Description automatically generated">
              <a:extLst>
                <a:ext uri="{FF2B5EF4-FFF2-40B4-BE49-F238E27FC236}">
                  <a16:creationId xmlns:a16="http://schemas.microsoft.com/office/drawing/2014/main" id="{F9629BC0-66A7-410A-9B7F-D3EB38062F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79516" y="1885338"/>
              <a:ext cx="576072" cy="576072"/>
            </a:xfrm>
            <a:prstGeom prst="rect">
              <a:avLst/>
            </a:prstGeom>
          </p:spPr>
        </p:pic>
        <p:cxnSp>
          <p:nvCxnSpPr>
            <p:cNvPr id="42" name="Straight Connector 41">
              <a:extLst>
                <a:ext uri="{FF2B5EF4-FFF2-40B4-BE49-F238E27FC236}">
                  <a16:creationId xmlns:a16="http://schemas.microsoft.com/office/drawing/2014/main" id="{B2E0F678-DE94-4172-936C-7BCB7B03195C}"/>
                </a:ext>
              </a:extLst>
            </p:cNvPr>
            <p:cNvCxnSpPr>
              <a:cxnSpLocks/>
            </p:cNvCxnSpPr>
            <p:nvPr/>
          </p:nvCxnSpPr>
          <p:spPr>
            <a:xfrm flipH="1">
              <a:off x="8783572" y="1897850"/>
              <a:ext cx="33893" cy="3017520"/>
            </a:xfrm>
            <a:prstGeom prst="line">
              <a:avLst/>
            </a:prstGeom>
            <a:ln>
              <a:solidFill>
                <a:srgbClr val="D0D0CE"/>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9BEF63C1-9F00-42D7-8E17-09314E7F325E}"/>
                </a:ext>
              </a:extLst>
            </p:cNvPr>
            <p:cNvSpPr txBox="1"/>
            <p:nvPr/>
          </p:nvSpPr>
          <p:spPr>
            <a:xfrm>
              <a:off x="9132148" y="2335944"/>
              <a:ext cx="3942077" cy="849463"/>
            </a:xfrm>
            <a:prstGeom prst="rect">
              <a:avLst/>
            </a:prstGeom>
            <a:noFill/>
          </p:spPr>
          <p:txBody>
            <a:bodyPr wrap="square" lIns="0" tIns="146304" rIns="0" bIns="146304" rtlCol="0">
              <a:spAutoFit/>
            </a:bodyPr>
            <a:lstStyle/>
            <a:p>
              <a:pPr lvl="0" defTabSz="914367">
                <a:defRPr/>
              </a:pPr>
              <a:r>
                <a:rPr lang="en-US" b="1" dirty="0">
                  <a:solidFill>
                    <a:schemeClr val="dk1"/>
                  </a:solidFill>
                </a:rPr>
                <a:t>Maintenance Management</a:t>
              </a:r>
            </a:p>
            <a:p>
              <a:pPr lvl="0" defTabSz="914367">
                <a:defRPr/>
              </a:pPr>
              <a:r>
                <a:rPr lang="en-US" b="1" dirty="0">
                  <a:solidFill>
                    <a:schemeClr val="dk1"/>
                  </a:solidFill>
                </a:rPr>
                <a:t>Systems </a:t>
              </a:r>
              <a:r>
                <a:rPr lang="en-US" b="1">
                  <a:solidFill>
                    <a:schemeClr val="dk1"/>
                  </a:solidFill>
                </a:rPr>
                <a:t>&amp; Support (</a:t>
              </a:r>
              <a:r>
                <a:rPr lang="en-US" b="1" dirty="0">
                  <a:solidFill>
                    <a:schemeClr val="dk1"/>
                  </a:solidFill>
                </a:rPr>
                <a:t>MMS)</a:t>
              </a:r>
            </a:p>
          </p:txBody>
        </p:sp>
        <p:sp>
          <p:nvSpPr>
            <p:cNvPr id="44" name="TextBox 43">
              <a:extLst>
                <a:ext uri="{FF2B5EF4-FFF2-40B4-BE49-F238E27FC236}">
                  <a16:creationId xmlns:a16="http://schemas.microsoft.com/office/drawing/2014/main" id="{62CFF5A4-C3D8-4E73-80A4-624ADB883F45}"/>
                </a:ext>
              </a:extLst>
            </p:cNvPr>
            <p:cNvSpPr txBox="1"/>
            <p:nvPr/>
          </p:nvSpPr>
          <p:spPr>
            <a:xfrm>
              <a:off x="9132148" y="3118871"/>
              <a:ext cx="2468880" cy="726353"/>
            </a:xfrm>
            <a:prstGeom prst="rect">
              <a:avLst/>
            </a:prstGeom>
            <a:noFill/>
          </p:spPr>
          <p:txBody>
            <a:bodyPr wrap="square" lIns="182880" tIns="146304" rIns="182880" bIns="146304" rtlCol="0">
              <a:spAutoFit/>
            </a:bodyPr>
            <a:lstStyle/>
            <a:p>
              <a:pPr marL="285750" indent="-285750">
                <a:buFont typeface="Arial" panose="020B0604020202020204" pitchFamily="34" charset="0"/>
                <a:buChar char="•"/>
              </a:pPr>
              <a:r>
                <a:rPr lang="en-US" sz="1400" dirty="0"/>
                <a:t>Resolves Maximo System Errors</a:t>
              </a:r>
              <a:endParaRPr lang="en-US" sz="1400" i="1" dirty="0"/>
            </a:p>
          </p:txBody>
        </p:sp>
        <p:sp>
          <p:nvSpPr>
            <p:cNvPr id="45" name="Rectangle 44">
              <a:extLst>
                <a:ext uri="{FF2B5EF4-FFF2-40B4-BE49-F238E27FC236}">
                  <a16:creationId xmlns:a16="http://schemas.microsoft.com/office/drawing/2014/main" id="{5CDB713D-81E4-4723-B3E2-6AE91B4946A4}"/>
                </a:ext>
              </a:extLst>
            </p:cNvPr>
            <p:cNvSpPr/>
            <p:nvPr/>
          </p:nvSpPr>
          <p:spPr bwMode="auto">
            <a:xfrm flipV="1">
              <a:off x="9132149" y="3008933"/>
              <a:ext cx="2468880" cy="45719"/>
            </a:xfrm>
            <a:prstGeom prst="rect">
              <a:avLst/>
            </a:prstGeom>
            <a:solidFill>
              <a:srgbClr val="FFB81C"/>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Arial" panose="020B0604020202020204" pitchFamily="34" charset="0"/>
                <a:ea typeface="Segoe UI" pitchFamily="34" charset="0"/>
                <a:cs typeface="Arial" panose="020B0604020202020204" pitchFamily="34" charset="0"/>
              </a:endParaRPr>
            </a:p>
          </p:txBody>
        </p:sp>
        <p:pic>
          <p:nvPicPr>
            <p:cNvPr id="46" name="Picture 45" descr="Logo, icon&#10;&#10;Description automatically generated">
              <a:extLst>
                <a:ext uri="{FF2B5EF4-FFF2-40B4-BE49-F238E27FC236}">
                  <a16:creationId xmlns:a16="http://schemas.microsoft.com/office/drawing/2014/main" id="{A7D5D124-840F-42D4-A0CC-7E7752EED44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46476" y="1885338"/>
              <a:ext cx="576072" cy="576072"/>
            </a:xfrm>
            <a:prstGeom prst="rect">
              <a:avLst/>
            </a:prstGeom>
          </p:spPr>
        </p:pic>
      </p:grpSp>
      <p:grpSp>
        <p:nvGrpSpPr>
          <p:cNvPr id="30" name="Group 29">
            <a:extLst>
              <a:ext uri="{FF2B5EF4-FFF2-40B4-BE49-F238E27FC236}">
                <a16:creationId xmlns:a16="http://schemas.microsoft.com/office/drawing/2014/main" id="{5EF60DFB-89A4-4396-BBBB-75C796FFFC5B}"/>
              </a:ext>
            </a:extLst>
          </p:cNvPr>
          <p:cNvGrpSpPr/>
          <p:nvPr/>
        </p:nvGrpSpPr>
        <p:grpSpPr>
          <a:xfrm>
            <a:off x="384047" y="926527"/>
            <a:ext cx="5310696" cy="348042"/>
            <a:chOff x="384047" y="1117917"/>
            <a:chExt cx="5310696" cy="348042"/>
          </a:xfrm>
        </p:grpSpPr>
        <p:sp>
          <p:nvSpPr>
            <p:cNvPr id="31" name="Text Placeholder 4">
              <a:extLst>
                <a:ext uri="{FF2B5EF4-FFF2-40B4-BE49-F238E27FC236}">
                  <a16:creationId xmlns:a16="http://schemas.microsoft.com/office/drawing/2014/main" id="{1D60A0A1-9B0A-4913-9CD3-09577ED7B170}"/>
                </a:ext>
              </a:extLst>
            </p:cNvPr>
            <p:cNvSpPr txBox="1">
              <a:spLocks/>
            </p:cNvSpPr>
            <p:nvPr/>
          </p:nvSpPr>
          <p:spPr>
            <a:xfrm>
              <a:off x="384047" y="1117917"/>
              <a:ext cx="5310696" cy="344856"/>
            </a:xfrm>
            <a:prstGeom prst="rect">
              <a:avLst/>
            </a:prstGeom>
          </p:spPr>
          <p:txBody>
            <a:bodyPr lIns="0" tIns="0" rIns="0" bIns="0"/>
            <a:lstStyle>
              <a:lvl1pPr marL="224097" marR="0" indent="-224097" algn="l" defTabSz="914367" rtl="0" eaLnBrk="1" fontAlgn="auto" latinLnBrk="0" hangingPunct="1">
                <a:lnSpc>
                  <a:spcPct val="90000"/>
                </a:lnSpc>
                <a:spcBef>
                  <a:spcPct val="20000"/>
                </a:spcBef>
                <a:spcAft>
                  <a:spcPts val="0"/>
                </a:spcAft>
                <a:buClrTx/>
                <a:buSzPct val="90000"/>
                <a:buFont typeface="Arial" panose="020B0604020202020204" pitchFamily="34" charset="0"/>
                <a:buChar char="•"/>
                <a:tabLst/>
                <a:defRPr sz="2000" kern="1200" spc="0" baseline="0">
                  <a:solidFill>
                    <a:schemeClr val="tx1"/>
                  </a:solidFill>
                  <a:latin typeface="Arial" panose="020B0604020202020204" pitchFamily="34" charset="0"/>
                  <a:ea typeface="+mn-ea"/>
                  <a:cs typeface="Arial" panose="020B0604020202020204" pitchFamily="34" charset="0"/>
                </a:defRPr>
              </a:lvl1pPr>
              <a:lvl2pPr marL="448193" marR="0" indent="-224097" algn="l" defTabSz="914367" rtl="0" eaLnBrk="1" fontAlgn="auto" latinLnBrk="0" hangingPunct="1">
                <a:lnSpc>
                  <a:spcPct val="90000"/>
                </a:lnSpc>
                <a:spcBef>
                  <a:spcPct val="20000"/>
                </a:spcBef>
                <a:spcAft>
                  <a:spcPts val="0"/>
                </a:spcAft>
                <a:buClrTx/>
                <a:buSzPct val="90000"/>
                <a:buFont typeface="Arial" panose="020B0604020202020204" pitchFamily="34" charset="0"/>
                <a:buChar char="•"/>
                <a:tabLst/>
                <a:defRPr sz="2000" kern="1200" spc="0" baseline="0">
                  <a:solidFill>
                    <a:schemeClr val="tx1"/>
                  </a:solidFill>
                  <a:latin typeface="Arial" panose="020B0604020202020204" pitchFamily="34" charset="0"/>
                  <a:ea typeface="+mn-ea"/>
                  <a:cs typeface="Arial" panose="020B0604020202020204" pitchFamily="34" charset="0"/>
                </a:defRPr>
              </a:lvl2pPr>
              <a:lvl3pPr marL="672290" marR="0" indent="-224097" algn="l" defTabSz="914367" rtl="0" eaLnBrk="1" fontAlgn="auto" latinLnBrk="0" hangingPunct="1">
                <a:lnSpc>
                  <a:spcPct val="90000"/>
                </a:lnSpc>
                <a:spcBef>
                  <a:spcPct val="20000"/>
                </a:spcBef>
                <a:spcAft>
                  <a:spcPts val="0"/>
                </a:spcAft>
                <a:buClrTx/>
                <a:buSzPct val="90000"/>
                <a:buFont typeface="Arial" panose="020B0604020202020204" pitchFamily="34" charset="0"/>
                <a:buChar char="•"/>
                <a:tabLst/>
                <a:defRPr sz="2000" kern="1200" spc="0" baseline="0">
                  <a:solidFill>
                    <a:schemeClr val="tx1"/>
                  </a:solidFill>
                  <a:latin typeface="Arial" panose="020B0604020202020204" pitchFamily="34" charset="0"/>
                  <a:ea typeface="+mn-ea"/>
                  <a:cs typeface="Arial" panose="020B0604020202020204" pitchFamily="34" charset="0"/>
                </a:defRPr>
              </a:lvl3pPr>
              <a:lvl4pPr marL="896386" marR="0" indent="-224097" algn="l" defTabSz="914367" rtl="0" eaLnBrk="1" fontAlgn="auto" latinLnBrk="0" hangingPunct="1">
                <a:lnSpc>
                  <a:spcPct val="90000"/>
                </a:lnSpc>
                <a:spcBef>
                  <a:spcPct val="20000"/>
                </a:spcBef>
                <a:spcAft>
                  <a:spcPts val="0"/>
                </a:spcAft>
                <a:buClrTx/>
                <a:buSzPct val="90000"/>
                <a:buFont typeface="Arial" panose="020B0604020202020204" pitchFamily="34" charset="0"/>
                <a:buChar char="•"/>
                <a:tabLst/>
                <a:defRPr sz="2000" kern="1200" spc="0" baseline="0">
                  <a:solidFill>
                    <a:schemeClr val="tx1"/>
                  </a:solidFill>
                  <a:latin typeface="Arial" panose="020B0604020202020204" pitchFamily="34" charset="0"/>
                  <a:ea typeface="+mn-ea"/>
                  <a:cs typeface="Arial" panose="020B0604020202020204" pitchFamily="34" charset="0"/>
                </a:defRPr>
              </a:lvl4pPr>
              <a:lvl5pPr marL="1120483" marR="0" indent="-224097" algn="l" defTabSz="914367" rtl="0" eaLnBrk="1" fontAlgn="auto" latinLnBrk="0" hangingPunct="1">
                <a:lnSpc>
                  <a:spcPct val="90000"/>
                </a:lnSpc>
                <a:spcBef>
                  <a:spcPct val="20000"/>
                </a:spcBef>
                <a:spcAft>
                  <a:spcPts val="0"/>
                </a:spcAft>
                <a:buClrTx/>
                <a:buSzPct val="90000"/>
                <a:buFont typeface="Arial" panose="020B0604020202020204" pitchFamily="34" charset="0"/>
                <a:buChar char="•"/>
                <a:tabLst/>
                <a:defRPr sz="2000" kern="1200" spc="0" baseline="0">
                  <a:solidFill>
                    <a:schemeClr val="tx1"/>
                  </a:solidFill>
                  <a:latin typeface="Arial" panose="020B0604020202020204" pitchFamily="34" charset="0"/>
                  <a:ea typeface="+mn-ea"/>
                  <a:cs typeface="Arial" panose="020B0604020202020204" pitchFamily="34" charset="0"/>
                </a:defRPr>
              </a:lvl5pPr>
              <a:lvl6pPr marL="2514509"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6pPr>
              <a:lvl7pPr marL="2971693"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marL="0" marR="0" lvl="0" indent="0" algn="l" defTabSz="914367" rtl="0" eaLnBrk="1" fontAlgn="auto" latinLnBrk="0" hangingPunct="1">
                <a:lnSpc>
                  <a:spcPct val="90000"/>
                </a:lnSpc>
                <a:spcBef>
                  <a:spcPct val="20000"/>
                </a:spcBef>
                <a:spcAft>
                  <a:spcPts val="0"/>
                </a:spcAft>
                <a:buClrTx/>
                <a:buSzPct val="90000"/>
                <a:buFont typeface="Arial" panose="020B0604020202020204" pitchFamily="34" charset="0"/>
                <a:buNone/>
                <a:tabLst/>
                <a:defRPr/>
              </a:pPr>
              <a:r>
                <a:rPr kumimoji="0" lang="en-US" sz="1800" b="1" i="0" u="none" strike="noStrike" kern="1200" cap="none" spc="0" normalizeH="0" baseline="0" noProof="0" dirty="0">
                  <a:ln>
                    <a:noFill/>
                  </a:ln>
                  <a:solidFill>
                    <a:srgbClr val="000000"/>
                  </a:solidFill>
                  <a:effectLst/>
                  <a:uLnTx/>
                  <a:uFillTx/>
                  <a:latin typeface="Neue Haas Grotesk Text Pro" panose="020B0504020202020204" pitchFamily="34" charset="0"/>
                  <a:ea typeface="+mn-ea"/>
                  <a:cs typeface="Arial" panose="020B0604020202020204" pitchFamily="34" charset="0"/>
                </a:rPr>
                <a:t>Who should take this course? </a:t>
              </a:r>
              <a:endParaRPr kumimoji="0" lang="en-US" sz="1800" b="1" i="1" u="none" strike="noStrike" kern="1200" cap="none" spc="0" normalizeH="0" baseline="0" noProof="0" dirty="0">
                <a:ln>
                  <a:noFill/>
                </a:ln>
                <a:solidFill>
                  <a:srgbClr val="FF0000"/>
                </a:solidFill>
                <a:effectLst/>
                <a:uLnTx/>
                <a:uFillTx/>
                <a:latin typeface="Neue Haas Grotesk Text Pro" panose="020B0504020202020204" pitchFamily="34" charset="0"/>
                <a:ea typeface="+mn-ea"/>
                <a:cs typeface="Arial" panose="020B0604020202020204" pitchFamily="34" charset="0"/>
              </a:endParaRPr>
            </a:p>
          </p:txBody>
        </p:sp>
        <p:sp>
          <p:nvSpPr>
            <p:cNvPr id="32" name="Rectangle 31">
              <a:extLst>
                <a:ext uri="{FF2B5EF4-FFF2-40B4-BE49-F238E27FC236}">
                  <a16:creationId xmlns:a16="http://schemas.microsoft.com/office/drawing/2014/main" id="{93995888-C071-405F-903C-9172C88866D9}"/>
                </a:ext>
              </a:extLst>
            </p:cNvPr>
            <p:cNvSpPr/>
            <p:nvPr/>
          </p:nvSpPr>
          <p:spPr bwMode="auto">
            <a:xfrm flipV="1">
              <a:off x="384047" y="1420240"/>
              <a:ext cx="3200400" cy="45719"/>
            </a:xfrm>
            <a:prstGeom prst="rect">
              <a:avLst/>
            </a:prstGeom>
            <a:solidFill>
              <a:srgbClr val="FFB81C"/>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Neue Haas Grotesk Text Pro" panose="020B0504020202020204" pitchFamily="34" charset="0"/>
                <a:ea typeface="Segoe UI" pitchFamily="34" charset="0"/>
                <a:cs typeface="Arial" panose="020B0604020202020204" pitchFamily="34" charset="0"/>
              </a:endParaRPr>
            </a:p>
          </p:txBody>
        </p:sp>
      </p:grpSp>
      <p:grpSp>
        <p:nvGrpSpPr>
          <p:cNvPr id="34" name="Group 33">
            <a:extLst>
              <a:ext uri="{FF2B5EF4-FFF2-40B4-BE49-F238E27FC236}">
                <a16:creationId xmlns:a16="http://schemas.microsoft.com/office/drawing/2014/main" id="{A6525294-C482-426A-8D4B-3A3290F2F083}"/>
              </a:ext>
            </a:extLst>
          </p:cNvPr>
          <p:cNvGrpSpPr/>
          <p:nvPr/>
        </p:nvGrpSpPr>
        <p:grpSpPr>
          <a:xfrm>
            <a:off x="384047" y="5166880"/>
            <a:ext cx="5310696" cy="390574"/>
            <a:chOff x="384047" y="4972010"/>
            <a:chExt cx="5310696" cy="390574"/>
          </a:xfrm>
        </p:grpSpPr>
        <p:sp>
          <p:nvSpPr>
            <p:cNvPr id="35" name="Text Placeholder 4">
              <a:extLst>
                <a:ext uri="{FF2B5EF4-FFF2-40B4-BE49-F238E27FC236}">
                  <a16:creationId xmlns:a16="http://schemas.microsoft.com/office/drawing/2014/main" id="{799F30FE-AB40-4215-A5FD-483139EDD6F3}"/>
                </a:ext>
              </a:extLst>
            </p:cNvPr>
            <p:cNvSpPr txBox="1">
              <a:spLocks/>
            </p:cNvSpPr>
            <p:nvPr/>
          </p:nvSpPr>
          <p:spPr>
            <a:xfrm>
              <a:off x="384047" y="4972010"/>
              <a:ext cx="5310696" cy="344856"/>
            </a:xfrm>
            <a:prstGeom prst="rect">
              <a:avLst/>
            </a:prstGeom>
          </p:spPr>
          <p:txBody>
            <a:bodyPr lIns="0" tIns="0" rIns="0" bIns="0"/>
            <a:lstStyle>
              <a:lvl1pPr marL="224097" marR="0" indent="-224097" algn="l" defTabSz="914367" rtl="0" eaLnBrk="1" fontAlgn="auto" latinLnBrk="0" hangingPunct="1">
                <a:lnSpc>
                  <a:spcPct val="90000"/>
                </a:lnSpc>
                <a:spcBef>
                  <a:spcPct val="20000"/>
                </a:spcBef>
                <a:spcAft>
                  <a:spcPts val="0"/>
                </a:spcAft>
                <a:buClrTx/>
                <a:buSzPct val="90000"/>
                <a:buFont typeface="Arial" panose="020B0604020202020204" pitchFamily="34" charset="0"/>
                <a:buChar char="•"/>
                <a:tabLst/>
                <a:defRPr sz="2000" kern="1200" spc="0" baseline="0">
                  <a:solidFill>
                    <a:schemeClr val="tx1"/>
                  </a:solidFill>
                  <a:latin typeface="Arial" panose="020B0604020202020204" pitchFamily="34" charset="0"/>
                  <a:ea typeface="+mn-ea"/>
                  <a:cs typeface="Arial" panose="020B0604020202020204" pitchFamily="34" charset="0"/>
                </a:defRPr>
              </a:lvl1pPr>
              <a:lvl2pPr marL="448193" marR="0" indent="-224097" algn="l" defTabSz="914367" rtl="0" eaLnBrk="1" fontAlgn="auto" latinLnBrk="0" hangingPunct="1">
                <a:lnSpc>
                  <a:spcPct val="90000"/>
                </a:lnSpc>
                <a:spcBef>
                  <a:spcPct val="20000"/>
                </a:spcBef>
                <a:spcAft>
                  <a:spcPts val="0"/>
                </a:spcAft>
                <a:buClrTx/>
                <a:buSzPct val="90000"/>
                <a:buFont typeface="Arial" panose="020B0604020202020204" pitchFamily="34" charset="0"/>
                <a:buChar char="•"/>
                <a:tabLst/>
                <a:defRPr sz="2000" kern="1200" spc="0" baseline="0">
                  <a:solidFill>
                    <a:schemeClr val="tx1"/>
                  </a:solidFill>
                  <a:latin typeface="Arial" panose="020B0604020202020204" pitchFamily="34" charset="0"/>
                  <a:ea typeface="+mn-ea"/>
                  <a:cs typeface="Arial" panose="020B0604020202020204" pitchFamily="34" charset="0"/>
                </a:defRPr>
              </a:lvl2pPr>
              <a:lvl3pPr marL="672290" marR="0" indent="-224097" algn="l" defTabSz="914367" rtl="0" eaLnBrk="1" fontAlgn="auto" latinLnBrk="0" hangingPunct="1">
                <a:lnSpc>
                  <a:spcPct val="90000"/>
                </a:lnSpc>
                <a:spcBef>
                  <a:spcPct val="20000"/>
                </a:spcBef>
                <a:spcAft>
                  <a:spcPts val="0"/>
                </a:spcAft>
                <a:buClrTx/>
                <a:buSzPct val="90000"/>
                <a:buFont typeface="Arial" panose="020B0604020202020204" pitchFamily="34" charset="0"/>
                <a:buChar char="•"/>
                <a:tabLst/>
                <a:defRPr sz="2000" kern="1200" spc="0" baseline="0">
                  <a:solidFill>
                    <a:schemeClr val="tx1"/>
                  </a:solidFill>
                  <a:latin typeface="Arial" panose="020B0604020202020204" pitchFamily="34" charset="0"/>
                  <a:ea typeface="+mn-ea"/>
                  <a:cs typeface="Arial" panose="020B0604020202020204" pitchFamily="34" charset="0"/>
                </a:defRPr>
              </a:lvl3pPr>
              <a:lvl4pPr marL="896386" marR="0" indent="-224097" algn="l" defTabSz="914367" rtl="0" eaLnBrk="1" fontAlgn="auto" latinLnBrk="0" hangingPunct="1">
                <a:lnSpc>
                  <a:spcPct val="90000"/>
                </a:lnSpc>
                <a:spcBef>
                  <a:spcPct val="20000"/>
                </a:spcBef>
                <a:spcAft>
                  <a:spcPts val="0"/>
                </a:spcAft>
                <a:buClrTx/>
                <a:buSzPct val="90000"/>
                <a:buFont typeface="Arial" panose="020B0604020202020204" pitchFamily="34" charset="0"/>
                <a:buChar char="•"/>
                <a:tabLst/>
                <a:defRPr sz="2000" kern="1200" spc="0" baseline="0">
                  <a:solidFill>
                    <a:schemeClr val="tx1"/>
                  </a:solidFill>
                  <a:latin typeface="Arial" panose="020B0604020202020204" pitchFamily="34" charset="0"/>
                  <a:ea typeface="+mn-ea"/>
                  <a:cs typeface="Arial" panose="020B0604020202020204" pitchFamily="34" charset="0"/>
                </a:defRPr>
              </a:lvl4pPr>
              <a:lvl5pPr marL="1120483" marR="0" indent="-224097" algn="l" defTabSz="914367" rtl="0" eaLnBrk="1" fontAlgn="auto" latinLnBrk="0" hangingPunct="1">
                <a:lnSpc>
                  <a:spcPct val="90000"/>
                </a:lnSpc>
                <a:spcBef>
                  <a:spcPct val="20000"/>
                </a:spcBef>
                <a:spcAft>
                  <a:spcPts val="0"/>
                </a:spcAft>
                <a:buClrTx/>
                <a:buSzPct val="90000"/>
                <a:buFont typeface="Arial" panose="020B0604020202020204" pitchFamily="34" charset="0"/>
                <a:buChar char="•"/>
                <a:tabLst/>
                <a:defRPr sz="2000" kern="1200" spc="0" baseline="0">
                  <a:solidFill>
                    <a:schemeClr val="tx1"/>
                  </a:solidFill>
                  <a:latin typeface="Arial" panose="020B0604020202020204" pitchFamily="34" charset="0"/>
                  <a:ea typeface="+mn-ea"/>
                  <a:cs typeface="Arial" panose="020B0604020202020204" pitchFamily="34" charset="0"/>
                </a:defRPr>
              </a:lvl5pPr>
              <a:lvl6pPr marL="2514509"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6pPr>
              <a:lvl7pPr marL="2971693"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marL="0" marR="0" lvl="0" indent="0" algn="l" defTabSz="914367" rtl="0" eaLnBrk="1" fontAlgn="auto" latinLnBrk="0" hangingPunct="1">
                <a:lnSpc>
                  <a:spcPct val="90000"/>
                </a:lnSpc>
                <a:spcBef>
                  <a:spcPct val="20000"/>
                </a:spcBef>
                <a:spcAft>
                  <a:spcPts val="0"/>
                </a:spcAft>
                <a:buClrTx/>
                <a:buSzPct val="90000"/>
                <a:buFont typeface="Arial" panose="020B0604020202020204" pitchFamily="34" charset="0"/>
                <a:buNone/>
                <a:tabLst/>
                <a:defRPr/>
              </a:pPr>
              <a:r>
                <a:rPr kumimoji="0" lang="en-US" sz="1800" b="1" i="0" u="none" strike="noStrike" kern="1200" cap="none" spc="0" normalizeH="0" baseline="0" noProof="0" dirty="0">
                  <a:ln>
                    <a:noFill/>
                  </a:ln>
                  <a:solidFill>
                    <a:srgbClr val="000000"/>
                  </a:solidFill>
                  <a:effectLst/>
                  <a:uLnTx/>
                  <a:uFillTx/>
                  <a:latin typeface="Neue Haas Grotesk Text Pro" panose="020B0504020202020204" pitchFamily="34" charset="0"/>
                  <a:ea typeface="+mn-ea"/>
                  <a:cs typeface="Arial" panose="020B0604020202020204" pitchFamily="34" charset="0"/>
                </a:rPr>
                <a:t>What are the prerequisites?</a:t>
              </a:r>
            </a:p>
          </p:txBody>
        </p:sp>
        <p:sp>
          <p:nvSpPr>
            <p:cNvPr id="36" name="Rectangle 35">
              <a:extLst>
                <a:ext uri="{FF2B5EF4-FFF2-40B4-BE49-F238E27FC236}">
                  <a16:creationId xmlns:a16="http://schemas.microsoft.com/office/drawing/2014/main" id="{6C441956-C5F8-4E93-8372-7D9C3780577E}"/>
                </a:ext>
              </a:extLst>
            </p:cNvPr>
            <p:cNvSpPr/>
            <p:nvPr/>
          </p:nvSpPr>
          <p:spPr bwMode="auto">
            <a:xfrm flipV="1">
              <a:off x="384047" y="5316865"/>
              <a:ext cx="3383280" cy="45719"/>
            </a:xfrm>
            <a:prstGeom prst="rect">
              <a:avLst/>
            </a:prstGeom>
            <a:solidFill>
              <a:srgbClr val="FFB81C"/>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Neue Haas Grotesk Text Pro" panose="020B0504020202020204" pitchFamily="34" charset="0"/>
                <a:ea typeface="Segoe UI" pitchFamily="34" charset="0"/>
                <a:cs typeface="Arial" panose="020B0604020202020204" pitchFamily="34" charset="0"/>
              </a:endParaRPr>
            </a:p>
          </p:txBody>
        </p:sp>
      </p:grpSp>
      <p:grpSp>
        <p:nvGrpSpPr>
          <p:cNvPr id="37" name="Group 36">
            <a:extLst>
              <a:ext uri="{FF2B5EF4-FFF2-40B4-BE49-F238E27FC236}">
                <a16:creationId xmlns:a16="http://schemas.microsoft.com/office/drawing/2014/main" id="{49DADFFF-F44C-4102-9E44-3266E9BD594B}"/>
              </a:ext>
            </a:extLst>
          </p:cNvPr>
          <p:cNvGrpSpPr/>
          <p:nvPr/>
        </p:nvGrpSpPr>
        <p:grpSpPr>
          <a:xfrm>
            <a:off x="384046" y="6112813"/>
            <a:ext cx="6952419" cy="640080"/>
            <a:chOff x="384047" y="5917943"/>
            <a:chExt cx="8783704" cy="640080"/>
          </a:xfrm>
        </p:grpSpPr>
        <p:sp>
          <p:nvSpPr>
            <p:cNvPr id="38" name="Rectangle 37">
              <a:extLst>
                <a:ext uri="{FF2B5EF4-FFF2-40B4-BE49-F238E27FC236}">
                  <a16:creationId xmlns:a16="http://schemas.microsoft.com/office/drawing/2014/main" id="{6AB13664-9738-439D-BBB8-7D677AF0E840}"/>
                </a:ext>
              </a:extLst>
            </p:cNvPr>
            <p:cNvSpPr/>
            <p:nvPr/>
          </p:nvSpPr>
          <p:spPr>
            <a:xfrm>
              <a:off x="384047" y="5917943"/>
              <a:ext cx="8783704" cy="640080"/>
            </a:xfrm>
            <a:prstGeom prst="rect">
              <a:avLst/>
            </a:prstGeom>
            <a:solidFill>
              <a:schemeClr val="bg1"/>
            </a:solidFill>
            <a:ln w="19050" cap="flat" cmpd="sng" algn="ctr">
              <a:solidFill>
                <a:srgbClr val="FFB81C"/>
              </a:solid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Neue Haas Grotesk Text Pro" panose="020B0504020202020204" pitchFamily="34" charset="0"/>
                  <a:ea typeface="+mn-ea"/>
                  <a:cs typeface="Arial" panose="020B0604020202020204" pitchFamily="34" charset="0"/>
                </a:rPr>
                <a:t>Introduction to Maximo* , </a:t>
              </a:r>
              <a:r>
                <a:rPr kumimoji="0" lang="en-US" sz="1400" b="1" u="none" strike="noStrike" kern="1200" cap="none" spc="0" normalizeH="0" baseline="0" noProof="0" dirty="0">
                  <a:ln>
                    <a:noFill/>
                  </a:ln>
                  <a:effectLst/>
                  <a:uLnTx/>
                  <a:uFillTx/>
                  <a:latin typeface="Neue Haas Grotesk Text Pro" panose="020B0504020202020204" pitchFamily="34" charset="0"/>
                  <a:ea typeface="+mn-ea"/>
                  <a:cs typeface="Arial" panose="020B0604020202020204" pitchFamily="34" charset="0"/>
                </a:rPr>
                <a:t>Work Order Initiation and Planning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Neue Haas Grotesk Text Pro" panose="020B0504020202020204" pitchFamily="34" charset="0"/>
                  <a:ea typeface="+mn-ea"/>
                  <a:cs typeface="Arial" panose="020B0604020202020204" pitchFamily="34" charset="0"/>
                </a:rPr>
                <a:t>*</a:t>
              </a:r>
              <a:r>
                <a:rPr kumimoji="0" lang="en-US" sz="1400" b="0" i="1" u="none" strike="noStrike" kern="1200" cap="none" spc="0" normalizeH="0" baseline="0" noProof="0" dirty="0">
                  <a:ln>
                    <a:noFill/>
                  </a:ln>
                  <a:solidFill>
                    <a:srgbClr val="000000"/>
                  </a:solidFill>
                  <a:effectLst/>
                  <a:uLnTx/>
                  <a:uFillTx/>
                  <a:latin typeface="Neue Haas Grotesk Text Pro" panose="020B0504020202020204" pitchFamily="34" charset="0"/>
                  <a:ea typeface="+mn-ea"/>
                  <a:cs typeface="Arial" panose="020B0604020202020204" pitchFamily="34" charset="0"/>
                </a:rPr>
                <a:t>Prior Maximo knowledge is not required</a:t>
              </a:r>
              <a:endParaRPr kumimoji="0" lang="en-US" sz="1800" b="0" i="1" u="none" strike="noStrike" kern="1200" cap="none" spc="0" normalizeH="0" baseline="0" noProof="0" dirty="0">
                <a:ln>
                  <a:noFill/>
                </a:ln>
                <a:solidFill>
                  <a:srgbClr val="000000"/>
                </a:solidFill>
                <a:effectLst/>
                <a:uLnTx/>
                <a:uFillTx/>
                <a:latin typeface="Neue Haas Grotesk Text Pro" panose="020B0504020202020204" pitchFamily="34" charset="0"/>
                <a:ea typeface="+mn-ea"/>
                <a:cs typeface="Arial" panose="020B0604020202020204" pitchFamily="34" charset="0"/>
              </a:endParaRPr>
            </a:p>
          </p:txBody>
        </p:sp>
        <p:pic>
          <p:nvPicPr>
            <p:cNvPr id="39" name="Graphic 38">
              <a:extLst>
                <a:ext uri="{FF2B5EF4-FFF2-40B4-BE49-F238E27FC236}">
                  <a16:creationId xmlns:a16="http://schemas.microsoft.com/office/drawing/2014/main" id="{7E430C2F-41FA-404A-99C3-2C090261E116}"/>
                </a:ext>
              </a:extLst>
            </p:cNvPr>
            <p:cNvPicPr preferRelativeResize="0">
              <a:picLocks/>
            </p:cNvPicPr>
            <p:nvPr/>
          </p:nvPicPr>
          <p:blipFill>
            <a:blip r:embed="rId4">
              <a:extLst>
                <a:ext uri="{96DAC541-7B7A-43D3-8B79-37D633B846F1}">
                  <asvg:svgBlip xmlns:asvg="http://schemas.microsoft.com/office/drawing/2016/SVG/main" r:embed="rId5"/>
                </a:ext>
              </a:extLst>
            </a:blip>
            <a:stretch>
              <a:fillRect/>
            </a:stretch>
          </p:blipFill>
          <p:spPr>
            <a:xfrm>
              <a:off x="8615247" y="6016638"/>
              <a:ext cx="457200" cy="457200"/>
            </a:xfrm>
            <a:prstGeom prst="rect">
              <a:avLst/>
            </a:prstGeom>
            <a:effectLst/>
          </p:spPr>
        </p:pic>
      </p:grpSp>
      <p:sp>
        <p:nvSpPr>
          <p:cNvPr id="40" name="Rectangle 39">
            <a:extLst>
              <a:ext uri="{FF2B5EF4-FFF2-40B4-BE49-F238E27FC236}">
                <a16:creationId xmlns:a16="http://schemas.microsoft.com/office/drawing/2014/main" id="{D2C66370-8BA1-4200-9754-37D1216BF0AD}"/>
              </a:ext>
            </a:extLst>
          </p:cNvPr>
          <p:cNvSpPr/>
          <p:nvPr/>
        </p:nvSpPr>
        <p:spPr>
          <a:xfrm>
            <a:off x="384047" y="5659124"/>
            <a:ext cx="7462463" cy="338554"/>
          </a:xfrm>
          <a:prstGeom prst="rect">
            <a:avLst/>
          </a:prstGeom>
        </p:spPr>
        <p:txBody>
          <a:bodyPr wrap="square" l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Neue Haas Grotesk Text Pro" panose="020B0504020202020204" pitchFamily="34" charset="0"/>
                <a:ea typeface="+mn-ea"/>
                <a:cs typeface="Arial" panose="020B0604020202020204" pitchFamily="34" charset="0"/>
              </a:rPr>
              <a:t>Before taking this course, you should have completed the following courses:</a:t>
            </a:r>
          </a:p>
        </p:txBody>
      </p:sp>
      <p:cxnSp>
        <p:nvCxnSpPr>
          <p:cNvPr id="49" name="Straight Connector 48">
            <a:extLst>
              <a:ext uri="{FF2B5EF4-FFF2-40B4-BE49-F238E27FC236}">
                <a16:creationId xmlns:a16="http://schemas.microsoft.com/office/drawing/2014/main" id="{8CEAE320-05B2-44E4-9A52-7EAFDB1512D6}"/>
              </a:ext>
            </a:extLst>
          </p:cNvPr>
          <p:cNvCxnSpPr>
            <a:cxnSpLocks/>
          </p:cNvCxnSpPr>
          <p:nvPr/>
        </p:nvCxnSpPr>
        <p:spPr>
          <a:xfrm flipV="1">
            <a:off x="384294" y="4437431"/>
            <a:ext cx="11230111" cy="36750"/>
          </a:xfrm>
          <a:prstGeom prst="line">
            <a:avLst/>
          </a:prstGeom>
          <a:ln>
            <a:solidFill>
              <a:schemeClr val="bg2"/>
            </a:solidFill>
            <a:prstDash val="sysDash"/>
            <a:headEnd type="none"/>
            <a:tailEnd type="none"/>
          </a:ln>
        </p:spPr>
        <p:style>
          <a:lnRef idx="1">
            <a:schemeClr val="accent1"/>
          </a:lnRef>
          <a:fillRef idx="0">
            <a:schemeClr val="accent1"/>
          </a:fillRef>
          <a:effectRef idx="0">
            <a:schemeClr val="accent1"/>
          </a:effectRef>
          <a:fontRef idx="minor">
            <a:schemeClr val="tx1"/>
          </a:fontRef>
        </p:style>
      </p:cxnSp>
      <p:pic>
        <p:nvPicPr>
          <p:cNvPr id="50" name="Picture 49" descr="Logo, icon&#10;&#10;Description automatically generated">
            <a:extLst>
              <a:ext uri="{FF2B5EF4-FFF2-40B4-BE49-F238E27FC236}">
                <a16:creationId xmlns:a16="http://schemas.microsoft.com/office/drawing/2014/main" id="{726B7C3B-673A-4CD8-BF1B-7E2554A36F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48417" y="4472590"/>
            <a:ext cx="576072" cy="576072"/>
          </a:xfrm>
          <a:prstGeom prst="rect">
            <a:avLst/>
          </a:prstGeom>
        </p:spPr>
      </p:pic>
      <p:sp>
        <p:nvSpPr>
          <p:cNvPr id="51" name="TextBox 50">
            <a:extLst>
              <a:ext uri="{FF2B5EF4-FFF2-40B4-BE49-F238E27FC236}">
                <a16:creationId xmlns:a16="http://schemas.microsoft.com/office/drawing/2014/main" id="{1B819061-ED12-4AA1-B312-CF5375D50E5E}"/>
              </a:ext>
            </a:extLst>
          </p:cNvPr>
          <p:cNvSpPr txBox="1"/>
          <p:nvPr/>
        </p:nvSpPr>
        <p:spPr>
          <a:xfrm>
            <a:off x="8934766" y="4926578"/>
            <a:ext cx="3122556" cy="572464"/>
          </a:xfrm>
          <a:prstGeom prst="rect">
            <a:avLst/>
          </a:prstGeom>
          <a:noFill/>
        </p:spPr>
        <p:txBody>
          <a:bodyPr wrap="square" lIns="0" tIns="146304" rIns="0" bIns="146304" rtlCol="0">
            <a:spAutoFit/>
          </a:bodyPr>
          <a:lstStyle/>
          <a:p>
            <a:pPr lvl="0" defTabSz="914367">
              <a:defRPr/>
            </a:pPr>
            <a:r>
              <a:rPr lang="en-US" b="1" dirty="0"/>
              <a:t>Area Supervisor</a:t>
            </a:r>
            <a:endParaRPr lang="en-US" b="1" i="1" dirty="0"/>
          </a:p>
        </p:txBody>
      </p:sp>
      <p:sp>
        <p:nvSpPr>
          <p:cNvPr id="52" name="Rectangle 51">
            <a:extLst>
              <a:ext uri="{FF2B5EF4-FFF2-40B4-BE49-F238E27FC236}">
                <a16:creationId xmlns:a16="http://schemas.microsoft.com/office/drawing/2014/main" id="{416ED116-4AEB-42B4-AF29-8CE98DC1617F}"/>
              </a:ext>
            </a:extLst>
          </p:cNvPr>
          <p:cNvSpPr/>
          <p:nvPr/>
        </p:nvSpPr>
        <p:spPr bwMode="auto">
          <a:xfrm flipV="1">
            <a:off x="8800170" y="5372897"/>
            <a:ext cx="2468880" cy="45719"/>
          </a:xfrm>
          <a:prstGeom prst="rect">
            <a:avLst/>
          </a:prstGeom>
          <a:solidFill>
            <a:srgbClr val="FFB81C"/>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Arial" panose="020B0604020202020204" pitchFamily="34" charset="0"/>
              <a:ea typeface="Segoe UI" pitchFamily="34" charset="0"/>
              <a:cs typeface="Arial" panose="020B0604020202020204" pitchFamily="34" charset="0"/>
            </a:endParaRPr>
          </a:p>
        </p:txBody>
      </p:sp>
      <p:sp>
        <p:nvSpPr>
          <p:cNvPr id="4" name="TextBox 3">
            <a:extLst>
              <a:ext uri="{FF2B5EF4-FFF2-40B4-BE49-F238E27FC236}">
                <a16:creationId xmlns:a16="http://schemas.microsoft.com/office/drawing/2014/main" id="{1989E816-E586-4134-B2DA-BCC4756E9519}"/>
              </a:ext>
            </a:extLst>
          </p:cNvPr>
          <p:cNvSpPr txBox="1"/>
          <p:nvPr/>
        </p:nvSpPr>
        <p:spPr>
          <a:xfrm>
            <a:off x="8839068" y="5317185"/>
            <a:ext cx="2334285" cy="1588127"/>
          </a:xfrm>
          <a:prstGeom prst="rect">
            <a:avLst/>
          </a:prstGeom>
          <a:noFill/>
        </p:spPr>
        <p:txBody>
          <a:bodyPr wrap="square" lIns="182880" tIns="146304" rIns="182880" bIns="146304" rtlCol="0">
            <a:spAutoFit/>
          </a:bodyPr>
          <a:lstStyle/>
          <a:p>
            <a:pPr marL="285750" indent="-285750" defTabSz="914367">
              <a:buFont typeface="Arial" panose="020B0604020202020204" pitchFamily="34" charset="0"/>
              <a:buChar char="•"/>
              <a:defRPr/>
            </a:pPr>
            <a:r>
              <a:rPr lang="en-US" sz="1400" dirty="0">
                <a:cs typeface="Segoe UI" panose="020B0502040204020203" pitchFamily="34" charset="0"/>
              </a:rPr>
              <a:t>Approves a Work Order</a:t>
            </a:r>
          </a:p>
          <a:p>
            <a:pPr marL="285750" indent="-285750" defTabSz="914367">
              <a:buFont typeface="Arial" panose="020B0604020202020204" pitchFamily="34" charset="0"/>
              <a:buChar char="•"/>
              <a:defRPr/>
            </a:pPr>
            <a:r>
              <a:rPr lang="en-US" sz="1400" dirty="0">
                <a:cs typeface="Segoe UI" panose="020B0502040204020203" pitchFamily="34" charset="0"/>
              </a:rPr>
              <a:t>Reviews the Work Order completion in ClickMobile for certain work types</a:t>
            </a:r>
          </a:p>
        </p:txBody>
      </p:sp>
    </p:spTree>
    <p:extLst>
      <p:ext uri="{BB962C8B-B14F-4D97-AF65-F5344CB8AC3E}">
        <p14:creationId xmlns:p14="http://schemas.microsoft.com/office/powerpoint/2010/main" val="30546916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5FEFA7-B60E-4244-B050-92B635F35E38}"/>
              </a:ext>
            </a:extLst>
          </p:cNvPr>
          <p:cNvSpPr>
            <a:spLocks noGrp="1"/>
          </p:cNvSpPr>
          <p:nvPr>
            <p:ph type="body" sz="quarter" idx="10"/>
          </p:nvPr>
        </p:nvSpPr>
        <p:spPr>
          <a:xfrm>
            <a:off x="384048" y="1187644"/>
            <a:ext cx="4241115" cy="5533196"/>
          </a:xfrm>
        </p:spPr>
        <p:txBody>
          <a:bodyPr/>
          <a:lstStyle/>
          <a:p>
            <a:pPr algn="l"/>
            <a:r>
              <a:rPr lang="en-US" b="0" i="0" dirty="0">
                <a:effectLst/>
                <a:latin typeface="Segoe UI" panose="020B0502040204020203" pitchFamily="34" charset="0"/>
              </a:rPr>
              <a:t>Work Order Leads are responsible for the Work Orders that are not dispatched to Click for scheduling and action-ed within Maximo. </a:t>
            </a:r>
          </a:p>
          <a:p>
            <a:pPr algn="l"/>
            <a:endParaRPr lang="en-US" dirty="0">
              <a:latin typeface="Segoe UI" panose="020B0502040204020203" pitchFamily="34" charset="0"/>
            </a:endParaRPr>
          </a:p>
          <a:p>
            <a:pPr algn="l"/>
            <a:r>
              <a:rPr lang="en-US" b="0" i="0" dirty="0">
                <a:effectLst/>
                <a:latin typeface="Segoe UI" panose="020B0502040204020203" pitchFamily="34" charset="0"/>
              </a:rPr>
              <a:t>This includes all work completed by external vendors or service providers where the lead coordinates the work and taking it to completion in Maximo.</a:t>
            </a:r>
          </a:p>
          <a:p>
            <a:endParaRPr lang="en-US" dirty="0"/>
          </a:p>
        </p:txBody>
      </p:sp>
      <p:sp>
        <p:nvSpPr>
          <p:cNvPr id="3" name="Title 2">
            <a:extLst>
              <a:ext uri="{FF2B5EF4-FFF2-40B4-BE49-F238E27FC236}">
                <a16:creationId xmlns:a16="http://schemas.microsoft.com/office/drawing/2014/main" id="{A5FD5BB0-D554-488D-BF15-D54EBFB1217D}"/>
              </a:ext>
            </a:extLst>
          </p:cNvPr>
          <p:cNvSpPr>
            <a:spLocks noGrp="1"/>
          </p:cNvSpPr>
          <p:nvPr>
            <p:ph type="title"/>
          </p:nvPr>
        </p:nvSpPr>
        <p:spPr/>
        <p:txBody>
          <a:bodyPr/>
          <a:lstStyle/>
          <a:p>
            <a:r>
              <a:rPr lang="en-US" dirty="0">
                <a:solidFill>
                  <a:schemeClr val="tx1"/>
                </a:solidFill>
              </a:rPr>
              <a:t>Defining a Work Order Lead</a:t>
            </a:r>
          </a:p>
        </p:txBody>
      </p:sp>
      <p:pic>
        <p:nvPicPr>
          <p:cNvPr id="5" name="Picture 4">
            <a:extLst>
              <a:ext uri="{FF2B5EF4-FFF2-40B4-BE49-F238E27FC236}">
                <a16:creationId xmlns:a16="http://schemas.microsoft.com/office/drawing/2014/main" id="{10EC1F46-DDBC-4DBE-8B12-E57F3917149F}"/>
              </a:ext>
            </a:extLst>
          </p:cNvPr>
          <p:cNvPicPr>
            <a:picLocks noChangeAspect="1"/>
          </p:cNvPicPr>
          <p:nvPr/>
        </p:nvPicPr>
        <p:blipFill>
          <a:blip r:embed="rId3"/>
          <a:stretch>
            <a:fillRect/>
          </a:stretch>
        </p:blipFill>
        <p:spPr>
          <a:xfrm>
            <a:off x="4763386" y="1472851"/>
            <a:ext cx="7428614" cy="5247989"/>
          </a:xfrm>
          <a:prstGeom prst="rect">
            <a:avLst/>
          </a:prstGeom>
        </p:spPr>
      </p:pic>
    </p:spTree>
    <p:extLst>
      <p:ext uri="{BB962C8B-B14F-4D97-AF65-F5344CB8AC3E}">
        <p14:creationId xmlns:p14="http://schemas.microsoft.com/office/powerpoint/2010/main" val="42235548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B5EBFEE-FB21-43FE-8D1D-6DFDAF5CAA96}"/>
              </a:ext>
            </a:extLst>
          </p:cNvPr>
          <p:cNvSpPr>
            <a:spLocks noGrp="1"/>
          </p:cNvSpPr>
          <p:nvPr>
            <p:ph type="title"/>
          </p:nvPr>
        </p:nvSpPr>
        <p:spPr/>
        <p:txBody>
          <a:bodyPr/>
          <a:lstStyle/>
          <a:p>
            <a:r>
              <a:rPr lang="en-US" dirty="0"/>
              <a:t>Key Terms</a:t>
            </a:r>
          </a:p>
        </p:txBody>
      </p:sp>
      <p:sp>
        <p:nvSpPr>
          <p:cNvPr id="2" name="Text Placeholder 1">
            <a:extLst>
              <a:ext uri="{FF2B5EF4-FFF2-40B4-BE49-F238E27FC236}">
                <a16:creationId xmlns:a16="http://schemas.microsoft.com/office/drawing/2014/main" id="{AA610B2A-355B-40D8-BDE1-7C76492CC7C6}"/>
              </a:ext>
            </a:extLst>
          </p:cNvPr>
          <p:cNvSpPr>
            <a:spLocks noGrp="1"/>
          </p:cNvSpPr>
          <p:nvPr>
            <p:ph type="body" sz="quarter" idx="10"/>
          </p:nvPr>
        </p:nvSpPr>
        <p:spPr>
          <a:xfrm>
            <a:off x="384175" y="1158875"/>
            <a:ext cx="11430000" cy="276225"/>
          </a:xfrm>
        </p:spPr>
        <p:txBody>
          <a:bodyPr/>
          <a:lstStyle/>
          <a:p>
            <a:pPr lvl="0">
              <a:buSzPct val="75000"/>
              <a:defRPr/>
            </a:pPr>
            <a:r>
              <a:rPr lang="en-US" dirty="0">
                <a:solidFill>
                  <a:srgbClr val="000000"/>
                </a:solidFill>
              </a:rPr>
              <a:t>Displayed here are the key terms pertaining to this course.</a:t>
            </a:r>
          </a:p>
        </p:txBody>
      </p:sp>
      <p:graphicFrame>
        <p:nvGraphicFramePr>
          <p:cNvPr id="7" name="Table 6">
            <a:extLst>
              <a:ext uri="{FF2B5EF4-FFF2-40B4-BE49-F238E27FC236}">
                <a16:creationId xmlns:a16="http://schemas.microsoft.com/office/drawing/2014/main" id="{823AA3B5-C8DA-4F82-B0DC-7EC1103ABD84}"/>
              </a:ext>
            </a:extLst>
          </p:cNvPr>
          <p:cNvGraphicFramePr>
            <a:graphicFrameLocks noGrp="1"/>
          </p:cNvGraphicFramePr>
          <p:nvPr>
            <p:extLst>
              <p:ext uri="{D42A27DB-BD31-4B8C-83A1-F6EECF244321}">
                <p14:modId xmlns:p14="http://schemas.microsoft.com/office/powerpoint/2010/main" val="868967080"/>
              </p:ext>
            </p:extLst>
          </p:nvPr>
        </p:nvGraphicFramePr>
        <p:xfrm>
          <a:off x="381000" y="1564297"/>
          <a:ext cx="11430000" cy="4592737"/>
        </p:xfrm>
        <a:graphic>
          <a:graphicData uri="http://schemas.openxmlformats.org/drawingml/2006/table">
            <a:tbl>
              <a:tblPr firstRow="1" firstCol="1"/>
              <a:tblGrid>
                <a:gridCol w="2142224">
                  <a:extLst>
                    <a:ext uri="{9D8B030D-6E8A-4147-A177-3AD203B41FA5}">
                      <a16:colId xmlns:a16="http://schemas.microsoft.com/office/drawing/2014/main" val="1465782986"/>
                    </a:ext>
                  </a:extLst>
                </a:gridCol>
                <a:gridCol w="9287776">
                  <a:extLst>
                    <a:ext uri="{9D8B030D-6E8A-4147-A177-3AD203B41FA5}">
                      <a16:colId xmlns:a16="http://schemas.microsoft.com/office/drawing/2014/main" val="2201918118"/>
                    </a:ext>
                  </a:extLst>
                </a:gridCol>
              </a:tblGrid>
              <a:tr h="391196">
                <a:tc>
                  <a:txBody>
                    <a:bodyPr/>
                    <a:lstStyle>
                      <a:lvl1pPr marL="0" algn="l" defTabSz="914367" rtl="0" eaLnBrk="1" latinLnBrk="0" hangingPunct="1">
                        <a:defRPr sz="1765" kern="1200">
                          <a:solidFill>
                            <a:schemeClr val="tx1"/>
                          </a:solidFill>
                          <a:latin typeface="Neue Haas Grotesk Text Pro"/>
                        </a:defRPr>
                      </a:lvl1pPr>
                      <a:lvl2pPr marL="457183" algn="l" defTabSz="914367" rtl="0" eaLnBrk="1" latinLnBrk="0" hangingPunct="1">
                        <a:defRPr sz="1765" kern="1200">
                          <a:solidFill>
                            <a:schemeClr val="tx1"/>
                          </a:solidFill>
                          <a:latin typeface="Neue Haas Grotesk Text Pro"/>
                        </a:defRPr>
                      </a:lvl2pPr>
                      <a:lvl3pPr marL="914367" algn="l" defTabSz="914367" rtl="0" eaLnBrk="1" latinLnBrk="0" hangingPunct="1">
                        <a:defRPr sz="1765" kern="1200">
                          <a:solidFill>
                            <a:schemeClr val="tx1"/>
                          </a:solidFill>
                          <a:latin typeface="Neue Haas Grotesk Text Pro"/>
                        </a:defRPr>
                      </a:lvl3pPr>
                      <a:lvl4pPr marL="1371550" algn="l" defTabSz="914367" rtl="0" eaLnBrk="1" latinLnBrk="0" hangingPunct="1">
                        <a:defRPr sz="1765" kern="1200">
                          <a:solidFill>
                            <a:schemeClr val="tx1"/>
                          </a:solidFill>
                          <a:latin typeface="Neue Haas Grotesk Text Pro"/>
                        </a:defRPr>
                      </a:lvl4pPr>
                      <a:lvl5pPr marL="1828734" algn="l" defTabSz="914367" rtl="0" eaLnBrk="1" latinLnBrk="0" hangingPunct="1">
                        <a:defRPr sz="1765" kern="1200">
                          <a:solidFill>
                            <a:schemeClr val="tx1"/>
                          </a:solidFill>
                          <a:latin typeface="Neue Haas Grotesk Text Pro"/>
                        </a:defRPr>
                      </a:lvl5pPr>
                      <a:lvl6pPr marL="2285918" algn="l" defTabSz="914367" rtl="0" eaLnBrk="1" latinLnBrk="0" hangingPunct="1">
                        <a:defRPr sz="1765" kern="1200">
                          <a:solidFill>
                            <a:schemeClr val="tx1"/>
                          </a:solidFill>
                          <a:latin typeface="Neue Haas Grotesk Text Pro"/>
                        </a:defRPr>
                      </a:lvl6pPr>
                      <a:lvl7pPr marL="2743101" algn="l" defTabSz="914367" rtl="0" eaLnBrk="1" latinLnBrk="0" hangingPunct="1">
                        <a:defRPr sz="1765" kern="1200">
                          <a:solidFill>
                            <a:schemeClr val="tx1"/>
                          </a:solidFill>
                          <a:latin typeface="Neue Haas Grotesk Text Pro"/>
                        </a:defRPr>
                      </a:lvl7pPr>
                      <a:lvl8pPr marL="3200284" algn="l" defTabSz="914367" rtl="0" eaLnBrk="1" latinLnBrk="0" hangingPunct="1">
                        <a:defRPr sz="1765" kern="1200">
                          <a:solidFill>
                            <a:schemeClr val="tx1"/>
                          </a:solidFill>
                          <a:latin typeface="Neue Haas Grotesk Text Pro"/>
                        </a:defRPr>
                      </a:lvl8pPr>
                      <a:lvl9pPr marL="3657469" algn="l" defTabSz="914367" rtl="0" eaLnBrk="1" latinLnBrk="0" hangingPunct="1">
                        <a:defRPr sz="1765" kern="1200">
                          <a:solidFill>
                            <a:schemeClr val="tx1"/>
                          </a:solidFill>
                          <a:latin typeface="Neue Haas Grotesk Text Pro"/>
                        </a:defRPr>
                      </a:lvl9pPr>
                    </a:lstStyle>
                    <a:p>
                      <a:pPr marL="0" marR="0">
                        <a:lnSpc>
                          <a:spcPct val="107000"/>
                        </a:lnSpc>
                        <a:spcBef>
                          <a:spcPts val="0"/>
                        </a:spcBef>
                        <a:spcAft>
                          <a:spcPts val="0"/>
                        </a:spcAft>
                      </a:pPr>
                      <a:r>
                        <a:rPr lang="en-US" sz="1600" b="1" dirty="0">
                          <a:effectLst/>
                          <a:latin typeface="Neue Haas Grotesk Text Pro" panose="020B0504020202020204" pitchFamily="34" charset="0"/>
                          <a:ea typeface="Calibri" panose="020F0502020204030204" pitchFamily="34" charset="0"/>
                          <a:cs typeface="Arial" panose="020B0604020202020204" pitchFamily="34" charset="0"/>
                        </a:rPr>
                        <a:t>Acronym</a:t>
                      </a:r>
                      <a:endParaRPr lang="en-US" sz="1600" dirty="0">
                        <a:effectLst/>
                        <a:latin typeface="Neue Haas Grotesk Text Pro" panose="020B0504020202020204" pitchFamily="34" charset="0"/>
                        <a:ea typeface="Calibri" panose="020F0502020204030204" pitchFamily="34" charset="0"/>
                        <a:cs typeface="Times New Roman" panose="02020603050405020304" pitchFamily="18" charset="0"/>
                      </a:endParaRPr>
                    </a:p>
                  </a:txBody>
                  <a:tcPr anchor="ctr">
                    <a:lnL w="3175" cap="flat" cmpd="sng" algn="ctr">
                      <a:noFill/>
                      <a:prstDash val="solid"/>
                      <a:round/>
                      <a:headEnd type="none" w="med" len="med"/>
                      <a:tailEnd type="none" w="med" len="med"/>
                    </a:lnL>
                    <a:lnR w="3175" cap="flat" cmpd="sng" algn="ctr">
                      <a:solidFill>
                        <a:schemeClr val="accent3"/>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FFB81C"/>
                    </a:solidFill>
                  </a:tcPr>
                </a:tc>
                <a:tc>
                  <a:txBody>
                    <a:bodyPr/>
                    <a:lstStyle>
                      <a:lvl1pPr marL="0" algn="l" defTabSz="914367" rtl="0" eaLnBrk="1" latinLnBrk="0" hangingPunct="1">
                        <a:defRPr sz="1765" kern="1200">
                          <a:solidFill>
                            <a:schemeClr val="tx1"/>
                          </a:solidFill>
                          <a:latin typeface="Neue Haas Grotesk Text Pro"/>
                        </a:defRPr>
                      </a:lvl1pPr>
                      <a:lvl2pPr marL="457183" algn="l" defTabSz="914367" rtl="0" eaLnBrk="1" latinLnBrk="0" hangingPunct="1">
                        <a:defRPr sz="1765" kern="1200">
                          <a:solidFill>
                            <a:schemeClr val="tx1"/>
                          </a:solidFill>
                          <a:latin typeface="Neue Haas Grotesk Text Pro"/>
                        </a:defRPr>
                      </a:lvl2pPr>
                      <a:lvl3pPr marL="914367" algn="l" defTabSz="914367" rtl="0" eaLnBrk="1" latinLnBrk="0" hangingPunct="1">
                        <a:defRPr sz="1765" kern="1200">
                          <a:solidFill>
                            <a:schemeClr val="tx1"/>
                          </a:solidFill>
                          <a:latin typeface="Neue Haas Grotesk Text Pro"/>
                        </a:defRPr>
                      </a:lvl3pPr>
                      <a:lvl4pPr marL="1371550" algn="l" defTabSz="914367" rtl="0" eaLnBrk="1" latinLnBrk="0" hangingPunct="1">
                        <a:defRPr sz="1765" kern="1200">
                          <a:solidFill>
                            <a:schemeClr val="tx1"/>
                          </a:solidFill>
                          <a:latin typeface="Neue Haas Grotesk Text Pro"/>
                        </a:defRPr>
                      </a:lvl4pPr>
                      <a:lvl5pPr marL="1828734" algn="l" defTabSz="914367" rtl="0" eaLnBrk="1" latinLnBrk="0" hangingPunct="1">
                        <a:defRPr sz="1765" kern="1200">
                          <a:solidFill>
                            <a:schemeClr val="tx1"/>
                          </a:solidFill>
                          <a:latin typeface="Neue Haas Grotesk Text Pro"/>
                        </a:defRPr>
                      </a:lvl5pPr>
                      <a:lvl6pPr marL="2285918" algn="l" defTabSz="914367" rtl="0" eaLnBrk="1" latinLnBrk="0" hangingPunct="1">
                        <a:defRPr sz="1765" kern="1200">
                          <a:solidFill>
                            <a:schemeClr val="tx1"/>
                          </a:solidFill>
                          <a:latin typeface="Neue Haas Grotesk Text Pro"/>
                        </a:defRPr>
                      </a:lvl6pPr>
                      <a:lvl7pPr marL="2743101" algn="l" defTabSz="914367" rtl="0" eaLnBrk="1" latinLnBrk="0" hangingPunct="1">
                        <a:defRPr sz="1765" kern="1200">
                          <a:solidFill>
                            <a:schemeClr val="tx1"/>
                          </a:solidFill>
                          <a:latin typeface="Neue Haas Grotesk Text Pro"/>
                        </a:defRPr>
                      </a:lvl7pPr>
                      <a:lvl8pPr marL="3200284" algn="l" defTabSz="914367" rtl="0" eaLnBrk="1" latinLnBrk="0" hangingPunct="1">
                        <a:defRPr sz="1765" kern="1200">
                          <a:solidFill>
                            <a:schemeClr val="tx1"/>
                          </a:solidFill>
                          <a:latin typeface="Neue Haas Grotesk Text Pro"/>
                        </a:defRPr>
                      </a:lvl8pPr>
                      <a:lvl9pPr marL="3657469" algn="l" defTabSz="914367" rtl="0" eaLnBrk="1" latinLnBrk="0" hangingPunct="1">
                        <a:defRPr sz="1765" kern="1200">
                          <a:solidFill>
                            <a:schemeClr val="tx1"/>
                          </a:solidFill>
                          <a:latin typeface="Neue Haas Grotesk Text Pro"/>
                        </a:defRPr>
                      </a:lvl9pPr>
                    </a:lstStyle>
                    <a:p>
                      <a:pPr marL="0" marR="0" algn="l">
                        <a:lnSpc>
                          <a:spcPct val="107000"/>
                        </a:lnSpc>
                        <a:spcBef>
                          <a:spcPts val="0"/>
                        </a:spcBef>
                        <a:spcAft>
                          <a:spcPts val="0"/>
                        </a:spcAft>
                      </a:pPr>
                      <a:r>
                        <a:rPr lang="en-US" sz="1600" b="1" dirty="0">
                          <a:effectLst/>
                          <a:latin typeface="Neue Haas Grotesk Text Pro" panose="020B0504020202020204" pitchFamily="34" charset="0"/>
                          <a:ea typeface="Calibri" panose="020F0502020204030204" pitchFamily="34" charset="0"/>
                          <a:cs typeface="Arial" panose="020B0604020202020204" pitchFamily="34" charset="0"/>
                        </a:rPr>
                        <a:t>Expansion</a:t>
                      </a:r>
                      <a:endParaRPr lang="en-US" sz="1600" dirty="0">
                        <a:effectLst/>
                        <a:latin typeface="Neue Haas Grotesk Text Pro" panose="020B0504020202020204" pitchFamily="34" charset="0"/>
                        <a:ea typeface="Calibri" panose="020F0502020204030204" pitchFamily="34" charset="0"/>
                        <a:cs typeface="Times New Roman" panose="02020603050405020304" pitchFamily="18" charset="0"/>
                      </a:endParaRPr>
                    </a:p>
                  </a:txBody>
                  <a:tcPr anchor="ctr">
                    <a:lnL w="3175" cap="flat" cmpd="sng" algn="ctr">
                      <a:solidFill>
                        <a:schemeClr val="accent3"/>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FFB81C"/>
                    </a:solidFill>
                  </a:tcPr>
                </a:tc>
                <a:extLst>
                  <a:ext uri="{0D108BD9-81ED-4DB2-BD59-A6C34878D82A}">
                    <a16:rowId xmlns:a16="http://schemas.microsoft.com/office/drawing/2014/main" val="2508565531"/>
                  </a:ext>
                </a:extLst>
              </a:tr>
              <a:tr h="511282">
                <a:tc>
                  <a:txBody>
                    <a:bodyPr/>
                    <a:lstStyle/>
                    <a:p>
                      <a:pPr marL="0" marR="0">
                        <a:lnSpc>
                          <a:spcPct val="107000"/>
                        </a:lnSpc>
                        <a:spcBef>
                          <a:spcPts val="0"/>
                        </a:spcBef>
                        <a:spcAft>
                          <a:spcPts val="0"/>
                        </a:spcAft>
                      </a:pPr>
                      <a:r>
                        <a:rPr lang="en-US" sz="1500" b="0" i="0" u="none" strike="noStrike" kern="1200" dirty="0">
                          <a:solidFill>
                            <a:schemeClr val="bg1"/>
                          </a:solidFill>
                          <a:effectLst/>
                          <a:latin typeface="+mn-lt"/>
                          <a:ea typeface="+mn-ea"/>
                          <a:cs typeface="+mn-cs"/>
                        </a:rPr>
                        <a:t>Corrective Maintenance (CM)</a:t>
                      </a:r>
                    </a:p>
                  </a:txBody>
                  <a:tcPr anchor="ctr">
                    <a:lnL w="3175" cap="flat" cmpd="sng" algn="ctr">
                      <a:noFill/>
                      <a:prstDash val="solid"/>
                      <a:round/>
                      <a:headEnd type="none" w="med" len="med"/>
                      <a:tailEnd type="none" w="med" len="med"/>
                    </a:lnL>
                    <a:lnR w="3175" cap="flat" cmpd="sng" algn="ctr">
                      <a:solidFill>
                        <a:schemeClr val="accent3"/>
                      </a:solidFill>
                      <a:prstDash val="solid"/>
                      <a:round/>
                      <a:headEnd type="none" w="med" len="med"/>
                      <a:tailEnd type="none" w="med" len="med"/>
                    </a:lnR>
                    <a:lnT w="3175" cap="flat" cmpd="sng" algn="ctr">
                      <a:solidFill>
                        <a:schemeClr val="accent3"/>
                      </a:solidFill>
                      <a:prstDash val="solid"/>
                      <a:round/>
                      <a:headEnd type="none" w="med" len="med"/>
                      <a:tailEnd type="none" w="med" len="med"/>
                    </a:lnT>
                    <a:lnB w="3175"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555555"/>
                    </a:solidFill>
                  </a:tcPr>
                </a:tc>
                <a:tc>
                  <a:txBody>
                    <a:bodyPr/>
                    <a:lstStyle/>
                    <a:p>
                      <a:pPr marL="0" marR="0" algn="l">
                        <a:lnSpc>
                          <a:spcPct val="107000"/>
                        </a:lnSpc>
                        <a:spcBef>
                          <a:spcPts val="0"/>
                        </a:spcBef>
                        <a:spcAft>
                          <a:spcPts val="0"/>
                        </a:spcAft>
                      </a:pPr>
                      <a:r>
                        <a:rPr lang="en-US" sz="1500" dirty="0">
                          <a:effectLst/>
                          <a:latin typeface="+mn-lt"/>
                          <a:ea typeface="Calibri" panose="020F0502020204030204" pitchFamily="34" charset="0"/>
                          <a:cs typeface="Times New Roman" panose="02020603050405020304" pitchFamily="18" charset="0"/>
                        </a:rPr>
                        <a:t>This Work Order type is used for maintenance tasks performed to correct a fault in an equipment/facility that results in restoration to its intended condition.</a:t>
                      </a:r>
                    </a:p>
                  </a:txBody>
                  <a:tcPr anchor="ctr">
                    <a:lnL w="3175" cap="flat" cmpd="sng" algn="ctr">
                      <a:solidFill>
                        <a:schemeClr val="accent3"/>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1598359"/>
                  </a:ext>
                </a:extLst>
              </a:tr>
              <a:tr h="408047">
                <a:tc>
                  <a:txBody>
                    <a:bodyPr/>
                    <a:lstStyle/>
                    <a:p>
                      <a:pPr marL="0" marR="0">
                        <a:lnSpc>
                          <a:spcPct val="107000"/>
                        </a:lnSpc>
                        <a:spcBef>
                          <a:spcPts val="0"/>
                        </a:spcBef>
                        <a:spcAft>
                          <a:spcPts val="0"/>
                        </a:spcAft>
                      </a:pPr>
                      <a:r>
                        <a:rPr lang="en-US" sz="1500" b="0" i="0" u="none" strike="noStrike" kern="1200" dirty="0">
                          <a:solidFill>
                            <a:schemeClr val="bg1"/>
                          </a:solidFill>
                          <a:effectLst/>
                          <a:latin typeface="+mn-lt"/>
                          <a:ea typeface="+mn-ea"/>
                          <a:cs typeface="+mn-cs"/>
                        </a:rPr>
                        <a:t>Emergent (EMER)</a:t>
                      </a:r>
                    </a:p>
                  </a:txBody>
                  <a:tcPr anchor="ctr">
                    <a:lnL w="3175" cap="flat" cmpd="sng" algn="ctr">
                      <a:noFill/>
                      <a:prstDash val="solid"/>
                      <a:round/>
                      <a:headEnd type="none" w="med" len="med"/>
                      <a:tailEnd type="none" w="med" len="med"/>
                    </a:lnL>
                    <a:lnR w="3175" cap="flat" cmpd="sng" algn="ctr">
                      <a:solidFill>
                        <a:schemeClr val="accent3"/>
                      </a:solidFill>
                      <a:prstDash val="solid"/>
                      <a:round/>
                      <a:headEnd type="none" w="med" len="med"/>
                      <a:tailEnd type="none" w="med" len="med"/>
                    </a:lnR>
                    <a:lnT w="3175" cap="flat" cmpd="sng" algn="ctr">
                      <a:solidFill>
                        <a:schemeClr val="accent3"/>
                      </a:solidFill>
                      <a:prstDash val="solid"/>
                      <a:round/>
                      <a:headEnd type="none" w="med" len="med"/>
                      <a:tailEnd type="none" w="med" len="med"/>
                    </a:lnT>
                    <a:lnB w="3175"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555555"/>
                    </a:solidFill>
                  </a:tcPr>
                </a:tc>
                <a:tc>
                  <a:txBody>
                    <a:bodyPr/>
                    <a:lstStyle/>
                    <a:p>
                      <a:pPr marL="0" marR="0" algn="l">
                        <a:lnSpc>
                          <a:spcPct val="107000"/>
                        </a:lnSpc>
                        <a:spcBef>
                          <a:spcPts val="0"/>
                        </a:spcBef>
                        <a:spcAft>
                          <a:spcPts val="0"/>
                        </a:spcAft>
                      </a:pPr>
                      <a:r>
                        <a:rPr lang="en-US" sz="1500" dirty="0">
                          <a:effectLst/>
                          <a:latin typeface="+mn-lt"/>
                          <a:ea typeface="Calibri" panose="020F0502020204030204" pitchFamily="34" charset="0"/>
                          <a:cs typeface="Times New Roman" panose="02020603050405020304" pitchFamily="18" charset="0"/>
                        </a:rPr>
                        <a:t>This Work Order type is used for unplanned and unscheduled activities requiring urgent completion to restore operations.</a:t>
                      </a:r>
                    </a:p>
                  </a:txBody>
                  <a:tcPr anchor="ctr">
                    <a:lnL w="3175" cap="flat" cmpd="sng" algn="ctr">
                      <a:solidFill>
                        <a:schemeClr val="accent3"/>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915346"/>
                  </a:ext>
                </a:extLst>
              </a:tr>
              <a:tr h="408047">
                <a:tc>
                  <a:txBody>
                    <a:bodyPr/>
                    <a:lstStyle/>
                    <a:p>
                      <a:pPr marL="0" marR="0">
                        <a:lnSpc>
                          <a:spcPct val="107000"/>
                        </a:lnSpc>
                        <a:spcBef>
                          <a:spcPts val="0"/>
                        </a:spcBef>
                        <a:spcAft>
                          <a:spcPts val="0"/>
                        </a:spcAft>
                      </a:pPr>
                      <a:r>
                        <a:rPr lang="en-US" sz="1500" b="0" i="0" u="none" strike="noStrike" kern="1200" dirty="0">
                          <a:solidFill>
                            <a:schemeClr val="bg1"/>
                          </a:solidFill>
                          <a:effectLst/>
                          <a:latin typeface="+mn-lt"/>
                          <a:ea typeface="+mn-ea"/>
                          <a:cs typeface="+mn-cs"/>
                        </a:rPr>
                        <a:t>Operational Support (OPSUP)</a:t>
                      </a:r>
                    </a:p>
                  </a:txBody>
                  <a:tcPr anchor="ctr">
                    <a:lnL w="3175" cap="flat" cmpd="sng" algn="ctr">
                      <a:noFill/>
                      <a:prstDash val="solid"/>
                      <a:round/>
                      <a:headEnd type="none" w="med" len="med"/>
                      <a:tailEnd type="none" w="med" len="med"/>
                    </a:lnL>
                    <a:lnR w="3175" cap="flat" cmpd="sng" algn="ctr">
                      <a:solidFill>
                        <a:schemeClr val="accent3"/>
                      </a:solidFill>
                      <a:prstDash val="solid"/>
                      <a:round/>
                      <a:headEnd type="none" w="med" len="med"/>
                      <a:tailEnd type="none" w="med" len="med"/>
                    </a:lnR>
                    <a:lnT w="3175" cap="flat" cmpd="sng" algn="ctr">
                      <a:solidFill>
                        <a:schemeClr val="accent3"/>
                      </a:solidFill>
                      <a:prstDash val="solid"/>
                      <a:round/>
                      <a:headEnd type="none" w="med" len="med"/>
                      <a:tailEnd type="none" w="med" len="med"/>
                    </a:lnT>
                    <a:lnB w="3175"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555555"/>
                    </a:solidFill>
                  </a:tcPr>
                </a:tc>
                <a:tc>
                  <a:txBody>
                    <a:bodyPr/>
                    <a:lstStyle/>
                    <a:p>
                      <a:pPr marL="0" marR="0" algn="l">
                        <a:lnSpc>
                          <a:spcPct val="107000"/>
                        </a:lnSpc>
                        <a:spcBef>
                          <a:spcPts val="0"/>
                        </a:spcBef>
                        <a:spcAft>
                          <a:spcPts val="0"/>
                        </a:spcAft>
                      </a:pPr>
                      <a:r>
                        <a:rPr lang="en-US" sz="1500" dirty="0">
                          <a:effectLst/>
                          <a:latin typeface="+mn-lt"/>
                          <a:ea typeface="Calibri" panose="020F0502020204030204" pitchFamily="34" charset="0"/>
                          <a:cs typeface="Times New Roman" panose="02020603050405020304" pitchFamily="18" charset="0"/>
                        </a:rPr>
                        <a:t>This Work Order type is used for operational support activities and denotes work not focused on correcting or preventing a fault on equipment.</a:t>
                      </a:r>
                    </a:p>
                  </a:txBody>
                  <a:tcPr anchor="ctr">
                    <a:lnL w="3175" cap="flat" cmpd="sng" algn="ctr">
                      <a:solidFill>
                        <a:schemeClr val="accent3"/>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03239373"/>
                  </a:ext>
                </a:extLst>
              </a:tr>
              <a:tr h="408047">
                <a:tc>
                  <a:txBody>
                    <a:bodyPr/>
                    <a:lstStyle/>
                    <a:p>
                      <a:pPr marL="0" marR="0">
                        <a:lnSpc>
                          <a:spcPct val="107000"/>
                        </a:lnSpc>
                        <a:spcBef>
                          <a:spcPts val="0"/>
                        </a:spcBef>
                        <a:spcAft>
                          <a:spcPts val="0"/>
                        </a:spcAft>
                      </a:pPr>
                      <a:r>
                        <a:rPr lang="en-US" sz="1500" b="0" i="0" u="none" strike="noStrike" kern="1200" dirty="0">
                          <a:solidFill>
                            <a:schemeClr val="bg1"/>
                          </a:solidFill>
                          <a:effectLst/>
                          <a:latin typeface="+mn-lt"/>
                          <a:ea typeface="+mn-ea"/>
                          <a:cs typeface="+mn-cs"/>
                        </a:rPr>
                        <a:t>Predictive Maintenance (PDM)</a:t>
                      </a:r>
                    </a:p>
                  </a:txBody>
                  <a:tcPr anchor="ctr">
                    <a:lnL w="3175" cap="flat" cmpd="sng" algn="ctr">
                      <a:noFill/>
                      <a:prstDash val="solid"/>
                      <a:round/>
                      <a:headEnd type="none" w="med" len="med"/>
                      <a:tailEnd type="none" w="med" len="med"/>
                    </a:lnL>
                    <a:lnR w="3175" cap="flat" cmpd="sng" algn="ctr">
                      <a:solidFill>
                        <a:schemeClr val="accent3"/>
                      </a:solidFill>
                      <a:prstDash val="solid"/>
                      <a:round/>
                      <a:headEnd type="none" w="med" len="med"/>
                      <a:tailEnd type="none" w="med" len="med"/>
                    </a:lnR>
                    <a:lnT w="3175" cap="flat" cmpd="sng" algn="ctr">
                      <a:solidFill>
                        <a:schemeClr val="accent3"/>
                      </a:solidFill>
                      <a:prstDash val="solid"/>
                      <a:round/>
                      <a:headEnd type="none" w="med" len="med"/>
                      <a:tailEnd type="none" w="med" len="med"/>
                    </a:lnT>
                    <a:lnB w="3175"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555555"/>
                    </a:solidFill>
                  </a:tcPr>
                </a:tc>
                <a:tc>
                  <a:txBody>
                    <a:bodyPr/>
                    <a:lstStyle/>
                    <a:p>
                      <a:pPr marL="0" marR="0" algn="l">
                        <a:lnSpc>
                          <a:spcPct val="107000"/>
                        </a:lnSpc>
                        <a:spcBef>
                          <a:spcPts val="0"/>
                        </a:spcBef>
                        <a:spcAft>
                          <a:spcPts val="0"/>
                        </a:spcAft>
                      </a:pPr>
                      <a:r>
                        <a:rPr lang="en-US" sz="1500" dirty="0">
                          <a:effectLst/>
                          <a:latin typeface="+mn-lt"/>
                          <a:ea typeface="Calibri" panose="020F0502020204030204" pitchFamily="34" charset="0"/>
                          <a:cs typeface="Times New Roman" panose="02020603050405020304" pitchFamily="18" charset="0"/>
                        </a:rPr>
                        <a:t>This Work Order type is used for maintenance tasks carried out based on an analysis of the equipment’s performance or condition.</a:t>
                      </a:r>
                    </a:p>
                  </a:txBody>
                  <a:tcPr anchor="ctr">
                    <a:lnL w="3175" cap="flat" cmpd="sng" algn="ctr">
                      <a:solidFill>
                        <a:schemeClr val="accent3"/>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94766723"/>
                  </a:ext>
                </a:extLst>
              </a:tr>
              <a:tr h="408047">
                <a:tc>
                  <a:txBody>
                    <a:bodyPr/>
                    <a:lstStyle/>
                    <a:p>
                      <a:pPr marL="0" marR="0">
                        <a:lnSpc>
                          <a:spcPct val="107000"/>
                        </a:lnSpc>
                        <a:spcBef>
                          <a:spcPts val="0"/>
                        </a:spcBef>
                        <a:spcAft>
                          <a:spcPts val="0"/>
                        </a:spcAft>
                      </a:pPr>
                      <a:r>
                        <a:rPr lang="en-US" sz="1500" b="0" i="0" u="none" strike="noStrike" kern="1200" dirty="0">
                          <a:solidFill>
                            <a:schemeClr val="bg1"/>
                          </a:solidFill>
                          <a:effectLst/>
                          <a:latin typeface="+mn-lt"/>
                          <a:ea typeface="+mn-ea"/>
                          <a:cs typeface="+mn-cs"/>
                        </a:rPr>
                        <a:t>Preventive Maintenance (PM)</a:t>
                      </a:r>
                    </a:p>
                  </a:txBody>
                  <a:tcPr anchor="ctr">
                    <a:lnL w="3175" cap="flat" cmpd="sng" algn="ctr">
                      <a:noFill/>
                      <a:prstDash val="solid"/>
                      <a:round/>
                      <a:headEnd type="none" w="med" len="med"/>
                      <a:tailEnd type="none" w="med" len="med"/>
                    </a:lnL>
                    <a:lnR w="3175" cap="flat" cmpd="sng" algn="ctr">
                      <a:solidFill>
                        <a:schemeClr val="accent3"/>
                      </a:solidFill>
                      <a:prstDash val="solid"/>
                      <a:round/>
                      <a:headEnd type="none" w="med" len="med"/>
                      <a:tailEnd type="none" w="med" len="med"/>
                    </a:lnR>
                    <a:lnT w="3175" cap="flat" cmpd="sng" algn="ctr">
                      <a:solidFill>
                        <a:schemeClr val="accent3"/>
                      </a:solidFill>
                      <a:prstDash val="solid"/>
                      <a:round/>
                      <a:headEnd type="none" w="med" len="med"/>
                      <a:tailEnd type="none" w="med" len="med"/>
                    </a:lnT>
                    <a:lnB w="3175"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555555"/>
                    </a:solidFill>
                  </a:tcPr>
                </a:tc>
                <a:tc>
                  <a:txBody>
                    <a:bodyPr/>
                    <a:lstStyle/>
                    <a:p>
                      <a:pPr marL="0" marR="0" algn="l">
                        <a:lnSpc>
                          <a:spcPct val="107000"/>
                        </a:lnSpc>
                        <a:spcBef>
                          <a:spcPts val="0"/>
                        </a:spcBef>
                        <a:spcAft>
                          <a:spcPts val="0"/>
                        </a:spcAft>
                      </a:pPr>
                      <a:r>
                        <a:rPr lang="en-US" sz="1500" dirty="0">
                          <a:effectLst/>
                          <a:latin typeface="+mn-lt"/>
                          <a:ea typeface="Calibri" panose="020F0502020204030204" pitchFamily="34" charset="0"/>
                          <a:cs typeface="Times New Roman" panose="02020603050405020304" pitchFamily="18" charset="0"/>
                        </a:rPr>
                        <a:t>This Work Order type is used for maintenance tasks that are carried out at predetermined intervals or according to prescribed criteria and intended to reduce the probability of failure or the degradation of the functioning of an item.</a:t>
                      </a:r>
                    </a:p>
                  </a:txBody>
                  <a:tcPr anchor="ctr">
                    <a:lnL w="3175" cap="flat" cmpd="sng" algn="ctr">
                      <a:solidFill>
                        <a:schemeClr val="accent3"/>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26971242"/>
                  </a:ext>
                </a:extLst>
              </a:tr>
              <a:tr h="408047">
                <a:tc>
                  <a:txBody>
                    <a:bodyPr/>
                    <a:lstStyle>
                      <a:lvl1pPr marL="0" algn="l" defTabSz="914367" rtl="0" eaLnBrk="1" latinLnBrk="0" hangingPunct="1">
                        <a:defRPr sz="1765" kern="1200">
                          <a:solidFill>
                            <a:schemeClr val="tx1"/>
                          </a:solidFill>
                          <a:latin typeface="Neue Haas Grotesk Text Pro"/>
                        </a:defRPr>
                      </a:lvl1pPr>
                      <a:lvl2pPr marL="457183" algn="l" defTabSz="914367" rtl="0" eaLnBrk="1" latinLnBrk="0" hangingPunct="1">
                        <a:defRPr sz="1765" kern="1200">
                          <a:solidFill>
                            <a:schemeClr val="tx1"/>
                          </a:solidFill>
                          <a:latin typeface="Neue Haas Grotesk Text Pro"/>
                        </a:defRPr>
                      </a:lvl2pPr>
                      <a:lvl3pPr marL="914367" algn="l" defTabSz="914367" rtl="0" eaLnBrk="1" latinLnBrk="0" hangingPunct="1">
                        <a:defRPr sz="1765" kern="1200">
                          <a:solidFill>
                            <a:schemeClr val="tx1"/>
                          </a:solidFill>
                          <a:latin typeface="Neue Haas Grotesk Text Pro"/>
                        </a:defRPr>
                      </a:lvl3pPr>
                      <a:lvl4pPr marL="1371550" algn="l" defTabSz="914367" rtl="0" eaLnBrk="1" latinLnBrk="0" hangingPunct="1">
                        <a:defRPr sz="1765" kern="1200">
                          <a:solidFill>
                            <a:schemeClr val="tx1"/>
                          </a:solidFill>
                          <a:latin typeface="Neue Haas Grotesk Text Pro"/>
                        </a:defRPr>
                      </a:lvl4pPr>
                      <a:lvl5pPr marL="1828734" algn="l" defTabSz="914367" rtl="0" eaLnBrk="1" latinLnBrk="0" hangingPunct="1">
                        <a:defRPr sz="1765" kern="1200">
                          <a:solidFill>
                            <a:schemeClr val="tx1"/>
                          </a:solidFill>
                          <a:latin typeface="Neue Haas Grotesk Text Pro"/>
                        </a:defRPr>
                      </a:lvl5pPr>
                      <a:lvl6pPr marL="2285918" algn="l" defTabSz="914367" rtl="0" eaLnBrk="1" latinLnBrk="0" hangingPunct="1">
                        <a:defRPr sz="1765" kern="1200">
                          <a:solidFill>
                            <a:schemeClr val="tx1"/>
                          </a:solidFill>
                          <a:latin typeface="Neue Haas Grotesk Text Pro"/>
                        </a:defRPr>
                      </a:lvl6pPr>
                      <a:lvl7pPr marL="2743101" algn="l" defTabSz="914367" rtl="0" eaLnBrk="1" latinLnBrk="0" hangingPunct="1">
                        <a:defRPr sz="1765" kern="1200">
                          <a:solidFill>
                            <a:schemeClr val="tx1"/>
                          </a:solidFill>
                          <a:latin typeface="Neue Haas Grotesk Text Pro"/>
                        </a:defRPr>
                      </a:lvl7pPr>
                      <a:lvl8pPr marL="3200284" algn="l" defTabSz="914367" rtl="0" eaLnBrk="1" latinLnBrk="0" hangingPunct="1">
                        <a:defRPr sz="1765" kern="1200">
                          <a:solidFill>
                            <a:schemeClr val="tx1"/>
                          </a:solidFill>
                          <a:latin typeface="Neue Haas Grotesk Text Pro"/>
                        </a:defRPr>
                      </a:lvl8pPr>
                      <a:lvl9pPr marL="3657469" algn="l" defTabSz="914367" rtl="0" eaLnBrk="1" latinLnBrk="0" hangingPunct="1">
                        <a:defRPr sz="1765" kern="1200">
                          <a:solidFill>
                            <a:schemeClr val="tx1"/>
                          </a:solidFill>
                          <a:latin typeface="Neue Haas Grotesk Text Pro"/>
                        </a:defRPr>
                      </a:lvl9pPr>
                    </a:lstStyle>
                    <a:p>
                      <a:pPr marL="0" marR="0">
                        <a:lnSpc>
                          <a:spcPct val="107000"/>
                        </a:lnSpc>
                        <a:spcBef>
                          <a:spcPts val="0"/>
                        </a:spcBef>
                        <a:spcAft>
                          <a:spcPts val="0"/>
                        </a:spcAft>
                      </a:pPr>
                      <a:r>
                        <a:rPr lang="en-US" sz="1500" b="0" i="0" u="none" strike="noStrike" kern="1200" dirty="0">
                          <a:solidFill>
                            <a:schemeClr val="bg1"/>
                          </a:solidFill>
                          <a:effectLst/>
                          <a:latin typeface="+mn-lt"/>
                          <a:ea typeface="+mn-ea"/>
                          <a:cs typeface="+mn-cs"/>
                        </a:rPr>
                        <a:t>Work Order</a:t>
                      </a:r>
                    </a:p>
                  </a:txBody>
                  <a:tcPr anchor="ctr">
                    <a:lnL w="3175" cap="flat" cmpd="sng" algn="ctr">
                      <a:noFill/>
                      <a:prstDash val="solid"/>
                      <a:round/>
                      <a:headEnd type="none" w="med" len="med"/>
                      <a:tailEnd type="none" w="med" len="med"/>
                    </a:lnL>
                    <a:lnR w="3175" cap="flat" cmpd="sng" algn="ctr">
                      <a:solidFill>
                        <a:schemeClr val="accent3"/>
                      </a:solidFill>
                      <a:prstDash val="solid"/>
                      <a:round/>
                      <a:headEnd type="none" w="med" len="med"/>
                      <a:tailEnd type="none" w="med" len="med"/>
                    </a:lnR>
                    <a:lnT w="3175" cap="flat" cmpd="sng" algn="ctr">
                      <a:solidFill>
                        <a:schemeClr val="accent3"/>
                      </a:solidFill>
                      <a:prstDash val="solid"/>
                      <a:round/>
                      <a:headEnd type="none" w="med" len="med"/>
                      <a:tailEnd type="none" w="med" len="med"/>
                    </a:lnT>
                    <a:lnB w="3175"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555555"/>
                    </a:solidFill>
                  </a:tcPr>
                </a:tc>
                <a:tc>
                  <a:txBody>
                    <a:bodyPr/>
                    <a:lstStyle>
                      <a:lvl1pPr marL="0" algn="l" defTabSz="914367" rtl="0" eaLnBrk="1" latinLnBrk="0" hangingPunct="1">
                        <a:defRPr sz="1765" kern="1200">
                          <a:solidFill>
                            <a:schemeClr val="tx1"/>
                          </a:solidFill>
                          <a:latin typeface="Neue Haas Grotesk Text Pro"/>
                        </a:defRPr>
                      </a:lvl1pPr>
                      <a:lvl2pPr marL="457183" algn="l" defTabSz="914367" rtl="0" eaLnBrk="1" latinLnBrk="0" hangingPunct="1">
                        <a:defRPr sz="1765" kern="1200">
                          <a:solidFill>
                            <a:schemeClr val="tx1"/>
                          </a:solidFill>
                          <a:latin typeface="Neue Haas Grotesk Text Pro"/>
                        </a:defRPr>
                      </a:lvl2pPr>
                      <a:lvl3pPr marL="914367" algn="l" defTabSz="914367" rtl="0" eaLnBrk="1" latinLnBrk="0" hangingPunct="1">
                        <a:defRPr sz="1765" kern="1200">
                          <a:solidFill>
                            <a:schemeClr val="tx1"/>
                          </a:solidFill>
                          <a:latin typeface="Neue Haas Grotesk Text Pro"/>
                        </a:defRPr>
                      </a:lvl3pPr>
                      <a:lvl4pPr marL="1371550" algn="l" defTabSz="914367" rtl="0" eaLnBrk="1" latinLnBrk="0" hangingPunct="1">
                        <a:defRPr sz="1765" kern="1200">
                          <a:solidFill>
                            <a:schemeClr val="tx1"/>
                          </a:solidFill>
                          <a:latin typeface="Neue Haas Grotesk Text Pro"/>
                        </a:defRPr>
                      </a:lvl4pPr>
                      <a:lvl5pPr marL="1828734" algn="l" defTabSz="914367" rtl="0" eaLnBrk="1" latinLnBrk="0" hangingPunct="1">
                        <a:defRPr sz="1765" kern="1200">
                          <a:solidFill>
                            <a:schemeClr val="tx1"/>
                          </a:solidFill>
                          <a:latin typeface="Neue Haas Grotesk Text Pro"/>
                        </a:defRPr>
                      </a:lvl5pPr>
                      <a:lvl6pPr marL="2285918" algn="l" defTabSz="914367" rtl="0" eaLnBrk="1" latinLnBrk="0" hangingPunct="1">
                        <a:defRPr sz="1765" kern="1200">
                          <a:solidFill>
                            <a:schemeClr val="tx1"/>
                          </a:solidFill>
                          <a:latin typeface="Neue Haas Grotesk Text Pro"/>
                        </a:defRPr>
                      </a:lvl6pPr>
                      <a:lvl7pPr marL="2743101" algn="l" defTabSz="914367" rtl="0" eaLnBrk="1" latinLnBrk="0" hangingPunct="1">
                        <a:defRPr sz="1765" kern="1200">
                          <a:solidFill>
                            <a:schemeClr val="tx1"/>
                          </a:solidFill>
                          <a:latin typeface="Neue Haas Grotesk Text Pro"/>
                        </a:defRPr>
                      </a:lvl7pPr>
                      <a:lvl8pPr marL="3200284" algn="l" defTabSz="914367" rtl="0" eaLnBrk="1" latinLnBrk="0" hangingPunct="1">
                        <a:defRPr sz="1765" kern="1200">
                          <a:solidFill>
                            <a:schemeClr val="tx1"/>
                          </a:solidFill>
                          <a:latin typeface="Neue Haas Grotesk Text Pro"/>
                        </a:defRPr>
                      </a:lvl8pPr>
                      <a:lvl9pPr marL="3657469" algn="l" defTabSz="914367" rtl="0" eaLnBrk="1" latinLnBrk="0" hangingPunct="1">
                        <a:defRPr sz="1765" kern="1200">
                          <a:solidFill>
                            <a:schemeClr val="tx1"/>
                          </a:solidFill>
                          <a:latin typeface="Neue Haas Grotesk Text Pro"/>
                        </a:defRPr>
                      </a:lvl9pPr>
                    </a:lstStyle>
                    <a:p>
                      <a:pPr marL="0" marR="0" algn="l">
                        <a:lnSpc>
                          <a:spcPct val="107000"/>
                        </a:lnSpc>
                        <a:spcBef>
                          <a:spcPts val="0"/>
                        </a:spcBef>
                        <a:spcAft>
                          <a:spcPts val="0"/>
                        </a:spcAft>
                      </a:pPr>
                      <a:r>
                        <a:rPr lang="en-US" sz="1500" dirty="0">
                          <a:effectLst/>
                          <a:latin typeface="+mn-lt"/>
                          <a:ea typeface="Calibri" panose="020F0502020204030204" pitchFamily="34" charset="0"/>
                          <a:cs typeface="Calibri" panose="020F0502020204030204" pitchFamily="34" charset="0"/>
                        </a:rPr>
                        <a:t>A Work Order specifies a particular task and the labor, materials, services, and tools that are required to complete the task. </a:t>
                      </a:r>
                    </a:p>
                  </a:txBody>
                  <a:tcPr anchor="ctr">
                    <a:lnL w="3175" cap="flat" cmpd="sng" algn="ctr">
                      <a:solidFill>
                        <a:schemeClr val="accent3"/>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55438793"/>
                  </a:ext>
                </a:extLst>
              </a:tr>
              <a:tr h="501221">
                <a:tc>
                  <a:txBody>
                    <a:bodyPr/>
                    <a:lstStyle/>
                    <a:p>
                      <a:pPr marL="0" marR="0">
                        <a:lnSpc>
                          <a:spcPct val="107000"/>
                        </a:lnSpc>
                        <a:spcBef>
                          <a:spcPts val="0"/>
                        </a:spcBef>
                        <a:spcAft>
                          <a:spcPts val="0"/>
                        </a:spcAft>
                      </a:pPr>
                      <a:r>
                        <a:rPr lang="en-US" sz="1500" b="0" i="0" u="none" strike="noStrike" kern="1200" dirty="0">
                          <a:solidFill>
                            <a:schemeClr val="bg1"/>
                          </a:solidFill>
                          <a:effectLst/>
                          <a:latin typeface="+mn-lt"/>
                          <a:ea typeface="+mn-ea"/>
                          <a:cs typeface="+mn-cs"/>
                        </a:rPr>
                        <a:t>Work Order Life Cycle</a:t>
                      </a:r>
                    </a:p>
                  </a:txBody>
                  <a:tcPr anchor="ctr">
                    <a:lnL w="3175" cap="flat" cmpd="sng" algn="ctr">
                      <a:noFill/>
                      <a:prstDash val="solid"/>
                      <a:round/>
                      <a:headEnd type="none" w="med" len="med"/>
                      <a:tailEnd type="none" w="med" len="med"/>
                    </a:lnL>
                    <a:lnR w="3175" cap="flat" cmpd="sng" algn="ctr">
                      <a:solidFill>
                        <a:schemeClr val="accent3"/>
                      </a:solidFill>
                      <a:prstDash val="solid"/>
                      <a:round/>
                      <a:headEnd type="none" w="med" len="med"/>
                      <a:tailEnd type="none" w="med" len="med"/>
                    </a:lnR>
                    <a:lnT w="3175" cap="flat" cmpd="sng" algn="ctr">
                      <a:solidFill>
                        <a:schemeClr val="accent3"/>
                      </a:solidFill>
                      <a:prstDash val="solid"/>
                      <a:round/>
                      <a:headEnd type="none" w="med" len="med"/>
                      <a:tailEnd type="none" w="med" len="med"/>
                    </a:lnT>
                    <a:lnB w="3175"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555555"/>
                    </a:solidFill>
                  </a:tcPr>
                </a:tc>
                <a:tc>
                  <a:txBody>
                    <a:bodyPr/>
                    <a:lstStyle/>
                    <a:p>
                      <a:pPr marL="0" marR="0" algn="l">
                        <a:lnSpc>
                          <a:spcPct val="107000"/>
                        </a:lnSpc>
                        <a:spcBef>
                          <a:spcPts val="0"/>
                        </a:spcBef>
                        <a:spcAft>
                          <a:spcPts val="0"/>
                        </a:spcAft>
                      </a:pPr>
                      <a:r>
                        <a:rPr lang="en-US" sz="1500" dirty="0">
                          <a:effectLst/>
                          <a:latin typeface="+mn-lt"/>
                          <a:ea typeface="Calibri" panose="020F0502020204030204" pitchFamily="34" charset="0"/>
                          <a:cs typeface="Times New Roman" panose="02020603050405020304" pitchFamily="18" charset="0"/>
                        </a:rPr>
                        <a:t>The chain of events that occur right from when a Work Order is created till the Work Order is closed.</a:t>
                      </a:r>
                    </a:p>
                  </a:txBody>
                  <a:tcPr anchor="ctr">
                    <a:lnL w="3175" cap="flat" cmpd="sng" algn="ctr">
                      <a:solidFill>
                        <a:schemeClr val="accent3"/>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96980937"/>
                  </a:ext>
                </a:extLst>
              </a:tr>
            </a:tbl>
          </a:graphicData>
        </a:graphic>
      </p:graphicFrame>
    </p:spTree>
    <p:custDataLst>
      <p:tags r:id="rId1"/>
    </p:custDataLst>
    <p:extLst>
      <p:ext uri="{BB962C8B-B14F-4D97-AF65-F5344CB8AC3E}">
        <p14:creationId xmlns:p14="http://schemas.microsoft.com/office/powerpoint/2010/main" val="862909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F722096-C1FF-401A-A2AE-9E6F72BD5348}"/>
              </a:ext>
            </a:extLst>
          </p:cNvPr>
          <p:cNvSpPr/>
          <p:nvPr/>
        </p:nvSpPr>
        <p:spPr>
          <a:xfrm>
            <a:off x="384047" y="1644073"/>
            <a:ext cx="5894833" cy="3503523"/>
          </a:xfrm>
          <a:prstGeom prst="rect">
            <a:avLst/>
          </a:prstGeom>
        </p:spPr>
        <p:txBody>
          <a:bodyPr wrap="square">
            <a:spAutoFit/>
          </a:bodyPr>
          <a:lstStyle/>
          <a:p>
            <a:pPr marL="285750" lvl="0" indent="-285750">
              <a:spcAft>
                <a:spcPts val="1000"/>
              </a:spcAft>
              <a:buClr>
                <a:srgbClr val="FFB81C"/>
              </a:buClr>
              <a:buFont typeface="Arial" panose="020B0604020202020204" pitchFamily="34" charset="0"/>
              <a:buChar char="•"/>
            </a:pPr>
            <a:r>
              <a:rPr lang="en-US" dirty="0">
                <a:solidFill>
                  <a:srgbClr val="000000"/>
                </a:solidFill>
                <a:latin typeface="Neue Haas Grotesk Text Pro" panose="020B0504020202020204" pitchFamily="34" charset="0"/>
                <a:cs typeface="Arial" panose="020B0604020202020204" pitchFamily="34" charset="0"/>
              </a:rPr>
              <a:t>List the six Work Order types</a:t>
            </a:r>
          </a:p>
          <a:p>
            <a:pPr marL="285750" lvl="0" indent="-285750">
              <a:spcAft>
                <a:spcPts val="1000"/>
              </a:spcAft>
              <a:buClr>
                <a:srgbClr val="FFB81C"/>
              </a:buClr>
              <a:buFont typeface="Arial" panose="020B0604020202020204" pitchFamily="34" charset="0"/>
              <a:buChar char="•"/>
            </a:pPr>
            <a:r>
              <a:rPr lang="en-US" dirty="0">
                <a:solidFill>
                  <a:srgbClr val="000000"/>
                </a:solidFill>
                <a:latin typeface="Neue Haas Grotesk Text Pro" panose="020B0504020202020204" pitchFamily="34" charset="0"/>
                <a:cs typeface="Arial" panose="020B0604020202020204" pitchFamily="34" charset="0"/>
              </a:rPr>
              <a:t>Identify the roles and responsibilities involved in completing and closing a Work Order </a:t>
            </a:r>
          </a:p>
          <a:p>
            <a:pPr marL="285750" lvl="0" indent="-285750">
              <a:spcAft>
                <a:spcPts val="1000"/>
              </a:spcAft>
              <a:buClr>
                <a:srgbClr val="FFB81C"/>
              </a:buClr>
              <a:buFont typeface="Arial" panose="020B0604020202020204" pitchFamily="34" charset="0"/>
              <a:buChar char="•"/>
            </a:pPr>
            <a:r>
              <a:rPr lang="en-US" dirty="0">
                <a:solidFill>
                  <a:srgbClr val="000000"/>
                </a:solidFill>
                <a:latin typeface="Neue Haas Grotesk Text Pro" panose="020B0504020202020204" pitchFamily="34" charset="0"/>
                <a:cs typeface="Arial" panose="020B0604020202020204" pitchFamily="34" charset="0"/>
              </a:rPr>
              <a:t>Describe the process for completing and closing a Work Order in Maximo</a:t>
            </a:r>
          </a:p>
          <a:p>
            <a:pPr marL="285750" lvl="0" indent="-285750">
              <a:spcAft>
                <a:spcPts val="1000"/>
              </a:spcAft>
              <a:buClr>
                <a:srgbClr val="FFB81C"/>
              </a:buClr>
              <a:buFont typeface="Arial" panose="020B0604020202020204" pitchFamily="34" charset="0"/>
              <a:buChar char="•"/>
            </a:pPr>
            <a:r>
              <a:rPr lang="en-US" dirty="0">
                <a:solidFill>
                  <a:srgbClr val="000000"/>
                </a:solidFill>
                <a:latin typeface="Neue Haas Grotesk Text Pro" panose="020B0504020202020204" pitchFamily="34" charset="0"/>
                <a:cs typeface="Arial" panose="020B0604020202020204" pitchFamily="34" charset="0"/>
              </a:rPr>
              <a:t>Demonstrate the Work Completion actions done by the Work Order Lead in Maximo</a:t>
            </a:r>
          </a:p>
          <a:p>
            <a:pPr marL="285750" lvl="0" indent="-285750">
              <a:spcAft>
                <a:spcPts val="1000"/>
              </a:spcAft>
              <a:buClr>
                <a:srgbClr val="FFB81C"/>
              </a:buClr>
              <a:buFont typeface="Arial" panose="020B0604020202020204" pitchFamily="34" charset="0"/>
              <a:buChar char="•"/>
            </a:pPr>
            <a:r>
              <a:rPr lang="en-US" dirty="0">
                <a:solidFill>
                  <a:srgbClr val="000000"/>
                </a:solidFill>
                <a:latin typeface="Neue Haas Grotesk Text Pro" panose="020B0504020202020204" pitchFamily="34" charset="0"/>
                <a:cs typeface="Arial" panose="020B0604020202020204" pitchFamily="34" charset="0"/>
              </a:rPr>
              <a:t>Describe integration errors</a:t>
            </a:r>
          </a:p>
          <a:p>
            <a:pPr marL="285750" lvl="0" indent="-285750">
              <a:spcAft>
                <a:spcPts val="1000"/>
              </a:spcAft>
              <a:buClr>
                <a:srgbClr val="FFB81C"/>
              </a:buClr>
              <a:buFont typeface="Arial" panose="020B0604020202020204" pitchFamily="34" charset="0"/>
              <a:buChar char="•"/>
            </a:pPr>
            <a:r>
              <a:rPr lang="en-US" dirty="0">
                <a:solidFill>
                  <a:srgbClr val="000000"/>
                </a:solidFill>
                <a:latin typeface="Neue Haas Grotesk Text Pro" panose="020B0504020202020204" pitchFamily="34" charset="0"/>
                <a:cs typeface="Arial" panose="020B0604020202020204" pitchFamily="34" charset="0"/>
              </a:rPr>
              <a:t>Identify the role responsible for managing integration errors</a:t>
            </a:r>
            <a:endParaRPr kumimoji="0" lang="en-US" b="0" i="0" u="none" strike="noStrike" kern="1200" cap="none" spc="0" normalizeH="0" baseline="0" noProof="0" dirty="0">
              <a:ln>
                <a:noFill/>
              </a:ln>
              <a:solidFill>
                <a:srgbClr val="000000"/>
              </a:solidFill>
              <a:effectLst/>
              <a:uLnTx/>
              <a:uFillTx/>
              <a:latin typeface="Neue Haas Grotesk Text Pro" panose="020B0504020202020204" pitchFamily="34" charset="0"/>
              <a:ea typeface="+mn-ea"/>
              <a:cs typeface="Arial" panose="020B0604020202020204" pitchFamily="34" charset="0"/>
            </a:endParaRPr>
          </a:p>
        </p:txBody>
      </p:sp>
      <p:sp>
        <p:nvSpPr>
          <p:cNvPr id="6" name="Text Placeholder 4">
            <a:extLst>
              <a:ext uri="{FF2B5EF4-FFF2-40B4-BE49-F238E27FC236}">
                <a16:creationId xmlns:a16="http://schemas.microsoft.com/office/drawing/2014/main" id="{AE38772E-42B7-4D00-9BEC-9610960F59D9}"/>
              </a:ext>
            </a:extLst>
          </p:cNvPr>
          <p:cNvSpPr>
            <a:spLocks noGrp="1"/>
          </p:cNvSpPr>
          <p:nvPr>
            <p:ph type="body" sz="quarter" idx="10"/>
          </p:nvPr>
        </p:nvSpPr>
        <p:spPr>
          <a:prstGeom prst="rect">
            <a:avLst/>
          </a:prstGeom>
        </p:spPr>
        <p:txBody>
          <a:bodyPr lIns="0"/>
          <a:lstStyle/>
          <a:p>
            <a:pPr marL="0" indent="0">
              <a:buNone/>
            </a:pPr>
            <a:r>
              <a:rPr lang="en-US" sz="1800" b="1" dirty="0">
                <a:latin typeface="Neue Haas Grotesk Text Pro" panose="020B0504020202020204" pitchFamily="34" charset="0"/>
              </a:rPr>
              <a:t>By the end of this course, you will be able to:</a:t>
            </a:r>
          </a:p>
        </p:txBody>
      </p:sp>
      <p:sp>
        <p:nvSpPr>
          <p:cNvPr id="3" name="Title 2">
            <a:extLst>
              <a:ext uri="{FF2B5EF4-FFF2-40B4-BE49-F238E27FC236}">
                <a16:creationId xmlns:a16="http://schemas.microsoft.com/office/drawing/2014/main" id="{597DCB94-B4E1-4FD2-B588-E27B6B9E0986}"/>
              </a:ext>
            </a:extLst>
          </p:cNvPr>
          <p:cNvSpPr>
            <a:spLocks noGrp="1"/>
          </p:cNvSpPr>
          <p:nvPr>
            <p:ph type="title"/>
          </p:nvPr>
        </p:nvSpPr>
        <p:spPr>
          <a:prstGeom prst="rect">
            <a:avLst/>
          </a:prstGeom>
        </p:spPr>
        <p:txBody>
          <a:bodyPr/>
          <a:lstStyle/>
          <a:p>
            <a:r>
              <a:rPr lang="en-US" dirty="0">
                <a:latin typeface="Neue Haas Grotesk Text Pro" panose="020B0504020202020204" pitchFamily="34" charset="0"/>
              </a:rPr>
              <a:t>Course Objectives</a:t>
            </a:r>
          </a:p>
        </p:txBody>
      </p:sp>
    </p:spTree>
    <p:extLst>
      <p:ext uri="{BB962C8B-B14F-4D97-AF65-F5344CB8AC3E}">
        <p14:creationId xmlns:p14="http://schemas.microsoft.com/office/powerpoint/2010/main" val="9215408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143093C-4FEA-4CD4-8724-A701D9D765FC}"/>
              </a:ext>
            </a:extLst>
          </p:cNvPr>
          <p:cNvSpPr>
            <a:spLocks noGrp="1"/>
          </p:cNvSpPr>
          <p:nvPr>
            <p:ph type="title"/>
          </p:nvPr>
        </p:nvSpPr>
        <p:spPr>
          <a:xfrm>
            <a:off x="2828082" y="3152646"/>
            <a:ext cx="6535838" cy="1180572"/>
          </a:xfrm>
        </p:spPr>
        <p:txBody>
          <a:bodyPr/>
          <a:lstStyle/>
          <a:p>
            <a:r>
              <a:rPr lang="en-US" b="1" dirty="0">
                <a:latin typeface="+mn-lt"/>
              </a:rPr>
              <a:t>Work Order Completion</a:t>
            </a:r>
            <a:endParaRPr lang="en-US" b="1" dirty="0">
              <a:solidFill>
                <a:schemeClr val="tx1"/>
              </a:solidFill>
              <a:latin typeface="+mn-lt"/>
            </a:endParaRPr>
          </a:p>
        </p:txBody>
      </p:sp>
      <p:sp>
        <p:nvSpPr>
          <p:cNvPr id="8" name="Text Placeholder 7">
            <a:extLst>
              <a:ext uri="{FF2B5EF4-FFF2-40B4-BE49-F238E27FC236}">
                <a16:creationId xmlns:a16="http://schemas.microsoft.com/office/drawing/2014/main" id="{B03DEB53-F75A-4FBD-B920-FA144245F87D}"/>
              </a:ext>
            </a:extLst>
          </p:cNvPr>
          <p:cNvSpPr>
            <a:spLocks noGrp="1"/>
          </p:cNvSpPr>
          <p:nvPr>
            <p:ph type="body" sz="quarter" idx="10"/>
          </p:nvPr>
        </p:nvSpPr>
        <p:spPr>
          <a:xfrm>
            <a:off x="5225249" y="2513207"/>
            <a:ext cx="1678986" cy="627864"/>
          </a:xfrm>
        </p:spPr>
        <p:txBody>
          <a:bodyPr/>
          <a:lstStyle/>
          <a:p>
            <a:r>
              <a:rPr lang="en-US" dirty="0">
                <a:latin typeface="+mn-lt"/>
              </a:rPr>
              <a:t>Module 1</a:t>
            </a:r>
          </a:p>
        </p:txBody>
      </p:sp>
      <p:grpSp>
        <p:nvGrpSpPr>
          <p:cNvPr id="2" name="Group 1">
            <a:extLst>
              <a:ext uri="{FF2B5EF4-FFF2-40B4-BE49-F238E27FC236}">
                <a16:creationId xmlns:a16="http://schemas.microsoft.com/office/drawing/2014/main" id="{E921E8C3-DB8D-43BD-8F02-7D3249FCCDA7}"/>
              </a:ext>
            </a:extLst>
          </p:cNvPr>
          <p:cNvGrpSpPr/>
          <p:nvPr/>
        </p:nvGrpSpPr>
        <p:grpSpPr>
          <a:xfrm>
            <a:off x="9182589" y="6123999"/>
            <a:ext cx="2989786" cy="550519"/>
            <a:chOff x="8394494" y="6252335"/>
            <a:chExt cx="2989786" cy="550519"/>
          </a:xfrm>
        </p:grpSpPr>
        <p:sp>
          <p:nvSpPr>
            <p:cNvPr id="10" name="Oval 9">
              <a:extLst>
                <a:ext uri="{FF2B5EF4-FFF2-40B4-BE49-F238E27FC236}">
                  <a16:creationId xmlns:a16="http://schemas.microsoft.com/office/drawing/2014/main" id="{D7302EC8-2F98-4850-B6C4-A8D1119A71E8}"/>
                </a:ext>
              </a:extLst>
            </p:cNvPr>
            <p:cNvSpPr>
              <a:spLocks noChangeAspect="1"/>
            </p:cNvSpPr>
            <p:nvPr/>
          </p:nvSpPr>
          <p:spPr bwMode="auto">
            <a:xfrm>
              <a:off x="8394494" y="6252335"/>
              <a:ext cx="548640" cy="548640"/>
            </a:xfrm>
            <a:prstGeom prst="ellips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ea typeface="Segoe UI" pitchFamily="34" charset="0"/>
                <a:cs typeface="Segoe UI" pitchFamily="34" charset="0"/>
              </a:endParaRPr>
            </a:p>
          </p:txBody>
        </p:sp>
        <p:sp>
          <p:nvSpPr>
            <p:cNvPr id="11" name="TextBox 10">
              <a:extLst>
                <a:ext uri="{FF2B5EF4-FFF2-40B4-BE49-F238E27FC236}">
                  <a16:creationId xmlns:a16="http://schemas.microsoft.com/office/drawing/2014/main" id="{904D0DD6-310D-42BA-9B65-B14F850F8AC4}"/>
                </a:ext>
              </a:extLst>
            </p:cNvPr>
            <p:cNvSpPr txBox="1"/>
            <p:nvPr/>
          </p:nvSpPr>
          <p:spPr>
            <a:xfrm>
              <a:off x="8895965" y="6285789"/>
              <a:ext cx="2488315" cy="517065"/>
            </a:xfrm>
            <a:prstGeom prst="rect">
              <a:avLst/>
            </a:prstGeom>
            <a:noFill/>
          </p:spPr>
          <p:txBody>
            <a:bodyPr wrap="square" lIns="182880" tIns="146304" rIns="182880" bIns="146304" rtlCol="0">
              <a:sp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1600" b="1" i="0" u="none" strike="noStrike" kern="1200" cap="none" spc="0" normalizeH="0" baseline="0" noProof="0" dirty="0">
                  <a:ln>
                    <a:noFill/>
                  </a:ln>
                  <a:solidFill>
                    <a:srgbClr val="FFFFFF"/>
                  </a:solidFill>
                  <a:effectLst/>
                  <a:uLnTx/>
                  <a:uFillTx/>
                  <a:ea typeface="+mn-ea"/>
                  <a:cs typeface="+mn-cs"/>
                </a:rPr>
                <a:t>Duration: </a:t>
              </a:r>
              <a:r>
                <a:rPr lang="en-US" sz="1600" b="1" dirty="0">
                  <a:solidFill>
                    <a:srgbClr val="FFFFFF"/>
                  </a:solidFill>
                </a:rPr>
                <a:t>45</a:t>
              </a:r>
              <a:r>
                <a:rPr kumimoji="0" lang="en-US" sz="1600" b="1" i="0" u="none" strike="noStrike" kern="1200" cap="none" spc="0" normalizeH="0" baseline="0" noProof="0" dirty="0">
                  <a:ln>
                    <a:noFill/>
                  </a:ln>
                  <a:solidFill>
                    <a:srgbClr val="FFFFFF"/>
                  </a:solidFill>
                  <a:effectLst/>
                  <a:uLnTx/>
                  <a:uFillTx/>
                  <a:ea typeface="+mn-ea"/>
                  <a:cs typeface="+mn-cs"/>
                </a:rPr>
                <a:t> Minutes</a:t>
              </a:r>
            </a:p>
          </p:txBody>
        </p:sp>
        <p:pic>
          <p:nvPicPr>
            <p:cNvPr id="12" name="Picture 11" descr="Logo, icon&#10;&#10;Description automatically generated">
              <a:extLst>
                <a:ext uri="{FF2B5EF4-FFF2-40B4-BE49-F238E27FC236}">
                  <a16:creationId xmlns:a16="http://schemas.microsoft.com/office/drawing/2014/main" id="{DC32099E-86F9-4B50-8313-B4E7921FA5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44604" y="6291294"/>
              <a:ext cx="470723" cy="470723"/>
            </a:xfrm>
            <a:prstGeom prst="rect">
              <a:avLst/>
            </a:prstGeom>
          </p:spPr>
        </p:pic>
        <p:sp>
          <p:nvSpPr>
            <p:cNvPr id="13" name="Oval 12">
              <a:extLst>
                <a:ext uri="{FF2B5EF4-FFF2-40B4-BE49-F238E27FC236}">
                  <a16:creationId xmlns:a16="http://schemas.microsoft.com/office/drawing/2014/main" id="{C4CB6252-7009-4912-AA85-CCE35473B8E7}"/>
                </a:ext>
              </a:extLst>
            </p:cNvPr>
            <p:cNvSpPr>
              <a:spLocks noChangeAspect="1"/>
            </p:cNvSpPr>
            <p:nvPr/>
          </p:nvSpPr>
          <p:spPr bwMode="auto">
            <a:xfrm>
              <a:off x="8394494" y="6252335"/>
              <a:ext cx="548640" cy="548640"/>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ea typeface="Segoe UI" pitchFamily="34" charset="0"/>
                <a:cs typeface="Segoe UI" pitchFamily="34" charset="0"/>
              </a:endParaRPr>
            </a:p>
          </p:txBody>
        </p:sp>
        <p:pic>
          <p:nvPicPr>
            <p:cNvPr id="15" name="Picture 14" descr="Logo, icon&#10;&#10;Description automatically generated">
              <a:extLst>
                <a:ext uri="{FF2B5EF4-FFF2-40B4-BE49-F238E27FC236}">
                  <a16:creationId xmlns:a16="http://schemas.microsoft.com/office/drawing/2014/main" id="{C7230B23-72BC-468C-9585-B307DB8DA2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33453" y="6291294"/>
              <a:ext cx="470723" cy="470723"/>
            </a:xfrm>
            <a:prstGeom prst="rect">
              <a:avLst/>
            </a:prstGeom>
          </p:spPr>
        </p:pic>
      </p:grpSp>
      <p:cxnSp>
        <p:nvCxnSpPr>
          <p:cNvPr id="16" name="Straight Connector 15">
            <a:extLst>
              <a:ext uri="{FF2B5EF4-FFF2-40B4-BE49-F238E27FC236}">
                <a16:creationId xmlns:a16="http://schemas.microsoft.com/office/drawing/2014/main" id="{2FDDB979-8F86-45B4-B5F6-A3C99C4A4C8B}"/>
              </a:ext>
            </a:extLst>
          </p:cNvPr>
          <p:cNvCxnSpPr>
            <a:cxnSpLocks/>
          </p:cNvCxnSpPr>
          <p:nvPr/>
        </p:nvCxnSpPr>
        <p:spPr>
          <a:xfrm>
            <a:off x="2854960" y="3141071"/>
            <a:ext cx="6482080" cy="0"/>
          </a:xfrm>
          <a:prstGeom prst="line">
            <a:avLst/>
          </a:prstGeom>
          <a:ln w="28575">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977706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4">
            <a:extLst>
              <a:ext uri="{FF2B5EF4-FFF2-40B4-BE49-F238E27FC236}">
                <a16:creationId xmlns:a16="http://schemas.microsoft.com/office/drawing/2014/main" id="{AE38772E-42B7-4D00-9BEC-9610960F59D9}"/>
              </a:ext>
            </a:extLst>
          </p:cNvPr>
          <p:cNvSpPr>
            <a:spLocks noGrp="1"/>
          </p:cNvSpPr>
          <p:nvPr>
            <p:ph type="body" sz="quarter" idx="4294967295"/>
          </p:nvPr>
        </p:nvSpPr>
        <p:spPr>
          <a:xfrm>
            <a:off x="384047" y="1095118"/>
            <a:ext cx="6977805" cy="350855"/>
          </a:xfrm>
          <a:prstGeom prst="rect">
            <a:avLst/>
          </a:prstGeom>
        </p:spPr>
        <p:txBody>
          <a:bodyPr lIns="0"/>
          <a:lstStyle/>
          <a:p>
            <a:pPr marL="0" indent="0">
              <a:buNone/>
            </a:pPr>
            <a:r>
              <a:rPr lang="en-US" sz="1800" b="1" dirty="0">
                <a:latin typeface="Neue Haas Grotesk Text Pro" panose="020B0504020202020204" pitchFamily="34" charset="0"/>
              </a:rPr>
              <a:t>By the end of this module, you will be able to:</a:t>
            </a:r>
          </a:p>
        </p:txBody>
      </p:sp>
      <p:sp>
        <p:nvSpPr>
          <p:cNvPr id="3" name="Title 2">
            <a:extLst>
              <a:ext uri="{FF2B5EF4-FFF2-40B4-BE49-F238E27FC236}">
                <a16:creationId xmlns:a16="http://schemas.microsoft.com/office/drawing/2014/main" id="{597DCB94-B4E1-4FD2-B588-E27B6B9E0986}"/>
              </a:ext>
            </a:extLst>
          </p:cNvPr>
          <p:cNvSpPr>
            <a:spLocks noGrp="1"/>
          </p:cNvSpPr>
          <p:nvPr>
            <p:ph type="title"/>
          </p:nvPr>
        </p:nvSpPr>
        <p:spPr>
          <a:prstGeom prst="rect">
            <a:avLst/>
          </a:prstGeom>
        </p:spPr>
        <p:txBody>
          <a:bodyPr/>
          <a:lstStyle/>
          <a:p>
            <a:r>
              <a:rPr lang="en-US" dirty="0">
                <a:latin typeface="Neue Haas Grotesk Text Pro" panose="020B0504020202020204" pitchFamily="34" charset="0"/>
              </a:rPr>
              <a:t>Module Objectives</a:t>
            </a:r>
          </a:p>
        </p:txBody>
      </p:sp>
      <p:sp>
        <p:nvSpPr>
          <p:cNvPr id="2" name="Rectangle 1">
            <a:extLst>
              <a:ext uri="{FF2B5EF4-FFF2-40B4-BE49-F238E27FC236}">
                <a16:creationId xmlns:a16="http://schemas.microsoft.com/office/drawing/2014/main" id="{26544EBC-CD81-4657-AB5D-BDCE564F1BAA}"/>
              </a:ext>
            </a:extLst>
          </p:cNvPr>
          <p:cNvSpPr/>
          <p:nvPr/>
        </p:nvSpPr>
        <p:spPr>
          <a:xfrm>
            <a:off x="384047" y="1644073"/>
            <a:ext cx="5894833" cy="2416046"/>
          </a:xfrm>
          <a:prstGeom prst="rect">
            <a:avLst/>
          </a:prstGeom>
        </p:spPr>
        <p:txBody>
          <a:bodyPr wrap="square">
            <a:spAutoFit/>
          </a:bodyPr>
          <a:lstStyle/>
          <a:p>
            <a:pPr marL="285750" lvl="0" indent="-285750">
              <a:spcAft>
                <a:spcPts val="1000"/>
              </a:spcAft>
              <a:buClr>
                <a:srgbClr val="FFB81C"/>
              </a:buClr>
              <a:buFont typeface="Arial" panose="020B0604020202020204" pitchFamily="34" charset="0"/>
              <a:buChar char="•"/>
            </a:pPr>
            <a:r>
              <a:rPr lang="en-US" dirty="0">
                <a:solidFill>
                  <a:srgbClr val="000000"/>
                </a:solidFill>
                <a:latin typeface="Neue Haas Grotesk Text Pro" panose="020B0504020202020204" pitchFamily="34" charset="0"/>
                <a:cs typeface="Arial" panose="020B0604020202020204" pitchFamily="34" charset="0"/>
              </a:rPr>
              <a:t>List the six Work Order types</a:t>
            </a:r>
          </a:p>
          <a:p>
            <a:pPr marL="285750" lvl="0" indent="-285750">
              <a:spcAft>
                <a:spcPts val="1000"/>
              </a:spcAft>
              <a:buClr>
                <a:srgbClr val="FFB81C"/>
              </a:buClr>
              <a:buFont typeface="Arial" panose="020B0604020202020204" pitchFamily="34" charset="0"/>
              <a:buChar char="•"/>
            </a:pPr>
            <a:r>
              <a:rPr lang="en-US" dirty="0">
                <a:solidFill>
                  <a:srgbClr val="000000"/>
                </a:solidFill>
                <a:latin typeface="Neue Haas Grotesk Text Pro" panose="020B0504020202020204" pitchFamily="34" charset="0"/>
                <a:cs typeface="Arial" panose="020B0604020202020204" pitchFamily="34" charset="0"/>
              </a:rPr>
              <a:t>Identify the roles and responsibilities involved in the Work Order Management life cycle </a:t>
            </a:r>
          </a:p>
          <a:p>
            <a:pPr marL="285750" lvl="0" indent="-285750">
              <a:spcAft>
                <a:spcPts val="1000"/>
              </a:spcAft>
              <a:buClr>
                <a:srgbClr val="FFB81C"/>
              </a:buClr>
              <a:buFont typeface="Arial" panose="020B0604020202020204" pitchFamily="34" charset="0"/>
              <a:buChar char="•"/>
            </a:pPr>
            <a:r>
              <a:rPr lang="en-US" dirty="0">
                <a:solidFill>
                  <a:srgbClr val="000000"/>
                </a:solidFill>
                <a:latin typeface="Neue Haas Grotesk Text Pro" panose="020B0504020202020204" pitchFamily="34" charset="0"/>
                <a:cs typeface="Arial" panose="020B0604020202020204" pitchFamily="34" charset="0"/>
              </a:rPr>
              <a:t>Recognize the four subprocesses that are part of the Work Order Completion and Closure process</a:t>
            </a:r>
          </a:p>
          <a:p>
            <a:pPr marL="285750" lvl="0" indent="-285750">
              <a:spcAft>
                <a:spcPts val="1000"/>
              </a:spcAft>
              <a:buClr>
                <a:srgbClr val="FFB81C"/>
              </a:buClr>
              <a:buFont typeface="Arial" panose="020B0604020202020204" pitchFamily="34" charset="0"/>
              <a:buChar char="•"/>
            </a:pPr>
            <a:r>
              <a:rPr lang="en-US" dirty="0">
                <a:solidFill>
                  <a:srgbClr val="000000"/>
                </a:solidFill>
                <a:latin typeface="Neue Haas Grotesk Text Pro" panose="020B0504020202020204" pitchFamily="34" charset="0"/>
                <a:cs typeface="Arial" panose="020B0604020202020204" pitchFamily="34" charset="0"/>
              </a:rPr>
              <a:t>Demonstrate the Work Completion actions done by the Work Order Lead in Maximo</a:t>
            </a:r>
            <a:endParaRPr kumimoji="0" lang="en-US" b="0" i="0" u="none" strike="noStrike" kern="1200" cap="none" spc="0" normalizeH="0" baseline="0" noProof="0" dirty="0">
              <a:ln>
                <a:noFill/>
              </a:ln>
              <a:solidFill>
                <a:srgbClr val="000000"/>
              </a:solidFill>
              <a:effectLst/>
              <a:uLnTx/>
              <a:uFillTx/>
              <a:latin typeface="Neue Haas Grotesk Text Pro" panose="020B05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7591991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E40FAA7-2CE4-4501-942A-2D10AC782B9C}"/>
              </a:ext>
            </a:extLst>
          </p:cNvPr>
          <p:cNvSpPr>
            <a:spLocks noGrp="1"/>
          </p:cNvSpPr>
          <p:nvPr>
            <p:ph type="title"/>
          </p:nvPr>
        </p:nvSpPr>
        <p:spPr/>
        <p:txBody>
          <a:bodyPr/>
          <a:lstStyle/>
          <a:p>
            <a:r>
              <a:rPr lang="en-US" dirty="0"/>
              <a:t>Work Order Types</a:t>
            </a:r>
          </a:p>
        </p:txBody>
      </p:sp>
      <p:sp>
        <p:nvSpPr>
          <p:cNvPr id="2" name="Text Placeholder 1">
            <a:extLst>
              <a:ext uri="{FF2B5EF4-FFF2-40B4-BE49-F238E27FC236}">
                <a16:creationId xmlns:a16="http://schemas.microsoft.com/office/drawing/2014/main" id="{700C0D9E-414D-469C-9BC3-FFF046A74567}"/>
              </a:ext>
            </a:extLst>
          </p:cNvPr>
          <p:cNvSpPr>
            <a:spLocks noGrp="1"/>
          </p:cNvSpPr>
          <p:nvPr>
            <p:ph type="body" sz="quarter" idx="10"/>
          </p:nvPr>
        </p:nvSpPr>
        <p:spPr>
          <a:xfrm>
            <a:off x="384048" y="1158460"/>
            <a:ext cx="6778752" cy="5262979"/>
          </a:xfrm>
        </p:spPr>
        <p:txBody>
          <a:bodyPr/>
          <a:lstStyle/>
          <a:p>
            <a:pPr marL="174625"/>
            <a:r>
              <a:rPr lang="en-US" dirty="0"/>
              <a:t>These are the six Work Order types: </a:t>
            </a:r>
          </a:p>
          <a:p>
            <a:pPr marL="174625"/>
            <a:endParaRPr lang="en-US" dirty="0"/>
          </a:p>
          <a:p>
            <a:pPr marL="174625"/>
            <a:endParaRPr lang="en-US" dirty="0"/>
          </a:p>
          <a:p>
            <a:pPr marL="174625"/>
            <a:endParaRPr lang="en-US" dirty="0"/>
          </a:p>
          <a:p>
            <a:pPr marL="174625"/>
            <a:endParaRPr lang="en-US" dirty="0"/>
          </a:p>
          <a:p>
            <a:pPr marL="174625"/>
            <a:endParaRPr lang="en-US" dirty="0"/>
          </a:p>
          <a:p>
            <a:pPr marL="174625"/>
            <a:endParaRPr lang="en-US" dirty="0"/>
          </a:p>
          <a:p>
            <a:pPr marL="174625"/>
            <a:endParaRPr lang="en-US" dirty="0"/>
          </a:p>
          <a:p>
            <a:pPr marL="174625"/>
            <a:endParaRPr lang="en-US" dirty="0"/>
          </a:p>
          <a:p>
            <a:pPr marL="174625"/>
            <a:endParaRPr lang="en-US" dirty="0"/>
          </a:p>
          <a:p>
            <a:pPr marL="174625"/>
            <a:endParaRPr lang="en-US" dirty="0"/>
          </a:p>
          <a:p>
            <a:pPr marL="174625"/>
            <a:br>
              <a:rPr lang="en-US" dirty="0"/>
            </a:br>
            <a:endParaRPr lang="en-US" dirty="0"/>
          </a:p>
          <a:p>
            <a:pPr marL="174625"/>
            <a:endParaRPr lang="en-US" dirty="0"/>
          </a:p>
          <a:p>
            <a:pPr marL="174625"/>
            <a:endParaRPr lang="en-US" dirty="0"/>
          </a:p>
          <a:p>
            <a:pPr marL="174625"/>
            <a:endParaRPr lang="en-US" dirty="0"/>
          </a:p>
          <a:p>
            <a:pPr marL="174625"/>
            <a:br>
              <a:rPr lang="en-US" sz="1100" dirty="0"/>
            </a:br>
            <a:r>
              <a:rPr lang="en-US" dirty="0"/>
              <a:t>Work Orders are based on the work types and subtypes. </a:t>
            </a:r>
          </a:p>
          <a:p>
            <a:pPr marL="174625"/>
            <a:endParaRPr lang="en-US" dirty="0"/>
          </a:p>
        </p:txBody>
      </p:sp>
      <p:grpSp>
        <p:nvGrpSpPr>
          <p:cNvPr id="83" name="Group 82">
            <a:extLst>
              <a:ext uri="{FF2B5EF4-FFF2-40B4-BE49-F238E27FC236}">
                <a16:creationId xmlns:a16="http://schemas.microsoft.com/office/drawing/2014/main" id="{4BCEF3B3-0936-4797-A0B1-4F3184CDF76E}"/>
              </a:ext>
            </a:extLst>
          </p:cNvPr>
          <p:cNvGrpSpPr/>
          <p:nvPr/>
        </p:nvGrpSpPr>
        <p:grpSpPr>
          <a:xfrm>
            <a:off x="495113" y="2627007"/>
            <a:ext cx="3202764" cy="797813"/>
            <a:chOff x="495113" y="2792381"/>
            <a:chExt cx="3202764" cy="797813"/>
          </a:xfrm>
        </p:grpSpPr>
        <p:sp>
          <p:nvSpPr>
            <p:cNvPr id="7" name="TextBox 6">
              <a:extLst>
                <a:ext uri="{FF2B5EF4-FFF2-40B4-BE49-F238E27FC236}">
                  <a16:creationId xmlns:a16="http://schemas.microsoft.com/office/drawing/2014/main" id="{53D08AAD-52F3-4FF6-A957-BD71A605CBE0}"/>
                </a:ext>
              </a:extLst>
            </p:cNvPr>
            <p:cNvSpPr txBox="1"/>
            <p:nvPr/>
          </p:nvSpPr>
          <p:spPr>
            <a:xfrm>
              <a:off x="1269222" y="2914288"/>
              <a:ext cx="2428655" cy="553998"/>
            </a:xfrm>
            <a:prstGeom prst="rect">
              <a:avLst/>
            </a:prstGeom>
            <a:noFill/>
          </p:spPr>
          <p:txBody>
            <a:bodyPr wrap="square" lIns="107992" tIns="0" rIns="0" bIns="0" rtlCol="0" anchor="ctr">
              <a:spAutoFit/>
            </a:bodyPr>
            <a:lstStyle/>
            <a:p>
              <a:pPr lvl="0" defTabSz="914367">
                <a:defRPr/>
              </a:pPr>
              <a:r>
                <a:rPr lang="en-US" b="1" dirty="0">
                  <a:cs typeface="Segoe UI" panose="020B0502040204020203" pitchFamily="34" charset="0"/>
                </a:rPr>
                <a:t>Predictive Maintenance (PDM)</a:t>
              </a:r>
            </a:p>
          </p:txBody>
        </p:sp>
        <p:grpSp>
          <p:nvGrpSpPr>
            <p:cNvPr id="13" name="Group 12">
              <a:extLst>
                <a:ext uri="{FF2B5EF4-FFF2-40B4-BE49-F238E27FC236}">
                  <a16:creationId xmlns:a16="http://schemas.microsoft.com/office/drawing/2014/main" id="{59515EF0-D0EC-4E3F-BAF8-1EE72FDFDABD}"/>
                </a:ext>
              </a:extLst>
            </p:cNvPr>
            <p:cNvGrpSpPr/>
            <p:nvPr/>
          </p:nvGrpSpPr>
          <p:grpSpPr>
            <a:xfrm>
              <a:off x="495113" y="2792381"/>
              <a:ext cx="797813" cy="797813"/>
              <a:chOff x="546814" y="2792381"/>
              <a:chExt cx="797813" cy="797813"/>
            </a:xfrm>
          </p:grpSpPr>
          <p:sp>
            <p:nvSpPr>
              <p:cNvPr id="14" name="Oval 13">
                <a:extLst>
                  <a:ext uri="{FF2B5EF4-FFF2-40B4-BE49-F238E27FC236}">
                    <a16:creationId xmlns:a16="http://schemas.microsoft.com/office/drawing/2014/main" id="{4F46698F-5F30-4313-85F4-093F82B43B3A}"/>
                  </a:ext>
                </a:extLst>
              </p:cNvPr>
              <p:cNvSpPr/>
              <p:nvPr/>
            </p:nvSpPr>
            <p:spPr bwMode="auto">
              <a:xfrm>
                <a:off x="546814" y="2792381"/>
                <a:ext cx="797813" cy="797813"/>
              </a:xfrm>
              <a:prstGeom prst="ellipse">
                <a:avLst/>
              </a:prstGeom>
              <a:solidFill>
                <a:schemeClr val="bg1"/>
              </a:solidFill>
              <a:ln w="28575">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grpSp>
            <p:nvGrpSpPr>
              <p:cNvPr id="15" name="Group 60">
                <a:extLst>
                  <a:ext uri="{FF2B5EF4-FFF2-40B4-BE49-F238E27FC236}">
                    <a16:creationId xmlns:a16="http://schemas.microsoft.com/office/drawing/2014/main" id="{E0887E65-2BB4-4DCA-BB1C-A731B191FF96}"/>
                  </a:ext>
                </a:extLst>
              </p:cNvPr>
              <p:cNvGrpSpPr>
                <a:grpSpLocks noChangeAspect="1"/>
              </p:cNvGrpSpPr>
              <p:nvPr/>
            </p:nvGrpSpPr>
            <p:grpSpPr bwMode="auto">
              <a:xfrm>
                <a:off x="699802" y="2951142"/>
                <a:ext cx="491836" cy="480291"/>
                <a:chOff x="6726" y="600"/>
                <a:chExt cx="426" cy="416"/>
              </a:xfrm>
              <a:solidFill>
                <a:schemeClr val="tx2"/>
              </a:solidFill>
            </p:grpSpPr>
            <p:sp>
              <p:nvSpPr>
                <p:cNvPr id="16" name="Freeform 61">
                  <a:extLst>
                    <a:ext uri="{FF2B5EF4-FFF2-40B4-BE49-F238E27FC236}">
                      <a16:creationId xmlns:a16="http://schemas.microsoft.com/office/drawing/2014/main" id="{919DCA9C-CCEA-4ADC-8D39-9FE0CBF64C3A}"/>
                    </a:ext>
                  </a:extLst>
                </p:cNvPr>
                <p:cNvSpPr>
                  <a:spLocks/>
                </p:cNvSpPr>
                <p:nvPr/>
              </p:nvSpPr>
              <p:spPr bwMode="auto">
                <a:xfrm>
                  <a:off x="6726" y="999"/>
                  <a:ext cx="426" cy="17"/>
                </a:xfrm>
                <a:custGeom>
                  <a:avLst/>
                  <a:gdLst>
                    <a:gd name="T0" fmla="*/ 282 w 288"/>
                    <a:gd name="T1" fmla="*/ 12 h 12"/>
                    <a:gd name="T2" fmla="*/ 6 w 288"/>
                    <a:gd name="T3" fmla="*/ 12 h 12"/>
                    <a:gd name="T4" fmla="*/ 0 w 288"/>
                    <a:gd name="T5" fmla="*/ 6 h 12"/>
                    <a:gd name="T6" fmla="*/ 6 w 288"/>
                    <a:gd name="T7" fmla="*/ 0 h 12"/>
                    <a:gd name="T8" fmla="*/ 282 w 288"/>
                    <a:gd name="T9" fmla="*/ 0 h 12"/>
                    <a:gd name="T10" fmla="*/ 288 w 288"/>
                    <a:gd name="T11" fmla="*/ 6 h 12"/>
                    <a:gd name="T12" fmla="*/ 282 w 28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88" h="12">
                      <a:moveTo>
                        <a:pt x="282" y="12"/>
                      </a:moveTo>
                      <a:cubicBezTo>
                        <a:pt x="6" y="12"/>
                        <a:pt x="6" y="12"/>
                        <a:pt x="6" y="12"/>
                      </a:cubicBezTo>
                      <a:cubicBezTo>
                        <a:pt x="2" y="12"/>
                        <a:pt x="0" y="10"/>
                        <a:pt x="0" y="6"/>
                      </a:cubicBezTo>
                      <a:cubicBezTo>
                        <a:pt x="0" y="3"/>
                        <a:pt x="2" y="0"/>
                        <a:pt x="6" y="0"/>
                      </a:cubicBezTo>
                      <a:cubicBezTo>
                        <a:pt x="282" y="0"/>
                        <a:pt x="282" y="0"/>
                        <a:pt x="282" y="0"/>
                      </a:cubicBezTo>
                      <a:cubicBezTo>
                        <a:pt x="285" y="0"/>
                        <a:pt x="288" y="3"/>
                        <a:pt x="288" y="6"/>
                      </a:cubicBezTo>
                      <a:cubicBezTo>
                        <a:pt x="288" y="10"/>
                        <a:pt x="285" y="12"/>
                        <a:pt x="28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Graphik Regular" panose="020B0503030202060203" pitchFamily="34" charset="77"/>
                    <a:cs typeface="Arial" charset="0"/>
                  </a:endParaRPr>
                </a:p>
              </p:txBody>
            </p:sp>
            <p:sp>
              <p:nvSpPr>
                <p:cNvPr id="17" name="Freeform 62">
                  <a:extLst>
                    <a:ext uri="{FF2B5EF4-FFF2-40B4-BE49-F238E27FC236}">
                      <a16:creationId xmlns:a16="http://schemas.microsoft.com/office/drawing/2014/main" id="{75DB5B0A-7414-4F64-ACE6-65D8640A830F}"/>
                    </a:ext>
                  </a:extLst>
                </p:cNvPr>
                <p:cNvSpPr>
                  <a:spLocks noEditPoints="1"/>
                </p:cNvSpPr>
                <p:nvPr/>
              </p:nvSpPr>
              <p:spPr bwMode="auto">
                <a:xfrm>
                  <a:off x="6744" y="912"/>
                  <a:ext cx="71" cy="104"/>
                </a:xfrm>
                <a:custGeom>
                  <a:avLst/>
                  <a:gdLst>
                    <a:gd name="T0" fmla="*/ 42 w 48"/>
                    <a:gd name="T1" fmla="*/ 72 h 72"/>
                    <a:gd name="T2" fmla="*/ 6 w 48"/>
                    <a:gd name="T3" fmla="*/ 72 h 72"/>
                    <a:gd name="T4" fmla="*/ 0 w 48"/>
                    <a:gd name="T5" fmla="*/ 66 h 72"/>
                    <a:gd name="T6" fmla="*/ 0 w 48"/>
                    <a:gd name="T7" fmla="*/ 6 h 72"/>
                    <a:gd name="T8" fmla="*/ 6 w 48"/>
                    <a:gd name="T9" fmla="*/ 0 h 72"/>
                    <a:gd name="T10" fmla="*/ 42 w 48"/>
                    <a:gd name="T11" fmla="*/ 0 h 72"/>
                    <a:gd name="T12" fmla="*/ 48 w 48"/>
                    <a:gd name="T13" fmla="*/ 6 h 72"/>
                    <a:gd name="T14" fmla="*/ 48 w 48"/>
                    <a:gd name="T15" fmla="*/ 66 h 72"/>
                    <a:gd name="T16" fmla="*/ 42 w 48"/>
                    <a:gd name="T17" fmla="*/ 72 h 72"/>
                    <a:gd name="T18" fmla="*/ 12 w 48"/>
                    <a:gd name="T19" fmla="*/ 60 h 72"/>
                    <a:gd name="T20" fmla="*/ 36 w 48"/>
                    <a:gd name="T21" fmla="*/ 60 h 72"/>
                    <a:gd name="T22" fmla="*/ 36 w 48"/>
                    <a:gd name="T23" fmla="*/ 12 h 72"/>
                    <a:gd name="T24" fmla="*/ 12 w 48"/>
                    <a:gd name="T25" fmla="*/ 12 h 72"/>
                    <a:gd name="T26" fmla="*/ 12 w 48"/>
                    <a:gd name="T27" fmla="*/ 6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72">
                      <a:moveTo>
                        <a:pt x="42" y="72"/>
                      </a:moveTo>
                      <a:cubicBezTo>
                        <a:pt x="6" y="72"/>
                        <a:pt x="6" y="72"/>
                        <a:pt x="6" y="72"/>
                      </a:cubicBezTo>
                      <a:cubicBezTo>
                        <a:pt x="2" y="72"/>
                        <a:pt x="0" y="70"/>
                        <a:pt x="0" y="66"/>
                      </a:cubicBezTo>
                      <a:cubicBezTo>
                        <a:pt x="0" y="6"/>
                        <a:pt x="0" y="6"/>
                        <a:pt x="0" y="6"/>
                      </a:cubicBezTo>
                      <a:cubicBezTo>
                        <a:pt x="0" y="3"/>
                        <a:pt x="2" y="0"/>
                        <a:pt x="6" y="0"/>
                      </a:cubicBezTo>
                      <a:cubicBezTo>
                        <a:pt x="42" y="0"/>
                        <a:pt x="42" y="0"/>
                        <a:pt x="42" y="0"/>
                      </a:cubicBezTo>
                      <a:cubicBezTo>
                        <a:pt x="45" y="0"/>
                        <a:pt x="48" y="3"/>
                        <a:pt x="48" y="6"/>
                      </a:cubicBezTo>
                      <a:cubicBezTo>
                        <a:pt x="48" y="66"/>
                        <a:pt x="48" y="66"/>
                        <a:pt x="48" y="66"/>
                      </a:cubicBezTo>
                      <a:cubicBezTo>
                        <a:pt x="48" y="70"/>
                        <a:pt x="45" y="72"/>
                        <a:pt x="42" y="72"/>
                      </a:cubicBezTo>
                      <a:close/>
                      <a:moveTo>
                        <a:pt x="12" y="60"/>
                      </a:moveTo>
                      <a:cubicBezTo>
                        <a:pt x="36" y="60"/>
                        <a:pt x="36" y="60"/>
                        <a:pt x="36" y="60"/>
                      </a:cubicBezTo>
                      <a:cubicBezTo>
                        <a:pt x="36" y="12"/>
                        <a:pt x="36" y="12"/>
                        <a:pt x="36" y="12"/>
                      </a:cubicBezTo>
                      <a:cubicBezTo>
                        <a:pt x="12" y="12"/>
                        <a:pt x="12" y="12"/>
                        <a:pt x="12" y="12"/>
                      </a:cubicBezTo>
                      <a:lnTo>
                        <a:pt x="12"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Graphik Regular" panose="020B0503030202060203" pitchFamily="34" charset="77"/>
                    <a:cs typeface="Arial" charset="0"/>
                  </a:endParaRPr>
                </a:p>
              </p:txBody>
            </p:sp>
            <p:sp>
              <p:nvSpPr>
                <p:cNvPr id="18" name="Freeform 63">
                  <a:extLst>
                    <a:ext uri="{FF2B5EF4-FFF2-40B4-BE49-F238E27FC236}">
                      <a16:creationId xmlns:a16="http://schemas.microsoft.com/office/drawing/2014/main" id="{815EB24F-144B-4AD8-93ED-1EBEBB9C4F5B}"/>
                    </a:ext>
                  </a:extLst>
                </p:cNvPr>
                <p:cNvSpPr>
                  <a:spLocks noEditPoints="1"/>
                </p:cNvSpPr>
                <p:nvPr/>
              </p:nvSpPr>
              <p:spPr bwMode="auto">
                <a:xfrm>
                  <a:off x="6850" y="826"/>
                  <a:ext cx="71" cy="190"/>
                </a:xfrm>
                <a:custGeom>
                  <a:avLst/>
                  <a:gdLst>
                    <a:gd name="T0" fmla="*/ 42 w 48"/>
                    <a:gd name="T1" fmla="*/ 132 h 132"/>
                    <a:gd name="T2" fmla="*/ 6 w 48"/>
                    <a:gd name="T3" fmla="*/ 132 h 132"/>
                    <a:gd name="T4" fmla="*/ 0 w 48"/>
                    <a:gd name="T5" fmla="*/ 126 h 132"/>
                    <a:gd name="T6" fmla="*/ 0 w 48"/>
                    <a:gd name="T7" fmla="*/ 6 h 132"/>
                    <a:gd name="T8" fmla="*/ 6 w 48"/>
                    <a:gd name="T9" fmla="*/ 0 h 132"/>
                    <a:gd name="T10" fmla="*/ 42 w 48"/>
                    <a:gd name="T11" fmla="*/ 0 h 132"/>
                    <a:gd name="T12" fmla="*/ 48 w 48"/>
                    <a:gd name="T13" fmla="*/ 6 h 132"/>
                    <a:gd name="T14" fmla="*/ 48 w 48"/>
                    <a:gd name="T15" fmla="*/ 126 h 132"/>
                    <a:gd name="T16" fmla="*/ 42 w 48"/>
                    <a:gd name="T17" fmla="*/ 132 h 132"/>
                    <a:gd name="T18" fmla="*/ 12 w 48"/>
                    <a:gd name="T19" fmla="*/ 120 h 132"/>
                    <a:gd name="T20" fmla="*/ 36 w 48"/>
                    <a:gd name="T21" fmla="*/ 120 h 132"/>
                    <a:gd name="T22" fmla="*/ 36 w 48"/>
                    <a:gd name="T23" fmla="*/ 12 h 132"/>
                    <a:gd name="T24" fmla="*/ 12 w 48"/>
                    <a:gd name="T25" fmla="*/ 12 h 132"/>
                    <a:gd name="T26" fmla="*/ 12 w 48"/>
                    <a:gd name="T27" fmla="*/ 120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132">
                      <a:moveTo>
                        <a:pt x="42" y="132"/>
                      </a:moveTo>
                      <a:cubicBezTo>
                        <a:pt x="6" y="132"/>
                        <a:pt x="6" y="132"/>
                        <a:pt x="6" y="132"/>
                      </a:cubicBezTo>
                      <a:cubicBezTo>
                        <a:pt x="2" y="132"/>
                        <a:pt x="0" y="130"/>
                        <a:pt x="0" y="126"/>
                      </a:cubicBezTo>
                      <a:cubicBezTo>
                        <a:pt x="0" y="6"/>
                        <a:pt x="0" y="6"/>
                        <a:pt x="0" y="6"/>
                      </a:cubicBezTo>
                      <a:cubicBezTo>
                        <a:pt x="0" y="3"/>
                        <a:pt x="2" y="0"/>
                        <a:pt x="6" y="0"/>
                      </a:cubicBezTo>
                      <a:cubicBezTo>
                        <a:pt x="42" y="0"/>
                        <a:pt x="42" y="0"/>
                        <a:pt x="42" y="0"/>
                      </a:cubicBezTo>
                      <a:cubicBezTo>
                        <a:pt x="45" y="0"/>
                        <a:pt x="48" y="3"/>
                        <a:pt x="48" y="6"/>
                      </a:cubicBezTo>
                      <a:cubicBezTo>
                        <a:pt x="48" y="126"/>
                        <a:pt x="48" y="126"/>
                        <a:pt x="48" y="126"/>
                      </a:cubicBezTo>
                      <a:cubicBezTo>
                        <a:pt x="48" y="130"/>
                        <a:pt x="45" y="132"/>
                        <a:pt x="42" y="132"/>
                      </a:cubicBezTo>
                      <a:close/>
                      <a:moveTo>
                        <a:pt x="12" y="120"/>
                      </a:moveTo>
                      <a:cubicBezTo>
                        <a:pt x="36" y="120"/>
                        <a:pt x="36" y="120"/>
                        <a:pt x="36" y="120"/>
                      </a:cubicBezTo>
                      <a:cubicBezTo>
                        <a:pt x="36" y="12"/>
                        <a:pt x="36" y="12"/>
                        <a:pt x="36" y="12"/>
                      </a:cubicBezTo>
                      <a:cubicBezTo>
                        <a:pt x="12" y="12"/>
                        <a:pt x="12" y="12"/>
                        <a:pt x="12" y="12"/>
                      </a:cubicBezTo>
                      <a:lnTo>
                        <a:pt x="12" y="1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Graphik Regular" panose="020B0503030202060203" pitchFamily="34" charset="77"/>
                    <a:cs typeface="Arial" charset="0"/>
                  </a:endParaRPr>
                </a:p>
              </p:txBody>
            </p:sp>
            <p:sp>
              <p:nvSpPr>
                <p:cNvPr id="19" name="Freeform 64">
                  <a:extLst>
                    <a:ext uri="{FF2B5EF4-FFF2-40B4-BE49-F238E27FC236}">
                      <a16:creationId xmlns:a16="http://schemas.microsoft.com/office/drawing/2014/main" id="{A7FF4A78-3BD4-4F3A-BF3E-8AD0E2B2846F}"/>
                    </a:ext>
                  </a:extLst>
                </p:cNvPr>
                <p:cNvSpPr>
                  <a:spLocks noEditPoints="1"/>
                </p:cNvSpPr>
                <p:nvPr/>
              </p:nvSpPr>
              <p:spPr bwMode="auto">
                <a:xfrm>
                  <a:off x="6957" y="860"/>
                  <a:ext cx="71" cy="156"/>
                </a:xfrm>
                <a:custGeom>
                  <a:avLst/>
                  <a:gdLst>
                    <a:gd name="T0" fmla="*/ 42 w 48"/>
                    <a:gd name="T1" fmla="*/ 108 h 108"/>
                    <a:gd name="T2" fmla="*/ 6 w 48"/>
                    <a:gd name="T3" fmla="*/ 108 h 108"/>
                    <a:gd name="T4" fmla="*/ 0 w 48"/>
                    <a:gd name="T5" fmla="*/ 102 h 108"/>
                    <a:gd name="T6" fmla="*/ 0 w 48"/>
                    <a:gd name="T7" fmla="*/ 6 h 108"/>
                    <a:gd name="T8" fmla="*/ 6 w 48"/>
                    <a:gd name="T9" fmla="*/ 0 h 108"/>
                    <a:gd name="T10" fmla="*/ 42 w 48"/>
                    <a:gd name="T11" fmla="*/ 0 h 108"/>
                    <a:gd name="T12" fmla="*/ 48 w 48"/>
                    <a:gd name="T13" fmla="*/ 6 h 108"/>
                    <a:gd name="T14" fmla="*/ 48 w 48"/>
                    <a:gd name="T15" fmla="*/ 102 h 108"/>
                    <a:gd name="T16" fmla="*/ 42 w 48"/>
                    <a:gd name="T17" fmla="*/ 108 h 108"/>
                    <a:gd name="T18" fmla="*/ 12 w 48"/>
                    <a:gd name="T19" fmla="*/ 96 h 108"/>
                    <a:gd name="T20" fmla="*/ 36 w 48"/>
                    <a:gd name="T21" fmla="*/ 96 h 108"/>
                    <a:gd name="T22" fmla="*/ 36 w 48"/>
                    <a:gd name="T23" fmla="*/ 12 h 108"/>
                    <a:gd name="T24" fmla="*/ 12 w 48"/>
                    <a:gd name="T25" fmla="*/ 12 h 108"/>
                    <a:gd name="T26" fmla="*/ 12 w 48"/>
                    <a:gd name="T27" fmla="*/ 96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108">
                      <a:moveTo>
                        <a:pt x="42" y="108"/>
                      </a:moveTo>
                      <a:cubicBezTo>
                        <a:pt x="6" y="108"/>
                        <a:pt x="6" y="108"/>
                        <a:pt x="6" y="108"/>
                      </a:cubicBezTo>
                      <a:cubicBezTo>
                        <a:pt x="2" y="108"/>
                        <a:pt x="0" y="106"/>
                        <a:pt x="0" y="102"/>
                      </a:cubicBezTo>
                      <a:cubicBezTo>
                        <a:pt x="0" y="6"/>
                        <a:pt x="0" y="6"/>
                        <a:pt x="0" y="6"/>
                      </a:cubicBezTo>
                      <a:cubicBezTo>
                        <a:pt x="0" y="3"/>
                        <a:pt x="2" y="0"/>
                        <a:pt x="6" y="0"/>
                      </a:cubicBezTo>
                      <a:cubicBezTo>
                        <a:pt x="42" y="0"/>
                        <a:pt x="42" y="0"/>
                        <a:pt x="42" y="0"/>
                      </a:cubicBezTo>
                      <a:cubicBezTo>
                        <a:pt x="45" y="0"/>
                        <a:pt x="48" y="3"/>
                        <a:pt x="48" y="6"/>
                      </a:cubicBezTo>
                      <a:cubicBezTo>
                        <a:pt x="48" y="102"/>
                        <a:pt x="48" y="102"/>
                        <a:pt x="48" y="102"/>
                      </a:cubicBezTo>
                      <a:cubicBezTo>
                        <a:pt x="48" y="106"/>
                        <a:pt x="45" y="108"/>
                        <a:pt x="42" y="108"/>
                      </a:cubicBezTo>
                      <a:close/>
                      <a:moveTo>
                        <a:pt x="12" y="96"/>
                      </a:moveTo>
                      <a:cubicBezTo>
                        <a:pt x="36" y="96"/>
                        <a:pt x="36" y="96"/>
                        <a:pt x="36" y="96"/>
                      </a:cubicBezTo>
                      <a:cubicBezTo>
                        <a:pt x="36" y="12"/>
                        <a:pt x="36" y="12"/>
                        <a:pt x="36" y="12"/>
                      </a:cubicBezTo>
                      <a:cubicBezTo>
                        <a:pt x="12" y="12"/>
                        <a:pt x="12" y="12"/>
                        <a:pt x="12" y="12"/>
                      </a:cubicBezTo>
                      <a:lnTo>
                        <a:pt x="12" y="9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Graphik Regular" panose="020B0503030202060203" pitchFamily="34" charset="77"/>
                    <a:cs typeface="Arial" charset="0"/>
                  </a:endParaRPr>
                </a:p>
              </p:txBody>
            </p:sp>
            <p:sp>
              <p:nvSpPr>
                <p:cNvPr id="20" name="Freeform 65">
                  <a:extLst>
                    <a:ext uri="{FF2B5EF4-FFF2-40B4-BE49-F238E27FC236}">
                      <a16:creationId xmlns:a16="http://schemas.microsoft.com/office/drawing/2014/main" id="{9E3C17E6-71FC-486E-B285-A31D8A8F758E}"/>
                    </a:ext>
                  </a:extLst>
                </p:cNvPr>
                <p:cNvSpPr>
                  <a:spLocks noEditPoints="1"/>
                </p:cNvSpPr>
                <p:nvPr/>
              </p:nvSpPr>
              <p:spPr bwMode="auto">
                <a:xfrm>
                  <a:off x="7063" y="739"/>
                  <a:ext cx="71" cy="277"/>
                </a:xfrm>
                <a:custGeom>
                  <a:avLst/>
                  <a:gdLst>
                    <a:gd name="T0" fmla="*/ 42 w 48"/>
                    <a:gd name="T1" fmla="*/ 192 h 192"/>
                    <a:gd name="T2" fmla="*/ 6 w 48"/>
                    <a:gd name="T3" fmla="*/ 192 h 192"/>
                    <a:gd name="T4" fmla="*/ 0 w 48"/>
                    <a:gd name="T5" fmla="*/ 186 h 192"/>
                    <a:gd name="T6" fmla="*/ 0 w 48"/>
                    <a:gd name="T7" fmla="*/ 6 h 192"/>
                    <a:gd name="T8" fmla="*/ 6 w 48"/>
                    <a:gd name="T9" fmla="*/ 0 h 192"/>
                    <a:gd name="T10" fmla="*/ 42 w 48"/>
                    <a:gd name="T11" fmla="*/ 0 h 192"/>
                    <a:gd name="T12" fmla="*/ 48 w 48"/>
                    <a:gd name="T13" fmla="*/ 6 h 192"/>
                    <a:gd name="T14" fmla="*/ 48 w 48"/>
                    <a:gd name="T15" fmla="*/ 186 h 192"/>
                    <a:gd name="T16" fmla="*/ 42 w 48"/>
                    <a:gd name="T17" fmla="*/ 192 h 192"/>
                    <a:gd name="T18" fmla="*/ 12 w 48"/>
                    <a:gd name="T19" fmla="*/ 180 h 192"/>
                    <a:gd name="T20" fmla="*/ 36 w 48"/>
                    <a:gd name="T21" fmla="*/ 180 h 192"/>
                    <a:gd name="T22" fmla="*/ 36 w 48"/>
                    <a:gd name="T23" fmla="*/ 12 h 192"/>
                    <a:gd name="T24" fmla="*/ 12 w 48"/>
                    <a:gd name="T25" fmla="*/ 12 h 192"/>
                    <a:gd name="T26" fmla="*/ 12 w 48"/>
                    <a:gd name="T27" fmla="*/ 180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192">
                      <a:moveTo>
                        <a:pt x="42" y="192"/>
                      </a:moveTo>
                      <a:cubicBezTo>
                        <a:pt x="6" y="192"/>
                        <a:pt x="6" y="192"/>
                        <a:pt x="6" y="192"/>
                      </a:cubicBezTo>
                      <a:cubicBezTo>
                        <a:pt x="2" y="192"/>
                        <a:pt x="0" y="190"/>
                        <a:pt x="0" y="186"/>
                      </a:cubicBezTo>
                      <a:cubicBezTo>
                        <a:pt x="0" y="6"/>
                        <a:pt x="0" y="6"/>
                        <a:pt x="0" y="6"/>
                      </a:cubicBezTo>
                      <a:cubicBezTo>
                        <a:pt x="0" y="3"/>
                        <a:pt x="2" y="0"/>
                        <a:pt x="6" y="0"/>
                      </a:cubicBezTo>
                      <a:cubicBezTo>
                        <a:pt x="42" y="0"/>
                        <a:pt x="42" y="0"/>
                        <a:pt x="42" y="0"/>
                      </a:cubicBezTo>
                      <a:cubicBezTo>
                        <a:pt x="45" y="0"/>
                        <a:pt x="48" y="3"/>
                        <a:pt x="48" y="6"/>
                      </a:cubicBezTo>
                      <a:cubicBezTo>
                        <a:pt x="48" y="186"/>
                        <a:pt x="48" y="186"/>
                        <a:pt x="48" y="186"/>
                      </a:cubicBezTo>
                      <a:cubicBezTo>
                        <a:pt x="48" y="190"/>
                        <a:pt x="45" y="192"/>
                        <a:pt x="42" y="192"/>
                      </a:cubicBezTo>
                      <a:close/>
                      <a:moveTo>
                        <a:pt x="12" y="180"/>
                      </a:moveTo>
                      <a:cubicBezTo>
                        <a:pt x="36" y="180"/>
                        <a:pt x="36" y="180"/>
                        <a:pt x="36" y="180"/>
                      </a:cubicBezTo>
                      <a:cubicBezTo>
                        <a:pt x="36" y="12"/>
                        <a:pt x="36" y="12"/>
                        <a:pt x="36" y="12"/>
                      </a:cubicBezTo>
                      <a:cubicBezTo>
                        <a:pt x="12" y="12"/>
                        <a:pt x="12" y="12"/>
                        <a:pt x="12" y="12"/>
                      </a:cubicBezTo>
                      <a:lnTo>
                        <a:pt x="12" y="1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Graphik Regular" panose="020B0503030202060203" pitchFamily="34" charset="77"/>
                    <a:cs typeface="Arial" charset="0"/>
                  </a:endParaRPr>
                </a:p>
              </p:txBody>
            </p:sp>
            <p:sp>
              <p:nvSpPr>
                <p:cNvPr id="21" name="Freeform 66">
                  <a:extLst>
                    <a:ext uri="{FF2B5EF4-FFF2-40B4-BE49-F238E27FC236}">
                      <a16:creationId xmlns:a16="http://schemas.microsoft.com/office/drawing/2014/main" id="{85AF205A-9809-49FD-A89F-35D9347EDFC6}"/>
                    </a:ext>
                  </a:extLst>
                </p:cNvPr>
                <p:cNvSpPr>
                  <a:spLocks noEditPoints="1"/>
                </p:cNvSpPr>
                <p:nvPr/>
              </p:nvSpPr>
              <p:spPr bwMode="auto">
                <a:xfrm>
                  <a:off x="6753" y="774"/>
                  <a:ext cx="53" cy="52"/>
                </a:xfrm>
                <a:custGeom>
                  <a:avLst/>
                  <a:gdLst>
                    <a:gd name="T0" fmla="*/ 18 w 36"/>
                    <a:gd name="T1" fmla="*/ 36 h 36"/>
                    <a:gd name="T2" fmla="*/ 0 w 36"/>
                    <a:gd name="T3" fmla="*/ 18 h 36"/>
                    <a:gd name="T4" fmla="*/ 18 w 36"/>
                    <a:gd name="T5" fmla="*/ 0 h 36"/>
                    <a:gd name="T6" fmla="*/ 36 w 36"/>
                    <a:gd name="T7" fmla="*/ 18 h 36"/>
                    <a:gd name="T8" fmla="*/ 18 w 36"/>
                    <a:gd name="T9" fmla="*/ 36 h 36"/>
                    <a:gd name="T10" fmla="*/ 18 w 36"/>
                    <a:gd name="T11" fmla="*/ 12 h 36"/>
                    <a:gd name="T12" fmla="*/ 12 w 36"/>
                    <a:gd name="T13" fmla="*/ 18 h 36"/>
                    <a:gd name="T14" fmla="*/ 18 w 36"/>
                    <a:gd name="T15" fmla="*/ 24 h 36"/>
                    <a:gd name="T16" fmla="*/ 24 w 36"/>
                    <a:gd name="T17" fmla="*/ 18 h 36"/>
                    <a:gd name="T18" fmla="*/ 18 w 36"/>
                    <a:gd name="T19" fmla="*/ 1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36">
                      <a:moveTo>
                        <a:pt x="18" y="36"/>
                      </a:moveTo>
                      <a:cubicBezTo>
                        <a:pt x="8" y="36"/>
                        <a:pt x="0" y="28"/>
                        <a:pt x="0" y="18"/>
                      </a:cubicBezTo>
                      <a:cubicBezTo>
                        <a:pt x="0" y="9"/>
                        <a:pt x="8" y="0"/>
                        <a:pt x="18" y="0"/>
                      </a:cubicBezTo>
                      <a:cubicBezTo>
                        <a:pt x="28" y="0"/>
                        <a:pt x="36" y="9"/>
                        <a:pt x="36" y="18"/>
                      </a:cubicBezTo>
                      <a:cubicBezTo>
                        <a:pt x="36" y="28"/>
                        <a:pt x="28" y="36"/>
                        <a:pt x="18" y="36"/>
                      </a:cubicBezTo>
                      <a:close/>
                      <a:moveTo>
                        <a:pt x="18" y="12"/>
                      </a:moveTo>
                      <a:cubicBezTo>
                        <a:pt x="14" y="12"/>
                        <a:pt x="12" y="15"/>
                        <a:pt x="12" y="18"/>
                      </a:cubicBezTo>
                      <a:cubicBezTo>
                        <a:pt x="12" y="22"/>
                        <a:pt x="14" y="24"/>
                        <a:pt x="18" y="24"/>
                      </a:cubicBezTo>
                      <a:cubicBezTo>
                        <a:pt x="21" y="24"/>
                        <a:pt x="24" y="22"/>
                        <a:pt x="24" y="18"/>
                      </a:cubicBezTo>
                      <a:cubicBezTo>
                        <a:pt x="24" y="15"/>
                        <a:pt x="21" y="12"/>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Graphik Regular" panose="020B0503030202060203" pitchFamily="34" charset="77"/>
                    <a:cs typeface="Arial" charset="0"/>
                  </a:endParaRPr>
                </a:p>
              </p:txBody>
            </p:sp>
            <p:sp>
              <p:nvSpPr>
                <p:cNvPr id="22" name="Freeform 67">
                  <a:extLst>
                    <a:ext uri="{FF2B5EF4-FFF2-40B4-BE49-F238E27FC236}">
                      <a16:creationId xmlns:a16="http://schemas.microsoft.com/office/drawing/2014/main" id="{F4A5A8A1-23A0-4C8C-9C66-4ECE220DF14C}"/>
                    </a:ext>
                  </a:extLst>
                </p:cNvPr>
                <p:cNvSpPr>
                  <a:spLocks noEditPoints="1"/>
                </p:cNvSpPr>
                <p:nvPr/>
              </p:nvSpPr>
              <p:spPr bwMode="auto">
                <a:xfrm>
                  <a:off x="6859" y="687"/>
                  <a:ext cx="53" cy="52"/>
                </a:xfrm>
                <a:custGeom>
                  <a:avLst/>
                  <a:gdLst>
                    <a:gd name="T0" fmla="*/ 18 w 36"/>
                    <a:gd name="T1" fmla="*/ 36 h 36"/>
                    <a:gd name="T2" fmla="*/ 0 w 36"/>
                    <a:gd name="T3" fmla="*/ 18 h 36"/>
                    <a:gd name="T4" fmla="*/ 18 w 36"/>
                    <a:gd name="T5" fmla="*/ 0 h 36"/>
                    <a:gd name="T6" fmla="*/ 36 w 36"/>
                    <a:gd name="T7" fmla="*/ 18 h 36"/>
                    <a:gd name="T8" fmla="*/ 18 w 36"/>
                    <a:gd name="T9" fmla="*/ 36 h 36"/>
                    <a:gd name="T10" fmla="*/ 18 w 36"/>
                    <a:gd name="T11" fmla="*/ 12 h 36"/>
                    <a:gd name="T12" fmla="*/ 12 w 36"/>
                    <a:gd name="T13" fmla="*/ 18 h 36"/>
                    <a:gd name="T14" fmla="*/ 18 w 36"/>
                    <a:gd name="T15" fmla="*/ 24 h 36"/>
                    <a:gd name="T16" fmla="*/ 24 w 36"/>
                    <a:gd name="T17" fmla="*/ 18 h 36"/>
                    <a:gd name="T18" fmla="*/ 18 w 36"/>
                    <a:gd name="T19" fmla="*/ 1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36">
                      <a:moveTo>
                        <a:pt x="18" y="36"/>
                      </a:moveTo>
                      <a:cubicBezTo>
                        <a:pt x="8" y="36"/>
                        <a:pt x="0" y="28"/>
                        <a:pt x="0" y="18"/>
                      </a:cubicBezTo>
                      <a:cubicBezTo>
                        <a:pt x="0" y="9"/>
                        <a:pt x="8" y="0"/>
                        <a:pt x="18" y="0"/>
                      </a:cubicBezTo>
                      <a:cubicBezTo>
                        <a:pt x="28" y="0"/>
                        <a:pt x="36" y="9"/>
                        <a:pt x="36" y="18"/>
                      </a:cubicBezTo>
                      <a:cubicBezTo>
                        <a:pt x="36" y="28"/>
                        <a:pt x="28" y="36"/>
                        <a:pt x="18" y="36"/>
                      </a:cubicBezTo>
                      <a:close/>
                      <a:moveTo>
                        <a:pt x="18" y="12"/>
                      </a:moveTo>
                      <a:cubicBezTo>
                        <a:pt x="14" y="12"/>
                        <a:pt x="12" y="15"/>
                        <a:pt x="12" y="18"/>
                      </a:cubicBezTo>
                      <a:cubicBezTo>
                        <a:pt x="12" y="22"/>
                        <a:pt x="14" y="24"/>
                        <a:pt x="18" y="24"/>
                      </a:cubicBezTo>
                      <a:cubicBezTo>
                        <a:pt x="21" y="24"/>
                        <a:pt x="24" y="22"/>
                        <a:pt x="24" y="18"/>
                      </a:cubicBezTo>
                      <a:cubicBezTo>
                        <a:pt x="24" y="15"/>
                        <a:pt x="21" y="12"/>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Graphik Regular" panose="020B0503030202060203" pitchFamily="34" charset="77"/>
                    <a:cs typeface="Arial" charset="0"/>
                  </a:endParaRPr>
                </a:p>
              </p:txBody>
            </p:sp>
            <p:sp>
              <p:nvSpPr>
                <p:cNvPr id="23" name="Freeform 68">
                  <a:extLst>
                    <a:ext uri="{FF2B5EF4-FFF2-40B4-BE49-F238E27FC236}">
                      <a16:creationId xmlns:a16="http://schemas.microsoft.com/office/drawing/2014/main" id="{F84E3C02-9736-4FD8-AD0E-B7DBE6180DDB}"/>
                    </a:ext>
                  </a:extLst>
                </p:cNvPr>
                <p:cNvSpPr>
                  <a:spLocks noEditPoints="1"/>
                </p:cNvSpPr>
                <p:nvPr/>
              </p:nvSpPr>
              <p:spPr bwMode="auto">
                <a:xfrm>
                  <a:off x="6966" y="722"/>
                  <a:ext cx="53" cy="52"/>
                </a:xfrm>
                <a:custGeom>
                  <a:avLst/>
                  <a:gdLst>
                    <a:gd name="T0" fmla="*/ 18 w 36"/>
                    <a:gd name="T1" fmla="*/ 36 h 36"/>
                    <a:gd name="T2" fmla="*/ 0 w 36"/>
                    <a:gd name="T3" fmla="*/ 18 h 36"/>
                    <a:gd name="T4" fmla="*/ 18 w 36"/>
                    <a:gd name="T5" fmla="*/ 0 h 36"/>
                    <a:gd name="T6" fmla="*/ 36 w 36"/>
                    <a:gd name="T7" fmla="*/ 18 h 36"/>
                    <a:gd name="T8" fmla="*/ 18 w 36"/>
                    <a:gd name="T9" fmla="*/ 36 h 36"/>
                    <a:gd name="T10" fmla="*/ 18 w 36"/>
                    <a:gd name="T11" fmla="*/ 12 h 36"/>
                    <a:gd name="T12" fmla="*/ 12 w 36"/>
                    <a:gd name="T13" fmla="*/ 18 h 36"/>
                    <a:gd name="T14" fmla="*/ 18 w 36"/>
                    <a:gd name="T15" fmla="*/ 24 h 36"/>
                    <a:gd name="T16" fmla="*/ 24 w 36"/>
                    <a:gd name="T17" fmla="*/ 18 h 36"/>
                    <a:gd name="T18" fmla="*/ 18 w 36"/>
                    <a:gd name="T19" fmla="*/ 1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36">
                      <a:moveTo>
                        <a:pt x="18" y="36"/>
                      </a:moveTo>
                      <a:cubicBezTo>
                        <a:pt x="8" y="36"/>
                        <a:pt x="0" y="28"/>
                        <a:pt x="0" y="18"/>
                      </a:cubicBezTo>
                      <a:cubicBezTo>
                        <a:pt x="0" y="9"/>
                        <a:pt x="8" y="0"/>
                        <a:pt x="18" y="0"/>
                      </a:cubicBezTo>
                      <a:cubicBezTo>
                        <a:pt x="28" y="0"/>
                        <a:pt x="36" y="9"/>
                        <a:pt x="36" y="18"/>
                      </a:cubicBezTo>
                      <a:cubicBezTo>
                        <a:pt x="36" y="28"/>
                        <a:pt x="28" y="36"/>
                        <a:pt x="18" y="36"/>
                      </a:cubicBezTo>
                      <a:close/>
                      <a:moveTo>
                        <a:pt x="18" y="12"/>
                      </a:moveTo>
                      <a:cubicBezTo>
                        <a:pt x="14" y="12"/>
                        <a:pt x="12" y="15"/>
                        <a:pt x="12" y="18"/>
                      </a:cubicBezTo>
                      <a:cubicBezTo>
                        <a:pt x="12" y="22"/>
                        <a:pt x="14" y="24"/>
                        <a:pt x="18" y="24"/>
                      </a:cubicBezTo>
                      <a:cubicBezTo>
                        <a:pt x="21" y="24"/>
                        <a:pt x="24" y="22"/>
                        <a:pt x="24" y="18"/>
                      </a:cubicBezTo>
                      <a:cubicBezTo>
                        <a:pt x="24" y="15"/>
                        <a:pt x="21" y="12"/>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Graphik Regular" panose="020B0503030202060203" pitchFamily="34" charset="77"/>
                    <a:cs typeface="Arial" charset="0"/>
                  </a:endParaRPr>
                </a:p>
              </p:txBody>
            </p:sp>
            <p:sp>
              <p:nvSpPr>
                <p:cNvPr id="24" name="Freeform 69">
                  <a:extLst>
                    <a:ext uri="{FF2B5EF4-FFF2-40B4-BE49-F238E27FC236}">
                      <a16:creationId xmlns:a16="http://schemas.microsoft.com/office/drawing/2014/main" id="{74322602-CBAD-473B-BBFD-AE85FEB95EB4}"/>
                    </a:ext>
                  </a:extLst>
                </p:cNvPr>
                <p:cNvSpPr>
                  <a:spLocks noEditPoints="1"/>
                </p:cNvSpPr>
                <p:nvPr/>
              </p:nvSpPr>
              <p:spPr bwMode="auto">
                <a:xfrm>
                  <a:off x="7072" y="600"/>
                  <a:ext cx="54" cy="52"/>
                </a:xfrm>
                <a:custGeom>
                  <a:avLst/>
                  <a:gdLst>
                    <a:gd name="T0" fmla="*/ 18 w 36"/>
                    <a:gd name="T1" fmla="*/ 36 h 36"/>
                    <a:gd name="T2" fmla="*/ 0 w 36"/>
                    <a:gd name="T3" fmla="*/ 18 h 36"/>
                    <a:gd name="T4" fmla="*/ 18 w 36"/>
                    <a:gd name="T5" fmla="*/ 0 h 36"/>
                    <a:gd name="T6" fmla="*/ 36 w 36"/>
                    <a:gd name="T7" fmla="*/ 18 h 36"/>
                    <a:gd name="T8" fmla="*/ 18 w 36"/>
                    <a:gd name="T9" fmla="*/ 36 h 36"/>
                    <a:gd name="T10" fmla="*/ 18 w 36"/>
                    <a:gd name="T11" fmla="*/ 12 h 36"/>
                    <a:gd name="T12" fmla="*/ 12 w 36"/>
                    <a:gd name="T13" fmla="*/ 18 h 36"/>
                    <a:gd name="T14" fmla="*/ 18 w 36"/>
                    <a:gd name="T15" fmla="*/ 24 h 36"/>
                    <a:gd name="T16" fmla="*/ 24 w 36"/>
                    <a:gd name="T17" fmla="*/ 18 h 36"/>
                    <a:gd name="T18" fmla="*/ 18 w 36"/>
                    <a:gd name="T19" fmla="*/ 1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36">
                      <a:moveTo>
                        <a:pt x="18" y="36"/>
                      </a:moveTo>
                      <a:cubicBezTo>
                        <a:pt x="8" y="36"/>
                        <a:pt x="0" y="28"/>
                        <a:pt x="0" y="18"/>
                      </a:cubicBezTo>
                      <a:cubicBezTo>
                        <a:pt x="0" y="9"/>
                        <a:pt x="8" y="0"/>
                        <a:pt x="18" y="0"/>
                      </a:cubicBezTo>
                      <a:cubicBezTo>
                        <a:pt x="28" y="0"/>
                        <a:pt x="36" y="9"/>
                        <a:pt x="36" y="18"/>
                      </a:cubicBezTo>
                      <a:cubicBezTo>
                        <a:pt x="36" y="28"/>
                        <a:pt x="28" y="36"/>
                        <a:pt x="18" y="36"/>
                      </a:cubicBezTo>
                      <a:close/>
                      <a:moveTo>
                        <a:pt x="18" y="12"/>
                      </a:moveTo>
                      <a:cubicBezTo>
                        <a:pt x="14" y="12"/>
                        <a:pt x="12" y="15"/>
                        <a:pt x="12" y="18"/>
                      </a:cubicBezTo>
                      <a:cubicBezTo>
                        <a:pt x="12" y="22"/>
                        <a:pt x="14" y="24"/>
                        <a:pt x="18" y="24"/>
                      </a:cubicBezTo>
                      <a:cubicBezTo>
                        <a:pt x="21" y="24"/>
                        <a:pt x="24" y="22"/>
                        <a:pt x="24" y="18"/>
                      </a:cubicBezTo>
                      <a:cubicBezTo>
                        <a:pt x="24" y="15"/>
                        <a:pt x="21" y="12"/>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Graphik Regular" panose="020B0503030202060203" pitchFamily="34" charset="77"/>
                    <a:cs typeface="Arial" charset="0"/>
                  </a:endParaRPr>
                </a:p>
              </p:txBody>
            </p:sp>
            <p:sp>
              <p:nvSpPr>
                <p:cNvPr id="25" name="Freeform 70">
                  <a:extLst>
                    <a:ext uri="{FF2B5EF4-FFF2-40B4-BE49-F238E27FC236}">
                      <a16:creationId xmlns:a16="http://schemas.microsoft.com/office/drawing/2014/main" id="{36355F25-AAEB-4A5E-B83F-72F9CEB38F53}"/>
                    </a:ext>
                  </a:extLst>
                </p:cNvPr>
                <p:cNvSpPr>
                  <a:spLocks/>
                </p:cNvSpPr>
                <p:nvPr/>
              </p:nvSpPr>
              <p:spPr bwMode="auto">
                <a:xfrm>
                  <a:off x="6782" y="714"/>
                  <a:ext cx="99" cy="84"/>
                </a:xfrm>
                <a:custGeom>
                  <a:avLst/>
                  <a:gdLst>
                    <a:gd name="T0" fmla="*/ 7 w 67"/>
                    <a:gd name="T1" fmla="*/ 58 h 58"/>
                    <a:gd name="T2" fmla="*/ 2 w 67"/>
                    <a:gd name="T3" fmla="*/ 56 h 58"/>
                    <a:gd name="T4" fmla="*/ 3 w 67"/>
                    <a:gd name="T5" fmla="*/ 47 h 58"/>
                    <a:gd name="T6" fmla="*/ 57 w 67"/>
                    <a:gd name="T7" fmla="*/ 3 h 58"/>
                    <a:gd name="T8" fmla="*/ 65 w 67"/>
                    <a:gd name="T9" fmla="*/ 3 h 58"/>
                    <a:gd name="T10" fmla="*/ 64 w 67"/>
                    <a:gd name="T11" fmla="*/ 12 h 58"/>
                    <a:gd name="T12" fmla="*/ 11 w 67"/>
                    <a:gd name="T13" fmla="*/ 56 h 58"/>
                    <a:gd name="T14" fmla="*/ 7 w 67"/>
                    <a:gd name="T15" fmla="*/ 58 h 5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7" h="58">
                      <a:moveTo>
                        <a:pt x="7" y="58"/>
                      </a:moveTo>
                      <a:cubicBezTo>
                        <a:pt x="5" y="58"/>
                        <a:pt x="3" y="57"/>
                        <a:pt x="2" y="56"/>
                      </a:cubicBezTo>
                      <a:cubicBezTo>
                        <a:pt x="0" y="53"/>
                        <a:pt x="0" y="49"/>
                        <a:pt x="3" y="47"/>
                      </a:cubicBezTo>
                      <a:cubicBezTo>
                        <a:pt x="57" y="3"/>
                        <a:pt x="57" y="3"/>
                        <a:pt x="57" y="3"/>
                      </a:cubicBezTo>
                      <a:cubicBezTo>
                        <a:pt x="59" y="0"/>
                        <a:pt x="63" y="1"/>
                        <a:pt x="65" y="3"/>
                      </a:cubicBezTo>
                      <a:cubicBezTo>
                        <a:pt x="67" y="6"/>
                        <a:pt x="67" y="10"/>
                        <a:pt x="64" y="12"/>
                      </a:cubicBezTo>
                      <a:cubicBezTo>
                        <a:pt x="11" y="56"/>
                        <a:pt x="11" y="56"/>
                        <a:pt x="11" y="56"/>
                      </a:cubicBezTo>
                      <a:cubicBezTo>
                        <a:pt x="10" y="57"/>
                        <a:pt x="8" y="58"/>
                        <a:pt x="7"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Graphik Regular" panose="020B0503030202060203" pitchFamily="34" charset="77"/>
                    <a:cs typeface="Arial" charset="0"/>
                  </a:endParaRPr>
                </a:p>
              </p:txBody>
            </p:sp>
            <p:sp>
              <p:nvSpPr>
                <p:cNvPr id="26" name="Freeform 71">
                  <a:extLst>
                    <a:ext uri="{FF2B5EF4-FFF2-40B4-BE49-F238E27FC236}">
                      <a16:creationId xmlns:a16="http://schemas.microsoft.com/office/drawing/2014/main" id="{D8CFA74E-C35B-4E22-AC3C-B5168E7A651E}"/>
                    </a:ext>
                  </a:extLst>
                </p:cNvPr>
                <p:cNvSpPr>
                  <a:spLocks/>
                </p:cNvSpPr>
                <p:nvPr/>
              </p:nvSpPr>
              <p:spPr bwMode="auto">
                <a:xfrm>
                  <a:off x="6892" y="708"/>
                  <a:ext cx="93" cy="44"/>
                </a:xfrm>
                <a:custGeom>
                  <a:avLst/>
                  <a:gdLst>
                    <a:gd name="T0" fmla="*/ 57 w 63"/>
                    <a:gd name="T1" fmla="*/ 30 h 30"/>
                    <a:gd name="T2" fmla="*/ 55 w 63"/>
                    <a:gd name="T3" fmla="*/ 29 h 30"/>
                    <a:gd name="T4" fmla="*/ 5 w 63"/>
                    <a:gd name="T5" fmla="*/ 13 h 30"/>
                    <a:gd name="T6" fmla="*/ 1 w 63"/>
                    <a:gd name="T7" fmla="*/ 5 h 30"/>
                    <a:gd name="T8" fmla="*/ 9 w 63"/>
                    <a:gd name="T9" fmla="*/ 2 h 30"/>
                    <a:gd name="T10" fmla="*/ 58 w 63"/>
                    <a:gd name="T11" fmla="*/ 18 h 30"/>
                    <a:gd name="T12" fmla="*/ 62 w 63"/>
                    <a:gd name="T13" fmla="*/ 26 h 30"/>
                    <a:gd name="T14" fmla="*/ 57 w 63"/>
                    <a:gd name="T15" fmla="*/ 30 h 3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3" h="30">
                      <a:moveTo>
                        <a:pt x="57" y="30"/>
                      </a:moveTo>
                      <a:cubicBezTo>
                        <a:pt x="56" y="30"/>
                        <a:pt x="55" y="30"/>
                        <a:pt x="55" y="29"/>
                      </a:cubicBezTo>
                      <a:cubicBezTo>
                        <a:pt x="5" y="13"/>
                        <a:pt x="5" y="13"/>
                        <a:pt x="5" y="13"/>
                      </a:cubicBezTo>
                      <a:cubicBezTo>
                        <a:pt x="2" y="12"/>
                        <a:pt x="0" y="8"/>
                        <a:pt x="1" y="5"/>
                      </a:cubicBezTo>
                      <a:cubicBezTo>
                        <a:pt x="2" y="2"/>
                        <a:pt x="6" y="0"/>
                        <a:pt x="9" y="2"/>
                      </a:cubicBezTo>
                      <a:cubicBezTo>
                        <a:pt x="58" y="18"/>
                        <a:pt x="58" y="18"/>
                        <a:pt x="58" y="18"/>
                      </a:cubicBezTo>
                      <a:cubicBezTo>
                        <a:pt x="62" y="19"/>
                        <a:pt x="63" y="23"/>
                        <a:pt x="62" y="26"/>
                      </a:cubicBezTo>
                      <a:cubicBezTo>
                        <a:pt x="61" y="28"/>
                        <a:pt x="59" y="30"/>
                        <a:pt x="57"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Graphik Regular" panose="020B0503030202060203" pitchFamily="34" charset="77"/>
                    <a:cs typeface="Arial" charset="0"/>
                  </a:endParaRPr>
                </a:p>
              </p:txBody>
            </p:sp>
            <p:sp>
              <p:nvSpPr>
                <p:cNvPr id="27" name="Freeform 72">
                  <a:extLst>
                    <a:ext uri="{FF2B5EF4-FFF2-40B4-BE49-F238E27FC236}">
                      <a16:creationId xmlns:a16="http://schemas.microsoft.com/office/drawing/2014/main" id="{6E57C27F-BDB6-4B83-B64F-3A1C85BB7DFD}"/>
                    </a:ext>
                  </a:extLst>
                </p:cNvPr>
                <p:cNvSpPr>
                  <a:spLocks/>
                </p:cNvSpPr>
                <p:nvPr/>
              </p:nvSpPr>
              <p:spPr bwMode="auto">
                <a:xfrm>
                  <a:off x="6994" y="630"/>
                  <a:ext cx="103" cy="113"/>
                </a:xfrm>
                <a:custGeom>
                  <a:avLst/>
                  <a:gdLst>
                    <a:gd name="T0" fmla="*/ 6 w 70"/>
                    <a:gd name="T1" fmla="*/ 78 h 78"/>
                    <a:gd name="T2" fmla="*/ 3 w 70"/>
                    <a:gd name="T3" fmla="*/ 77 h 78"/>
                    <a:gd name="T4" fmla="*/ 2 w 70"/>
                    <a:gd name="T5" fmla="*/ 68 h 78"/>
                    <a:gd name="T6" fmla="*/ 58 w 70"/>
                    <a:gd name="T7" fmla="*/ 3 h 78"/>
                    <a:gd name="T8" fmla="*/ 67 w 70"/>
                    <a:gd name="T9" fmla="*/ 2 h 78"/>
                    <a:gd name="T10" fmla="*/ 67 w 70"/>
                    <a:gd name="T11" fmla="*/ 10 h 78"/>
                    <a:gd name="T12" fmla="*/ 11 w 70"/>
                    <a:gd name="T13" fmla="*/ 76 h 78"/>
                    <a:gd name="T14" fmla="*/ 6 w 70"/>
                    <a:gd name="T15" fmla="*/ 78 h 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78">
                      <a:moveTo>
                        <a:pt x="6" y="78"/>
                      </a:moveTo>
                      <a:cubicBezTo>
                        <a:pt x="5" y="78"/>
                        <a:pt x="4" y="78"/>
                        <a:pt x="3" y="77"/>
                      </a:cubicBezTo>
                      <a:cubicBezTo>
                        <a:pt x="0" y="75"/>
                        <a:pt x="0" y="71"/>
                        <a:pt x="2" y="68"/>
                      </a:cubicBezTo>
                      <a:cubicBezTo>
                        <a:pt x="58" y="3"/>
                        <a:pt x="58" y="3"/>
                        <a:pt x="58" y="3"/>
                      </a:cubicBezTo>
                      <a:cubicBezTo>
                        <a:pt x="60" y="0"/>
                        <a:pt x="64" y="0"/>
                        <a:pt x="67" y="2"/>
                      </a:cubicBezTo>
                      <a:cubicBezTo>
                        <a:pt x="69" y="4"/>
                        <a:pt x="70" y="8"/>
                        <a:pt x="67" y="10"/>
                      </a:cubicBezTo>
                      <a:cubicBezTo>
                        <a:pt x="11" y="76"/>
                        <a:pt x="11" y="76"/>
                        <a:pt x="11" y="76"/>
                      </a:cubicBezTo>
                      <a:cubicBezTo>
                        <a:pt x="10" y="78"/>
                        <a:pt x="8" y="78"/>
                        <a:pt x="6" y="7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Graphik Regular" panose="020B0503030202060203" pitchFamily="34" charset="77"/>
                    <a:cs typeface="Arial" charset="0"/>
                  </a:endParaRPr>
                </a:p>
              </p:txBody>
            </p:sp>
          </p:grpSp>
        </p:grpSp>
      </p:grpSp>
      <p:grpSp>
        <p:nvGrpSpPr>
          <p:cNvPr id="82" name="Group 81">
            <a:extLst>
              <a:ext uri="{FF2B5EF4-FFF2-40B4-BE49-F238E27FC236}">
                <a16:creationId xmlns:a16="http://schemas.microsoft.com/office/drawing/2014/main" id="{138C5467-56A0-42D4-B189-0A77F49B533B}"/>
              </a:ext>
            </a:extLst>
          </p:cNvPr>
          <p:cNvGrpSpPr/>
          <p:nvPr/>
        </p:nvGrpSpPr>
        <p:grpSpPr>
          <a:xfrm>
            <a:off x="495113" y="1597176"/>
            <a:ext cx="3202764" cy="797813"/>
            <a:chOff x="495113" y="1844826"/>
            <a:chExt cx="3202764" cy="797813"/>
          </a:xfrm>
        </p:grpSpPr>
        <p:sp>
          <p:nvSpPr>
            <p:cNvPr id="8" name="TextBox 7">
              <a:extLst>
                <a:ext uri="{FF2B5EF4-FFF2-40B4-BE49-F238E27FC236}">
                  <a16:creationId xmlns:a16="http://schemas.microsoft.com/office/drawing/2014/main" id="{228614BB-43A3-4755-9717-968802811B89}"/>
                </a:ext>
              </a:extLst>
            </p:cNvPr>
            <p:cNvSpPr txBox="1"/>
            <p:nvPr/>
          </p:nvSpPr>
          <p:spPr>
            <a:xfrm>
              <a:off x="1269222" y="1949389"/>
              <a:ext cx="2428655" cy="588687"/>
            </a:xfrm>
            <a:prstGeom prst="rect">
              <a:avLst/>
            </a:prstGeom>
            <a:noFill/>
          </p:spPr>
          <p:txBody>
            <a:bodyPr wrap="square" lIns="107992" tIns="0" rIns="0" bIns="0" rtlCol="0" anchor="ctr">
              <a:spAutoFit/>
            </a:bodyPr>
            <a:lstStyle/>
            <a:p>
              <a:pPr>
                <a:lnSpc>
                  <a:spcPct val="110000"/>
                </a:lnSpc>
              </a:pPr>
              <a:r>
                <a:rPr lang="en-US" b="1" dirty="0">
                  <a:solidFill>
                    <a:srgbClr val="000000"/>
                  </a:solidFill>
                  <a:cs typeface="Arial" charset="0"/>
                </a:rPr>
                <a:t>Preventive Maintenance (PM)</a:t>
              </a:r>
            </a:p>
          </p:txBody>
        </p:sp>
        <p:grpSp>
          <p:nvGrpSpPr>
            <p:cNvPr id="28" name="Group 27">
              <a:extLst>
                <a:ext uri="{FF2B5EF4-FFF2-40B4-BE49-F238E27FC236}">
                  <a16:creationId xmlns:a16="http://schemas.microsoft.com/office/drawing/2014/main" id="{7A09B895-DDF6-4A8F-9AD6-2D9A289BA232}"/>
                </a:ext>
              </a:extLst>
            </p:cNvPr>
            <p:cNvGrpSpPr/>
            <p:nvPr/>
          </p:nvGrpSpPr>
          <p:grpSpPr>
            <a:xfrm>
              <a:off x="495113" y="1844826"/>
              <a:ext cx="797813" cy="797813"/>
              <a:chOff x="495113" y="1844826"/>
              <a:chExt cx="797813" cy="797813"/>
            </a:xfrm>
          </p:grpSpPr>
          <p:sp>
            <p:nvSpPr>
              <p:cNvPr id="29" name="Oval 28">
                <a:extLst>
                  <a:ext uri="{FF2B5EF4-FFF2-40B4-BE49-F238E27FC236}">
                    <a16:creationId xmlns:a16="http://schemas.microsoft.com/office/drawing/2014/main" id="{81C8A6FA-5D5A-4AE8-9A46-6AC193847FBB}"/>
                  </a:ext>
                </a:extLst>
              </p:cNvPr>
              <p:cNvSpPr/>
              <p:nvPr/>
            </p:nvSpPr>
            <p:spPr bwMode="auto">
              <a:xfrm>
                <a:off x="495113" y="1844826"/>
                <a:ext cx="797813" cy="797813"/>
              </a:xfrm>
              <a:prstGeom prst="ellipse">
                <a:avLst/>
              </a:prstGeom>
              <a:solidFill>
                <a:schemeClr val="bg1"/>
              </a:solidFill>
              <a:ln w="28575">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grpSp>
            <p:nvGrpSpPr>
              <p:cNvPr id="30" name="Group 207">
                <a:extLst>
                  <a:ext uri="{FF2B5EF4-FFF2-40B4-BE49-F238E27FC236}">
                    <a16:creationId xmlns:a16="http://schemas.microsoft.com/office/drawing/2014/main" id="{A68F1C45-E311-425E-8336-2310C6594416}"/>
                  </a:ext>
                </a:extLst>
              </p:cNvPr>
              <p:cNvGrpSpPr>
                <a:grpSpLocks noChangeAspect="1"/>
              </p:cNvGrpSpPr>
              <p:nvPr/>
            </p:nvGrpSpPr>
            <p:grpSpPr bwMode="auto">
              <a:xfrm>
                <a:off x="633087" y="1987700"/>
                <a:ext cx="521864" cy="512064"/>
                <a:chOff x="528" y="3153"/>
                <a:chExt cx="426" cy="418"/>
              </a:xfrm>
              <a:solidFill>
                <a:schemeClr val="tx2"/>
              </a:solidFill>
            </p:grpSpPr>
            <p:sp>
              <p:nvSpPr>
                <p:cNvPr id="31" name="Freeform 208">
                  <a:extLst>
                    <a:ext uri="{FF2B5EF4-FFF2-40B4-BE49-F238E27FC236}">
                      <a16:creationId xmlns:a16="http://schemas.microsoft.com/office/drawing/2014/main" id="{D409FF50-FF97-475E-A5AA-14927DBD0BC4}"/>
                    </a:ext>
                  </a:extLst>
                </p:cNvPr>
                <p:cNvSpPr>
                  <a:spLocks/>
                </p:cNvSpPr>
                <p:nvPr/>
              </p:nvSpPr>
              <p:spPr bwMode="auto">
                <a:xfrm>
                  <a:off x="617" y="3224"/>
                  <a:ext cx="248" cy="18"/>
                </a:xfrm>
                <a:custGeom>
                  <a:avLst/>
                  <a:gdLst>
                    <a:gd name="T0" fmla="*/ 162 w 168"/>
                    <a:gd name="T1" fmla="*/ 12 h 12"/>
                    <a:gd name="T2" fmla="*/ 6 w 168"/>
                    <a:gd name="T3" fmla="*/ 12 h 12"/>
                    <a:gd name="T4" fmla="*/ 0 w 168"/>
                    <a:gd name="T5" fmla="*/ 6 h 12"/>
                    <a:gd name="T6" fmla="*/ 6 w 168"/>
                    <a:gd name="T7" fmla="*/ 0 h 12"/>
                    <a:gd name="T8" fmla="*/ 162 w 168"/>
                    <a:gd name="T9" fmla="*/ 0 h 12"/>
                    <a:gd name="T10" fmla="*/ 168 w 168"/>
                    <a:gd name="T11" fmla="*/ 6 h 12"/>
                    <a:gd name="T12" fmla="*/ 162 w 16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68" h="12">
                      <a:moveTo>
                        <a:pt x="162" y="12"/>
                      </a:moveTo>
                      <a:cubicBezTo>
                        <a:pt x="6" y="12"/>
                        <a:pt x="6" y="12"/>
                        <a:pt x="6" y="12"/>
                      </a:cubicBezTo>
                      <a:cubicBezTo>
                        <a:pt x="3" y="12"/>
                        <a:pt x="0" y="9"/>
                        <a:pt x="0" y="6"/>
                      </a:cubicBezTo>
                      <a:cubicBezTo>
                        <a:pt x="0" y="2"/>
                        <a:pt x="3" y="0"/>
                        <a:pt x="6" y="0"/>
                      </a:cubicBezTo>
                      <a:cubicBezTo>
                        <a:pt x="162" y="0"/>
                        <a:pt x="162" y="0"/>
                        <a:pt x="162" y="0"/>
                      </a:cubicBezTo>
                      <a:cubicBezTo>
                        <a:pt x="166" y="0"/>
                        <a:pt x="168" y="2"/>
                        <a:pt x="168" y="6"/>
                      </a:cubicBezTo>
                      <a:cubicBezTo>
                        <a:pt x="168" y="9"/>
                        <a:pt x="166" y="12"/>
                        <a:pt x="16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32" name="Freeform 209">
                  <a:extLst>
                    <a:ext uri="{FF2B5EF4-FFF2-40B4-BE49-F238E27FC236}">
                      <a16:creationId xmlns:a16="http://schemas.microsoft.com/office/drawing/2014/main" id="{5D0E0400-815E-4103-B2BE-DA57C18FE62D}"/>
                    </a:ext>
                  </a:extLst>
                </p:cNvPr>
                <p:cNvSpPr>
                  <a:spLocks noEditPoints="1"/>
                </p:cNvSpPr>
                <p:nvPr/>
              </p:nvSpPr>
              <p:spPr bwMode="auto">
                <a:xfrm>
                  <a:off x="617" y="3155"/>
                  <a:ext cx="250" cy="217"/>
                </a:xfrm>
                <a:custGeom>
                  <a:avLst/>
                  <a:gdLst>
                    <a:gd name="T0" fmla="*/ 84 w 169"/>
                    <a:gd name="T1" fmla="*/ 150 h 150"/>
                    <a:gd name="T2" fmla="*/ 80 w 169"/>
                    <a:gd name="T3" fmla="*/ 148 h 150"/>
                    <a:gd name="T4" fmla="*/ 2 w 169"/>
                    <a:gd name="T5" fmla="*/ 58 h 150"/>
                    <a:gd name="T6" fmla="*/ 1 w 169"/>
                    <a:gd name="T7" fmla="*/ 50 h 150"/>
                    <a:gd name="T8" fmla="*/ 37 w 169"/>
                    <a:gd name="T9" fmla="*/ 2 h 150"/>
                    <a:gd name="T10" fmla="*/ 42 w 169"/>
                    <a:gd name="T11" fmla="*/ 0 h 150"/>
                    <a:gd name="T12" fmla="*/ 126 w 169"/>
                    <a:gd name="T13" fmla="*/ 0 h 150"/>
                    <a:gd name="T14" fmla="*/ 131 w 169"/>
                    <a:gd name="T15" fmla="*/ 2 h 150"/>
                    <a:gd name="T16" fmla="*/ 167 w 169"/>
                    <a:gd name="T17" fmla="*/ 50 h 150"/>
                    <a:gd name="T18" fmla="*/ 167 w 169"/>
                    <a:gd name="T19" fmla="*/ 58 h 150"/>
                    <a:gd name="T20" fmla="*/ 89 w 169"/>
                    <a:gd name="T21" fmla="*/ 148 h 150"/>
                    <a:gd name="T22" fmla="*/ 84 w 169"/>
                    <a:gd name="T23" fmla="*/ 150 h 150"/>
                    <a:gd name="T24" fmla="*/ 14 w 169"/>
                    <a:gd name="T25" fmla="*/ 53 h 150"/>
                    <a:gd name="T26" fmla="*/ 84 w 169"/>
                    <a:gd name="T27" fmla="*/ 134 h 150"/>
                    <a:gd name="T28" fmla="*/ 155 w 169"/>
                    <a:gd name="T29" fmla="*/ 53 h 150"/>
                    <a:gd name="T30" fmla="*/ 123 w 169"/>
                    <a:gd name="T31" fmla="*/ 12 h 150"/>
                    <a:gd name="T32" fmla="*/ 45 w 169"/>
                    <a:gd name="T33" fmla="*/ 12 h 150"/>
                    <a:gd name="T34" fmla="*/ 14 w 169"/>
                    <a:gd name="T35" fmla="*/ 53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69" h="150">
                      <a:moveTo>
                        <a:pt x="84" y="150"/>
                      </a:moveTo>
                      <a:cubicBezTo>
                        <a:pt x="82" y="150"/>
                        <a:pt x="81" y="149"/>
                        <a:pt x="80" y="148"/>
                      </a:cubicBezTo>
                      <a:cubicBezTo>
                        <a:pt x="2" y="58"/>
                        <a:pt x="2" y="58"/>
                        <a:pt x="2" y="58"/>
                      </a:cubicBezTo>
                      <a:cubicBezTo>
                        <a:pt x="0" y="55"/>
                        <a:pt x="0" y="52"/>
                        <a:pt x="1" y="50"/>
                      </a:cubicBezTo>
                      <a:cubicBezTo>
                        <a:pt x="37" y="2"/>
                        <a:pt x="37" y="2"/>
                        <a:pt x="37" y="2"/>
                      </a:cubicBezTo>
                      <a:cubicBezTo>
                        <a:pt x="39" y="1"/>
                        <a:pt x="40" y="0"/>
                        <a:pt x="42" y="0"/>
                      </a:cubicBezTo>
                      <a:cubicBezTo>
                        <a:pt x="126" y="0"/>
                        <a:pt x="126" y="0"/>
                        <a:pt x="126" y="0"/>
                      </a:cubicBezTo>
                      <a:cubicBezTo>
                        <a:pt x="128" y="0"/>
                        <a:pt x="130" y="1"/>
                        <a:pt x="131" y="2"/>
                      </a:cubicBezTo>
                      <a:cubicBezTo>
                        <a:pt x="167" y="50"/>
                        <a:pt x="167" y="50"/>
                        <a:pt x="167" y="50"/>
                      </a:cubicBezTo>
                      <a:cubicBezTo>
                        <a:pt x="169" y="52"/>
                        <a:pt x="169" y="55"/>
                        <a:pt x="167" y="58"/>
                      </a:cubicBezTo>
                      <a:cubicBezTo>
                        <a:pt x="89" y="148"/>
                        <a:pt x="89" y="148"/>
                        <a:pt x="89" y="148"/>
                      </a:cubicBezTo>
                      <a:cubicBezTo>
                        <a:pt x="88" y="149"/>
                        <a:pt x="86" y="150"/>
                        <a:pt x="84" y="150"/>
                      </a:cubicBezTo>
                      <a:close/>
                      <a:moveTo>
                        <a:pt x="14" y="53"/>
                      </a:moveTo>
                      <a:cubicBezTo>
                        <a:pt x="84" y="134"/>
                        <a:pt x="84" y="134"/>
                        <a:pt x="84" y="134"/>
                      </a:cubicBezTo>
                      <a:cubicBezTo>
                        <a:pt x="155" y="53"/>
                        <a:pt x="155" y="53"/>
                        <a:pt x="155" y="53"/>
                      </a:cubicBezTo>
                      <a:cubicBezTo>
                        <a:pt x="123" y="12"/>
                        <a:pt x="123" y="12"/>
                        <a:pt x="123" y="12"/>
                      </a:cubicBezTo>
                      <a:cubicBezTo>
                        <a:pt x="45" y="12"/>
                        <a:pt x="45" y="12"/>
                        <a:pt x="45" y="12"/>
                      </a:cubicBezTo>
                      <a:lnTo>
                        <a:pt x="14" y="5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33" name="Freeform 210">
                  <a:extLst>
                    <a:ext uri="{FF2B5EF4-FFF2-40B4-BE49-F238E27FC236}">
                      <a16:creationId xmlns:a16="http://schemas.microsoft.com/office/drawing/2014/main" id="{B67CBABB-BB54-4931-8D70-7166D972C380}"/>
                    </a:ext>
                  </a:extLst>
                </p:cNvPr>
                <p:cNvSpPr>
                  <a:spLocks noEditPoints="1"/>
                </p:cNvSpPr>
                <p:nvPr/>
              </p:nvSpPr>
              <p:spPr bwMode="auto">
                <a:xfrm>
                  <a:off x="777" y="3502"/>
                  <a:ext cx="124" cy="69"/>
                </a:xfrm>
                <a:custGeom>
                  <a:avLst/>
                  <a:gdLst>
                    <a:gd name="T0" fmla="*/ 78 w 84"/>
                    <a:gd name="T1" fmla="*/ 48 h 48"/>
                    <a:gd name="T2" fmla="*/ 6 w 84"/>
                    <a:gd name="T3" fmla="*/ 48 h 48"/>
                    <a:gd name="T4" fmla="*/ 0 w 84"/>
                    <a:gd name="T5" fmla="*/ 42 h 48"/>
                    <a:gd name="T6" fmla="*/ 0 w 84"/>
                    <a:gd name="T7" fmla="*/ 6 h 48"/>
                    <a:gd name="T8" fmla="*/ 6 w 84"/>
                    <a:gd name="T9" fmla="*/ 0 h 48"/>
                    <a:gd name="T10" fmla="*/ 78 w 84"/>
                    <a:gd name="T11" fmla="*/ 0 h 48"/>
                    <a:gd name="T12" fmla="*/ 84 w 84"/>
                    <a:gd name="T13" fmla="*/ 6 h 48"/>
                    <a:gd name="T14" fmla="*/ 84 w 84"/>
                    <a:gd name="T15" fmla="*/ 42 h 48"/>
                    <a:gd name="T16" fmla="*/ 78 w 84"/>
                    <a:gd name="T17" fmla="*/ 48 h 48"/>
                    <a:gd name="T18" fmla="*/ 12 w 84"/>
                    <a:gd name="T19" fmla="*/ 36 h 48"/>
                    <a:gd name="T20" fmla="*/ 72 w 84"/>
                    <a:gd name="T21" fmla="*/ 36 h 48"/>
                    <a:gd name="T22" fmla="*/ 72 w 84"/>
                    <a:gd name="T23" fmla="*/ 12 h 48"/>
                    <a:gd name="T24" fmla="*/ 12 w 84"/>
                    <a:gd name="T25" fmla="*/ 12 h 48"/>
                    <a:gd name="T26" fmla="*/ 12 w 84"/>
                    <a:gd name="T27" fmla="*/ 36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4" h="48">
                      <a:moveTo>
                        <a:pt x="78" y="48"/>
                      </a:moveTo>
                      <a:cubicBezTo>
                        <a:pt x="6" y="48"/>
                        <a:pt x="6" y="48"/>
                        <a:pt x="6" y="48"/>
                      </a:cubicBezTo>
                      <a:cubicBezTo>
                        <a:pt x="3" y="48"/>
                        <a:pt x="0" y="45"/>
                        <a:pt x="0" y="42"/>
                      </a:cubicBezTo>
                      <a:cubicBezTo>
                        <a:pt x="0" y="6"/>
                        <a:pt x="0" y="6"/>
                        <a:pt x="0" y="6"/>
                      </a:cubicBezTo>
                      <a:cubicBezTo>
                        <a:pt x="0" y="2"/>
                        <a:pt x="3" y="0"/>
                        <a:pt x="6" y="0"/>
                      </a:cubicBezTo>
                      <a:cubicBezTo>
                        <a:pt x="78" y="0"/>
                        <a:pt x="78" y="0"/>
                        <a:pt x="78" y="0"/>
                      </a:cubicBezTo>
                      <a:cubicBezTo>
                        <a:pt x="82" y="0"/>
                        <a:pt x="84" y="2"/>
                        <a:pt x="84" y="6"/>
                      </a:cubicBezTo>
                      <a:cubicBezTo>
                        <a:pt x="84" y="42"/>
                        <a:pt x="84" y="42"/>
                        <a:pt x="84" y="42"/>
                      </a:cubicBezTo>
                      <a:cubicBezTo>
                        <a:pt x="84" y="45"/>
                        <a:pt x="82" y="48"/>
                        <a:pt x="78" y="48"/>
                      </a:cubicBezTo>
                      <a:close/>
                      <a:moveTo>
                        <a:pt x="12" y="36"/>
                      </a:moveTo>
                      <a:cubicBezTo>
                        <a:pt x="72" y="36"/>
                        <a:pt x="72" y="36"/>
                        <a:pt x="72" y="36"/>
                      </a:cubicBezTo>
                      <a:cubicBezTo>
                        <a:pt x="72" y="12"/>
                        <a:pt x="72" y="12"/>
                        <a:pt x="72" y="12"/>
                      </a:cubicBezTo>
                      <a:cubicBezTo>
                        <a:pt x="12" y="12"/>
                        <a:pt x="12" y="12"/>
                        <a:pt x="12" y="12"/>
                      </a:cubicBezTo>
                      <a:lnTo>
                        <a:pt x="12" y="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34" name="Freeform 211">
                  <a:extLst>
                    <a:ext uri="{FF2B5EF4-FFF2-40B4-BE49-F238E27FC236}">
                      <a16:creationId xmlns:a16="http://schemas.microsoft.com/office/drawing/2014/main" id="{AD0C3AB1-E55B-4746-838A-04A5F02093F7}"/>
                    </a:ext>
                  </a:extLst>
                </p:cNvPr>
                <p:cNvSpPr>
                  <a:spLocks/>
                </p:cNvSpPr>
                <p:nvPr/>
              </p:nvSpPr>
              <p:spPr bwMode="auto">
                <a:xfrm>
                  <a:off x="794" y="3262"/>
                  <a:ext cx="160" cy="257"/>
                </a:xfrm>
                <a:custGeom>
                  <a:avLst/>
                  <a:gdLst>
                    <a:gd name="T0" fmla="*/ 54 w 108"/>
                    <a:gd name="T1" fmla="*/ 178 h 178"/>
                    <a:gd name="T2" fmla="*/ 48 w 108"/>
                    <a:gd name="T3" fmla="*/ 172 h 178"/>
                    <a:gd name="T4" fmla="*/ 48 w 108"/>
                    <a:gd name="T5" fmla="*/ 153 h 178"/>
                    <a:gd name="T6" fmla="*/ 50 w 108"/>
                    <a:gd name="T7" fmla="*/ 149 h 178"/>
                    <a:gd name="T8" fmla="*/ 96 w 108"/>
                    <a:gd name="T9" fmla="*/ 103 h 178"/>
                    <a:gd name="T10" fmla="*/ 96 w 108"/>
                    <a:gd name="T11" fmla="*/ 15 h 178"/>
                    <a:gd name="T12" fmla="*/ 93 w 108"/>
                    <a:gd name="T13" fmla="*/ 16 h 178"/>
                    <a:gd name="T14" fmla="*/ 78 w 108"/>
                    <a:gd name="T15" fmla="*/ 82 h 178"/>
                    <a:gd name="T16" fmla="*/ 76 w 108"/>
                    <a:gd name="T17" fmla="*/ 86 h 178"/>
                    <a:gd name="T18" fmla="*/ 41 w 108"/>
                    <a:gd name="T19" fmla="*/ 122 h 178"/>
                    <a:gd name="T20" fmla="*/ 34 w 108"/>
                    <a:gd name="T21" fmla="*/ 123 h 178"/>
                    <a:gd name="T22" fmla="*/ 31 w 108"/>
                    <a:gd name="T23" fmla="*/ 116 h 178"/>
                    <a:gd name="T24" fmla="*/ 39 w 108"/>
                    <a:gd name="T25" fmla="*/ 80 h 178"/>
                    <a:gd name="T26" fmla="*/ 37 w 108"/>
                    <a:gd name="T27" fmla="*/ 69 h 178"/>
                    <a:gd name="T28" fmla="*/ 30 w 108"/>
                    <a:gd name="T29" fmla="*/ 73 h 178"/>
                    <a:gd name="T30" fmla="*/ 12 w 108"/>
                    <a:gd name="T31" fmla="*/ 118 h 178"/>
                    <a:gd name="T32" fmla="*/ 12 w 108"/>
                    <a:gd name="T33" fmla="*/ 172 h 178"/>
                    <a:gd name="T34" fmla="*/ 6 w 108"/>
                    <a:gd name="T35" fmla="*/ 178 h 178"/>
                    <a:gd name="T36" fmla="*/ 0 w 108"/>
                    <a:gd name="T37" fmla="*/ 172 h 178"/>
                    <a:gd name="T38" fmla="*/ 0 w 108"/>
                    <a:gd name="T39" fmla="*/ 118 h 178"/>
                    <a:gd name="T40" fmla="*/ 0 w 108"/>
                    <a:gd name="T41" fmla="*/ 116 h 178"/>
                    <a:gd name="T42" fmla="*/ 20 w 108"/>
                    <a:gd name="T43" fmla="*/ 67 h 178"/>
                    <a:gd name="T44" fmla="*/ 41 w 108"/>
                    <a:gd name="T45" fmla="*/ 58 h 178"/>
                    <a:gd name="T46" fmla="*/ 51 w 108"/>
                    <a:gd name="T47" fmla="*/ 83 h 178"/>
                    <a:gd name="T48" fmla="*/ 47 w 108"/>
                    <a:gd name="T49" fmla="*/ 98 h 178"/>
                    <a:gd name="T50" fmla="*/ 66 w 108"/>
                    <a:gd name="T51" fmla="*/ 79 h 178"/>
                    <a:gd name="T52" fmla="*/ 87 w 108"/>
                    <a:gd name="T53" fmla="*/ 6 h 178"/>
                    <a:gd name="T54" fmla="*/ 104 w 108"/>
                    <a:gd name="T55" fmla="*/ 3 h 178"/>
                    <a:gd name="T56" fmla="*/ 108 w 108"/>
                    <a:gd name="T57" fmla="*/ 9 h 178"/>
                    <a:gd name="T58" fmla="*/ 108 w 108"/>
                    <a:gd name="T59" fmla="*/ 106 h 178"/>
                    <a:gd name="T60" fmla="*/ 106 w 108"/>
                    <a:gd name="T61" fmla="*/ 110 h 178"/>
                    <a:gd name="T62" fmla="*/ 60 w 108"/>
                    <a:gd name="T63" fmla="*/ 156 h 178"/>
                    <a:gd name="T64" fmla="*/ 60 w 108"/>
                    <a:gd name="T65" fmla="*/ 172 h 178"/>
                    <a:gd name="T66" fmla="*/ 54 w 108"/>
                    <a:gd name="T67" fmla="*/ 178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08" h="178">
                      <a:moveTo>
                        <a:pt x="54" y="178"/>
                      </a:moveTo>
                      <a:cubicBezTo>
                        <a:pt x="51" y="178"/>
                        <a:pt x="48" y="175"/>
                        <a:pt x="48" y="172"/>
                      </a:cubicBezTo>
                      <a:cubicBezTo>
                        <a:pt x="48" y="153"/>
                        <a:pt x="48" y="153"/>
                        <a:pt x="48" y="153"/>
                      </a:cubicBezTo>
                      <a:cubicBezTo>
                        <a:pt x="48" y="152"/>
                        <a:pt x="49" y="150"/>
                        <a:pt x="50" y="149"/>
                      </a:cubicBezTo>
                      <a:cubicBezTo>
                        <a:pt x="50" y="149"/>
                        <a:pt x="84" y="115"/>
                        <a:pt x="96" y="103"/>
                      </a:cubicBezTo>
                      <a:cubicBezTo>
                        <a:pt x="96" y="15"/>
                        <a:pt x="96" y="15"/>
                        <a:pt x="96" y="15"/>
                      </a:cubicBezTo>
                      <a:cubicBezTo>
                        <a:pt x="95" y="15"/>
                        <a:pt x="94" y="16"/>
                        <a:pt x="93" y="16"/>
                      </a:cubicBezTo>
                      <a:cubicBezTo>
                        <a:pt x="88" y="21"/>
                        <a:pt x="78" y="35"/>
                        <a:pt x="78" y="82"/>
                      </a:cubicBezTo>
                      <a:cubicBezTo>
                        <a:pt x="78" y="83"/>
                        <a:pt x="78" y="85"/>
                        <a:pt x="76" y="86"/>
                      </a:cubicBezTo>
                      <a:cubicBezTo>
                        <a:pt x="41" y="122"/>
                        <a:pt x="41" y="122"/>
                        <a:pt x="41" y="122"/>
                      </a:cubicBezTo>
                      <a:cubicBezTo>
                        <a:pt x="39" y="123"/>
                        <a:pt x="36" y="124"/>
                        <a:pt x="34" y="123"/>
                      </a:cubicBezTo>
                      <a:cubicBezTo>
                        <a:pt x="31" y="121"/>
                        <a:pt x="30" y="119"/>
                        <a:pt x="31" y="116"/>
                      </a:cubicBezTo>
                      <a:cubicBezTo>
                        <a:pt x="39" y="80"/>
                        <a:pt x="39" y="80"/>
                        <a:pt x="39" y="80"/>
                      </a:cubicBezTo>
                      <a:cubicBezTo>
                        <a:pt x="40" y="74"/>
                        <a:pt x="39" y="70"/>
                        <a:pt x="37" y="69"/>
                      </a:cubicBezTo>
                      <a:cubicBezTo>
                        <a:pt x="34" y="69"/>
                        <a:pt x="32" y="70"/>
                        <a:pt x="30" y="73"/>
                      </a:cubicBezTo>
                      <a:cubicBezTo>
                        <a:pt x="24" y="83"/>
                        <a:pt x="15" y="108"/>
                        <a:pt x="12" y="118"/>
                      </a:cubicBezTo>
                      <a:cubicBezTo>
                        <a:pt x="12" y="172"/>
                        <a:pt x="12" y="172"/>
                        <a:pt x="12" y="172"/>
                      </a:cubicBezTo>
                      <a:cubicBezTo>
                        <a:pt x="12" y="175"/>
                        <a:pt x="10" y="178"/>
                        <a:pt x="6" y="178"/>
                      </a:cubicBezTo>
                      <a:cubicBezTo>
                        <a:pt x="3" y="178"/>
                        <a:pt x="0" y="175"/>
                        <a:pt x="0" y="172"/>
                      </a:cubicBezTo>
                      <a:cubicBezTo>
                        <a:pt x="0" y="118"/>
                        <a:pt x="0" y="118"/>
                        <a:pt x="0" y="118"/>
                      </a:cubicBezTo>
                      <a:cubicBezTo>
                        <a:pt x="0" y="117"/>
                        <a:pt x="0" y="116"/>
                        <a:pt x="0" y="116"/>
                      </a:cubicBezTo>
                      <a:cubicBezTo>
                        <a:pt x="1" y="114"/>
                        <a:pt x="11" y="80"/>
                        <a:pt x="20" y="67"/>
                      </a:cubicBezTo>
                      <a:cubicBezTo>
                        <a:pt x="26" y="57"/>
                        <a:pt x="35" y="56"/>
                        <a:pt x="41" y="58"/>
                      </a:cubicBezTo>
                      <a:cubicBezTo>
                        <a:pt x="48" y="61"/>
                        <a:pt x="54" y="70"/>
                        <a:pt x="51" y="83"/>
                      </a:cubicBezTo>
                      <a:cubicBezTo>
                        <a:pt x="47" y="98"/>
                        <a:pt x="47" y="98"/>
                        <a:pt x="47" y="98"/>
                      </a:cubicBezTo>
                      <a:cubicBezTo>
                        <a:pt x="66" y="79"/>
                        <a:pt x="66" y="79"/>
                        <a:pt x="66" y="79"/>
                      </a:cubicBezTo>
                      <a:cubicBezTo>
                        <a:pt x="67" y="40"/>
                        <a:pt x="73" y="16"/>
                        <a:pt x="87" y="6"/>
                      </a:cubicBezTo>
                      <a:cubicBezTo>
                        <a:pt x="95" y="0"/>
                        <a:pt x="103" y="3"/>
                        <a:pt x="104" y="3"/>
                      </a:cubicBezTo>
                      <a:cubicBezTo>
                        <a:pt x="107" y="4"/>
                        <a:pt x="108" y="6"/>
                        <a:pt x="108" y="9"/>
                      </a:cubicBezTo>
                      <a:cubicBezTo>
                        <a:pt x="108" y="106"/>
                        <a:pt x="108" y="106"/>
                        <a:pt x="108" y="106"/>
                      </a:cubicBezTo>
                      <a:cubicBezTo>
                        <a:pt x="108" y="107"/>
                        <a:pt x="108" y="109"/>
                        <a:pt x="106" y="110"/>
                      </a:cubicBezTo>
                      <a:cubicBezTo>
                        <a:pt x="98" y="118"/>
                        <a:pt x="68" y="148"/>
                        <a:pt x="60" y="156"/>
                      </a:cubicBezTo>
                      <a:cubicBezTo>
                        <a:pt x="60" y="172"/>
                        <a:pt x="60" y="172"/>
                        <a:pt x="60" y="172"/>
                      </a:cubicBezTo>
                      <a:cubicBezTo>
                        <a:pt x="60" y="175"/>
                        <a:pt x="58" y="178"/>
                        <a:pt x="54" y="17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35" name="Freeform 212">
                  <a:extLst>
                    <a:ext uri="{FF2B5EF4-FFF2-40B4-BE49-F238E27FC236}">
                      <a16:creationId xmlns:a16="http://schemas.microsoft.com/office/drawing/2014/main" id="{5BA563B4-5D13-480C-B33E-9E01DBE5F07A}"/>
                    </a:ext>
                  </a:extLst>
                </p:cNvPr>
                <p:cNvSpPr>
                  <a:spLocks noEditPoints="1"/>
                </p:cNvSpPr>
                <p:nvPr/>
              </p:nvSpPr>
              <p:spPr bwMode="auto">
                <a:xfrm>
                  <a:off x="581" y="3502"/>
                  <a:ext cx="124" cy="69"/>
                </a:xfrm>
                <a:custGeom>
                  <a:avLst/>
                  <a:gdLst>
                    <a:gd name="T0" fmla="*/ 78 w 84"/>
                    <a:gd name="T1" fmla="*/ 48 h 48"/>
                    <a:gd name="T2" fmla="*/ 6 w 84"/>
                    <a:gd name="T3" fmla="*/ 48 h 48"/>
                    <a:gd name="T4" fmla="*/ 0 w 84"/>
                    <a:gd name="T5" fmla="*/ 42 h 48"/>
                    <a:gd name="T6" fmla="*/ 0 w 84"/>
                    <a:gd name="T7" fmla="*/ 6 h 48"/>
                    <a:gd name="T8" fmla="*/ 6 w 84"/>
                    <a:gd name="T9" fmla="*/ 0 h 48"/>
                    <a:gd name="T10" fmla="*/ 78 w 84"/>
                    <a:gd name="T11" fmla="*/ 0 h 48"/>
                    <a:gd name="T12" fmla="*/ 84 w 84"/>
                    <a:gd name="T13" fmla="*/ 6 h 48"/>
                    <a:gd name="T14" fmla="*/ 84 w 84"/>
                    <a:gd name="T15" fmla="*/ 42 h 48"/>
                    <a:gd name="T16" fmla="*/ 78 w 84"/>
                    <a:gd name="T17" fmla="*/ 48 h 48"/>
                    <a:gd name="T18" fmla="*/ 12 w 84"/>
                    <a:gd name="T19" fmla="*/ 36 h 48"/>
                    <a:gd name="T20" fmla="*/ 72 w 84"/>
                    <a:gd name="T21" fmla="*/ 36 h 48"/>
                    <a:gd name="T22" fmla="*/ 72 w 84"/>
                    <a:gd name="T23" fmla="*/ 12 h 48"/>
                    <a:gd name="T24" fmla="*/ 12 w 84"/>
                    <a:gd name="T25" fmla="*/ 12 h 48"/>
                    <a:gd name="T26" fmla="*/ 12 w 84"/>
                    <a:gd name="T27" fmla="*/ 36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4" h="48">
                      <a:moveTo>
                        <a:pt x="78" y="48"/>
                      </a:moveTo>
                      <a:cubicBezTo>
                        <a:pt x="6" y="48"/>
                        <a:pt x="6" y="48"/>
                        <a:pt x="6" y="48"/>
                      </a:cubicBezTo>
                      <a:cubicBezTo>
                        <a:pt x="3" y="48"/>
                        <a:pt x="0" y="45"/>
                        <a:pt x="0" y="42"/>
                      </a:cubicBezTo>
                      <a:cubicBezTo>
                        <a:pt x="0" y="6"/>
                        <a:pt x="0" y="6"/>
                        <a:pt x="0" y="6"/>
                      </a:cubicBezTo>
                      <a:cubicBezTo>
                        <a:pt x="0" y="2"/>
                        <a:pt x="3" y="0"/>
                        <a:pt x="6" y="0"/>
                      </a:cubicBezTo>
                      <a:cubicBezTo>
                        <a:pt x="78" y="0"/>
                        <a:pt x="78" y="0"/>
                        <a:pt x="78" y="0"/>
                      </a:cubicBezTo>
                      <a:cubicBezTo>
                        <a:pt x="82" y="0"/>
                        <a:pt x="84" y="2"/>
                        <a:pt x="84" y="6"/>
                      </a:cubicBezTo>
                      <a:cubicBezTo>
                        <a:pt x="84" y="42"/>
                        <a:pt x="84" y="42"/>
                        <a:pt x="84" y="42"/>
                      </a:cubicBezTo>
                      <a:cubicBezTo>
                        <a:pt x="84" y="45"/>
                        <a:pt x="82" y="48"/>
                        <a:pt x="78" y="48"/>
                      </a:cubicBezTo>
                      <a:close/>
                      <a:moveTo>
                        <a:pt x="12" y="36"/>
                      </a:moveTo>
                      <a:cubicBezTo>
                        <a:pt x="72" y="36"/>
                        <a:pt x="72" y="36"/>
                        <a:pt x="72" y="36"/>
                      </a:cubicBezTo>
                      <a:cubicBezTo>
                        <a:pt x="72" y="12"/>
                        <a:pt x="72" y="12"/>
                        <a:pt x="72" y="12"/>
                      </a:cubicBezTo>
                      <a:cubicBezTo>
                        <a:pt x="12" y="12"/>
                        <a:pt x="12" y="12"/>
                        <a:pt x="12" y="12"/>
                      </a:cubicBezTo>
                      <a:lnTo>
                        <a:pt x="12" y="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36" name="Freeform 213">
                  <a:extLst>
                    <a:ext uri="{FF2B5EF4-FFF2-40B4-BE49-F238E27FC236}">
                      <a16:creationId xmlns:a16="http://schemas.microsoft.com/office/drawing/2014/main" id="{4F4E4325-35BF-4D87-A8BD-EB2EAF16388A}"/>
                    </a:ext>
                  </a:extLst>
                </p:cNvPr>
                <p:cNvSpPr>
                  <a:spLocks/>
                </p:cNvSpPr>
                <p:nvPr/>
              </p:nvSpPr>
              <p:spPr bwMode="auto">
                <a:xfrm>
                  <a:off x="528" y="3262"/>
                  <a:ext cx="160" cy="257"/>
                </a:xfrm>
                <a:custGeom>
                  <a:avLst/>
                  <a:gdLst>
                    <a:gd name="T0" fmla="*/ 102 w 108"/>
                    <a:gd name="T1" fmla="*/ 178 h 178"/>
                    <a:gd name="T2" fmla="*/ 96 w 108"/>
                    <a:gd name="T3" fmla="*/ 172 h 178"/>
                    <a:gd name="T4" fmla="*/ 96 w 108"/>
                    <a:gd name="T5" fmla="*/ 118 h 178"/>
                    <a:gd name="T6" fmla="*/ 79 w 108"/>
                    <a:gd name="T7" fmla="*/ 73 h 178"/>
                    <a:gd name="T8" fmla="*/ 72 w 108"/>
                    <a:gd name="T9" fmla="*/ 69 h 178"/>
                    <a:gd name="T10" fmla="*/ 69 w 108"/>
                    <a:gd name="T11" fmla="*/ 80 h 178"/>
                    <a:gd name="T12" fmla="*/ 78 w 108"/>
                    <a:gd name="T13" fmla="*/ 116 h 178"/>
                    <a:gd name="T14" fmla="*/ 75 w 108"/>
                    <a:gd name="T15" fmla="*/ 123 h 178"/>
                    <a:gd name="T16" fmla="*/ 68 w 108"/>
                    <a:gd name="T17" fmla="*/ 122 h 178"/>
                    <a:gd name="T18" fmla="*/ 32 w 108"/>
                    <a:gd name="T19" fmla="*/ 86 h 178"/>
                    <a:gd name="T20" fmla="*/ 30 w 108"/>
                    <a:gd name="T21" fmla="*/ 82 h 178"/>
                    <a:gd name="T22" fmla="*/ 15 w 108"/>
                    <a:gd name="T23" fmla="*/ 16 h 178"/>
                    <a:gd name="T24" fmla="*/ 12 w 108"/>
                    <a:gd name="T25" fmla="*/ 15 h 178"/>
                    <a:gd name="T26" fmla="*/ 12 w 108"/>
                    <a:gd name="T27" fmla="*/ 103 h 178"/>
                    <a:gd name="T28" fmla="*/ 59 w 108"/>
                    <a:gd name="T29" fmla="*/ 149 h 178"/>
                    <a:gd name="T30" fmla="*/ 60 w 108"/>
                    <a:gd name="T31" fmla="*/ 153 h 178"/>
                    <a:gd name="T32" fmla="*/ 60 w 108"/>
                    <a:gd name="T33" fmla="*/ 172 h 178"/>
                    <a:gd name="T34" fmla="*/ 54 w 108"/>
                    <a:gd name="T35" fmla="*/ 178 h 178"/>
                    <a:gd name="T36" fmla="*/ 48 w 108"/>
                    <a:gd name="T37" fmla="*/ 172 h 178"/>
                    <a:gd name="T38" fmla="*/ 48 w 108"/>
                    <a:gd name="T39" fmla="*/ 156 h 178"/>
                    <a:gd name="T40" fmla="*/ 2 w 108"/>
                    <a:gd name="T41" fmla="*/ 110 h 178"/>
                    <a:gd name="T42" fmla="*/ 0 w 108"/>
                    <a:gd name="T43" fmla="*/ 106 h 178"/>
                    <a:gd name="T44" fmla="*/ 0 w 108"/>
                    <a:gd name="T45" fmla="*/ 9 h 178"/>
                    <a:gd name="T46" fmla="*/ 4 w 108"/>
                    <a:gd name="T47" fmla="*/ 3 h 178"/>
                    <a:gd name="T48" fmla="*/ 22 w 108"/>
                    <a:gd name="T49" fmla="*/ 6 h 178"/>
                    <a:gd name="T50" fmla="*/ 42 w 108"/>
                    <a:gd name="T51" fmla="*/ 79 h 178"/>
                    <a:gd name="T52" fmla="*/ 61 w 108"/>
                    <a:gd name="T53" fmla="*/ 98 h 178"/>
                    <a:gd name="T54" fmla="*/ 58 w 108"/>
                    <a:gd name="T55" fmla="*/ 83 h 178"/>
                    <a:gd name="T56" fmla="*/ 67 w 108"/>
                    <a:gd name="T57" fmla="*/ 58 h 178"/>
                    <a:gd name="T58" fmla="*/ 89 w 108"/>
                    <a:gd name="T59" fmla="*/ 67 h 178"/>
                    <a:gd name="T60" fmla="*/ 108 w 108"/>
                    <a:gd name="T61" fmla="*/ 116 h 178"/>
                    <a:gd name="T62" fmla="*/ 108 w 108"/>
                    <a:gd name="T63" fmla="*/ 118 h 178"/>
                    <a:gd name="T64" fmla="*/ 108 w 108"/>
                    <a:gd name="T65" fmla="*/ 172 h 178"/>
                    <a:gd name="T66" fmla="*/ 102 w 108"/>
                    <a:gd name="T67" fmla="*/ 178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08" h="178">
                      <a:moveTo>
                        <a:pt x="102" y="178"/>
                      </a:moveTo>
                      <a:cubicBezTo>
                        <a:pt x="99" y="178"/>
                        <a:pt x="96" y="175"/>
                        <a:pt x="96" y="172"/>
                      </a:cubicBezTo>
                      <a:cubicBezTo>
                        <a:pt x="96" y="118"/>
                        <a:pt x="96" y="118"/>
                        <a:pt x="96" y="118"/>
                      </a:cubicBezTo>
                      <a:cubicBezTo>
                        <a:pt x="93" y="108"/>
                        <a:pt x="85" y="82"/>
                        <a:pt x="79" y="73"/>
                      </a:cubicBezTo>
                      <a:cubicBezTo>
                        <a:pt x="77" y="70"/>
                        <a:pt x="74" y="69"/>
                        <a:pt x="72" y="69"/>
                      </a:cubicBezTo>
                      <a:cubicBezTo>
                        <a:pt x="70" y="70"/>
                        <a:pt x="68" y="74"/>
                        <a:pt x="69" y="80"/>
                      </a:cubicBezTo>
                      <a:cubicBezTo>
                        <a:pt x="78" y="116"/>
                        <a:pt x="78" y="116"/>
                        <a:pt x="78" y="116"/>
                      </a:cubicBezTo>
                      <a:cubicBezTo>
                        <a:pt x="78" y="119"/>
                        <a:pt x="77" y="121"/>
                        <a:pt x="75" y="123"/>
                      </a:cubicBezTo>
                      <a:cubicBezTo>
                        <a:pt x="72" y="124"/>
                        <a:pt x="70" y="123"/>
                        <a:pt x="68" y="122"/>
                      </a:cubicBezTo>
                      <a:cubicBezTo>
                        <a:pt x="32" y="86"/>
                        <a:pt x="32" y="86"/>
                        <a:pt x="32" y="86"/>
                      </a:cubicBezTo>
                      <a:cubicBezTo>
                        <a:pt x="31" y="85"/>
                        <a:pt x="30" y="83"/>
                        <a:pt x="30" y="82"/>
                      </a:cubicBezTo>
                      <a:cubicBezTo>
                        <a:pt x="30" y="35"/>
                        <a:pt x="21" y="21"/>
                        <a:pt x="15" y="16"/>
                      </a:cubicBezTo>
                      <a:cubicBezTo>
                        <a:pt x="14" y="16"/>
                        <a:pt x="13" y="15"/>
                        <a:pt x="12" y="15"/>
                      </a:cubicBezTo>
                      <a:cubicBezTo>
                        <a:pt x="12" y="103"/>
                        <a:pt x="12" y="103"/>
                        <a:pt x="12" y="103"/>
                      </a:cubicBezTo>
                      <a:cubicBezTo>
                        <a:pt x="26" y="115"/>
                        <a:pt x="57" y="148"/>
                        <a:pt x="59" y="149"/>
                      </a:cubicBezTo>
                      <a:cubicBezTo>
                        <a:pt x="60" y="150"/>
                        <a:pt x="60" y="152"/>
                        <a:pt x="60" y="153"/>
                      </a:cubicBezTo>
                      <a:cubicBezTo>
                        <a:pt x="60" y="172"/>
                        <a:pt x="60" y="172"/>
                        <a:pt x="60" y="172"/>
                      </a:cubicBezTo>
                      <a:cubicBezTo>
                        <a:pt x="60" y="175"/>
                        <a:pt x="58" y="178"/>
                        <a:pt x="54" y="178"/>
                      </a:cubicBezTo>
                      <a:cubicBezTo>
                        <a:pt x="51" y="178"/>
                        <a:pt x="48" y="175"/>
                        <a:pt x="48" y="172"/>
                      </a:cubicBezTo>
                      <a:cubicBezTo>
                        <a:pt x="48" y="156"/>
                        <a:pt x="48" y="156"/>
                        <a:pt x="48" y="156"/>
                      </a:cubicBezTo>
                      <a:cubicBezTo>
                        <a:pt x="41" y="148"/>
                        <a:pt x="13" y="119"/>
                        <a:pt x="2" y="110"/>
                      </a:cubicBezTo>
                      <a:cubicBezTo>
                        <a:pt x="1" y="109"/>
                        <a:pt x="0" y="107"/>
                        <a:pt x="0" y="106"/>
                      </a:cubicBezTo>
                      <a:cubicBezTo>
                        <a:pt x="0" y="9"/>
                        <a:pt x="0" y="9"/>
                        <a:pt x="0" y="9"/>
                      </a:cubicBezTo>
                      <a:cubicBezTo>
                        <a:pt x="0" y="6"/>
                        <a:pt x="2" y="4"/>
                        <a:pt x="4" y="3"/>
                      </a:cubicBezTo>
                      <a:cubicBezTo>
                        <a:pt x="5" y="3"/>
                        <a:pt x="13" y="0"/>
                        <a:pt x="22" y="6"/>
                      </a:cubicBezTo>
                      <a:cubicBezTo>
                        <a:pt x="35" y="16"/>
                        <a:pt x="42" y="40"/>
                        <a:pt x="42" y="79"/>
                      </a:cubicBezTo>
                      <a:cubicBezTo>
                        <a:pt x="61" y="98"/>
                        <a:pt x="61" y="98"/>
                        <a:pt x="61" y="98"/>
                      </a:cubicBezTo>
                      <a:cubicBezTo>
                        <a:pt x="58" y="83"/>
                        <a:pt x="58" y="83"/>
                        <a:pt x="58" y="83"/>
                      </a:cubicBezTo>
                      <a:cubicBezTo>
                        <a:pt x="55" y="70"/>
                        <a:pt x="60" y="61"/>
                        <a:pt x="67" y="58"/>
                      </a:cubicBezTo>
                      <a:cubicBezTo>
                        <a:pt x="74" y="56"/>
                        <a:pt x="83" y="57"/>
                        <a:pt x="89" y="67"/>
                      </a:cubicBezTo>
                      <a:cubicBezTo>
                        <a:pt x="97" y="80"/>
                        <a:pt x="108" y="114"/>
                        <a:pt x="108" y="116"/>
                      </a:cubicBezTo>
                      <a:cubicBezTo>
                        <a:pt x="108" y="116"/>
                        <a:pt x="108" y="117"/>
                        <a:pt x="108" y="118"/>
                      </a:cubicBezTo>
                      <a:cubicBezTo>
                        <a:pt x="108" y="172"/>
                        <a:pt x="108" y="172"/>
                        <a:pt x="108" y="172"/>
                      </a:cubicBezTo>
                      <a:cubicBezTo>
                        <a:pt x="108" y="175"/>
                        <a:pt x="106" y="178"/>
                        <a:pt x="102" y="17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37" name="Freeform 214">
                  <a:extLst>
                    <a:ext uri="{FF2B5EF4-FFF2-40B4-BE49-F238E27FC236}">
                      <a16:creationId xmlns:a16="http://schemas.microsoft.com/office/drawing/2014/main" id="{8A8CDE3F-1AC2-4A75-A590-D0F5E10E360D}"/>
                    </a:ext>
                  </a:extLst>
                </p:cNvPr>
                <p:cNvSpPr>
                  <a:spLocks/>
                </p:cNvSpPr>
                <p:nvPr/>
              </p:nvSpPr>
              <p:spPr bwMode="auto">
                <a:xfrm>
                  <a:off x="670" y="3153"/>
                  <a:ext cx="81" cy="219"/>
                </a:xfrm>
                <a:custGeom>
                  <a:avLst/>
                  <a:gdLst>
                    <a:gd name="T0" fmla="*/ 48 w 55"/>
                    <a:gd name="T1" fmla="*/ 151 h 151"/>
                    <a:gd name="T2" fmla="*/ 43 w 55"/>
                    <a:gd name="T3" fmla="*/ 147 h 151"/>
                    <a:gd name="T4" fmla="*/ 12 w 55"/>
                    <a:gd name="T5" fmla="*/ 57 h 151"/>
                    <a:gd name="T6" fmla="*/ 12 w 55"/>
                    <a:gd name="T7" fmla="*/ 56 h 151"/>
                    <a:gd name="T8" fmla="*/ 0 w 55"/>
                    <a:gd name="T9" fmla="*/ 8 h 151"/>
                    <a:gd name="T10" fmla="*/ 5 w 55"/>
                    <a:gd name="T11" fmla="*/ 1 h 151"/>
                    <a:gd name="T12" fmla="*/ 12 w 55"/>
                    <a:gd name="T13" fmla="*/ 5 h 151"/>
                    <a:gd name="T14" fmla="*/ 24 w 55"/>
                    <a:gd name="T15" fmla="*/ 53 h 151"/>
                    <a:gd name="T16" fmla="*/ 54 w 55"/>
                    <a:gd name="T17" fmla="*/ 143 h 151"/>
                    <a:gd name="T18" fmla="*/ 50 w 55"/>
                    <a:gd name="T19" fmla="*/ 150 h 151"/>
                    <a:gd name="T20" fmla="*/ 48 w 55"/>
                    <a:gd name="T21" fmla="*/ 151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5" h="151">
                      <a:moveTo>
                        <a:pt x="48" y="151"/>
                      </a:moveTo>
                      <a:cubicBezTo>
                        <a:pt x="46" y="151"/>
                        <a:pt x="43" y="149"/>
                        <a:pt x="43" y="147"/>
                      </a:cubicBezTo>
                      <a:cubicBezTo>
                        <a:pt x="12" y="57"/>
                        <a:pt x="12" y="57"/>
                        <a:pt x="12" y="57"/>
                      </a:cubicBezTo>
                      <a:cubicBezTo>
                        <a:pt x="12" y="56"/>
                        <a:pt x="12" y="56"/>
                        <a:pt x="12" y="56"/>
                      </a:cubicBezTo>
                      <a:cubicBezTo>
                        <a:pt x="0" y="8"/>
                        <a:pt x="0" y="8"/>
                        <a:pt x="0" y="8"/>
                      </a:cubicBezTo>
                      <a:cubicBezTo>
                        <a:pt x="0" y="5"/>
                        <a:pt x="2" y="2"/>
                        <a:pt x="5" y="1"/>
                      </a:cubicBezTo>
                      <a:cubicBezTo>
                        <a:pt x="8" y="0"/>
                        <a:pt x="11" y="2"/>
                        <a:pt x="12" y="5"/>
                      </a:cubicBezTo>
                      <a:cubicBezTo>
                        <a:pt x="24" y="53"/>
                        <a:pt x="24" y="53"/>
                        <a:pt x="24" y="53"/>
                      </a:cubicBezTo>
                      <a:cubicBezTo>
                        <a:pt x="54" y="143"/>
                        <a:pt x="54" y="143"/>
                        <a:pt x="54" y="143"/>
                      </a:cubicBezTo>
                      <a:cubicBezTo>
                        <a:pt x="55" y="146"/>
                        <a:pt x="53" y="149"/>
                        <a:pt x="50" y="150"/>
                      </a:cubicBezTo>
                      <a:cubicBezTo>
                        <a:pt x="50" y="151"/>
                        <a:pt x="49" y="151"/>
                        <a:pt x="48" y="1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38" name="Freeform 215">
                  <a:extLst>
                    <a:ext uri="{FF2B5EF4-FFF2-40B4-BE49-F238E27FC236}">
                      <a16:creationId xmlns:a16="http://schemas.microsoft.com/office/drawing/2014/main" id="{BC64CEAB-3C72-4B36-996A-E8AF20218C9A}"/>
                    </a:ext>
                  </a:extLst>
                </p:cNvPr>
                <p:cNvSpPr>
                  <a:spLocks/>
                </p:cNvSpPr>
                <p:nvPr/>
              </p:nvSpPr>
              <p:spPr bwMode="auto">
                <a:xfrm>
                  <a:off x="732" y="3153"/>
                  <a:ext cx="82" cy="219"/>
                </a:xfrm>
                <a:custGeom>
                  <a:avLst/>
                  <a:gdLst>
                    <a:gd name="T0" fmla="*/ 7 w 55"/>
                    <a:gd name="T1" fmla="*/ 151 h 151"/>
                    <a:gd name="T2" fmla="*/ 5 w 55"/>
                    <a:gd name="T3" fmla="*/ 150 h 151"/>
                    <a:gd name="T4" fmla="*/ 1 w 55"/>
                    <a:gd name="T5" fmla="*/ 143 h 151"/>
                    <a:gd name="T6" fmla="*/ 30 w 55"/>
                    <a:gd name="T7" fmla="*/ 53 h 151"/>
                    <a:gd name="T8" fmla="*/ 42 w 55"/>
                    <a:gd name="T9" fmla="*/ 5 h 151"/>
                    <a:gd name="T10" fmla="*/ 50 w 55"/>
                    <a:gd name="T11" fmla="*/ 1 h 151"/>
                    <a:gd name="T12" fmla="*/ 54 w 55"/>
                    <a:gd name="T13" fmla="*/ 8 h 151"/>
                    <a:gd name="T14" fmla="*/ 42 w 55"/>
                    <a:gd name="T15" fmla="*/ 56 h 151"/>
                    <a:gd name="T16" fmla="*/ 42 w 55"/>
                    <a:gd name="T17" fmla="*/ 57 h 151"/>
                    <a:gd name="T18" fmla="*/ 12 w 55"/>
                    <a:gd name="T19" fmla="*/ 147 h 151"/>
                    <a:gd name="T20" fmla="*/ 7 w 55"/>
                    <a:gd name="T21" fmla="*/ 151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5" h="151">
                      <a:moveTo>
                        <a:pt x="7" y="151"/>
                      </a:moveTo>
                      <a:cubicBezTo>
                        <a:pt x="6" y="151"/>
                        <a:pt x="5" y="151"/>
                        <a:pt x="5" y="150"/>
                      </a:cubicBezTo>
                      <a:cubicBezTo>
                        <a:pt x="2" y="149"/>
                        <a:pt x="0" y="146"/>
                        <a:pt x="1" y="143"/>
                      </a:cubicBezTo>
                      <a:cubicBezTo>
                        <a:pt x="30" y="53"/>
                        <a:pt x="30" y="53"/>
                        <a:pt x="30" y="53"/>
                      </a:cubicBezTo>
                      <a:cubicBezTo>
                        <a:pt x="42" y="5"/>
                        <a:pt x="42" y="5"/>
                        <a:pt x="42" y="5"/>
                      </a:cubicBezTo>
                      <a:cubicBezTo>
                        <a:pt x="43" y="2"/>
                        <a:pt x="46" y="0"/>
                        <a:pt x="50" y="1"/>
                      </a:cubicBezTo>
                      <a:cubicBezTo>
                        <a:pt x="53" y="2"/>
                        <a:pt x="55" y="5"/>
                        <a:pt x="54" y="8"/>
                      </a:cubicBezTo>
                      <a:cubicBezTo>
                        <a:pt x="42" y="56"/>
                        <a:pt x="42" y="56"/>
                        <a:pt x="42" y="56"/>
                      </a:cubicBezTo>
                      <a:cubicBezTo>
                        <a:pt x="42" y="56"/>
                        <a:pt x="42" y="56"/>
                        <a:pt x="42" y="57"/>
                      </a:cubicBezTo>
                      <a:cubicBezTo>
                        <a:pt x="12" y="147"/>
                        <a:pt x="12" y="147"/>
                        <a:pt x="12" y="147"/>
                      </a:cubicBezTo>
                      <a:cubicBezTo>
                        <a:pt x="12" y="149"/>
                        <a:pt x="9" y="151"/>
                        <a:pt x="7" y="1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grpSp>
      </p:grpSp>
      <p:grpSp>
        <p:nvGrpSpPr>
          <p:cNvPr id="85" name="Group 84">
            <a:extLst>
              <a:ext uri="{FF2B5EF4-FFF2-40B4-BE49-F238E27FC236}">
                <a16:creationId xmlns:a16="http://schemas.microsoft.com/office/drawing/2014/main" id="{78317612-2F30-4D2C-8424-CA9F83439862}"/>
              </a:ext>
            </a:extLst>
          </p:cNvPr>
          <p:cNvGrpSpPr/>
          <p:nvPr/>
        </p:nvGrpSpPr>
        <p:grpSpPr>
          <a:xfrm>
            <a:off x="495113" y="3656838"/>
            <a:ext cx="3204110" cy="797813"/>
            <a:chOff x="495113" y="3868992"/>
            <a:chExt cx="3204110" cy="797813"/>
          </a:xfrm>
        </p:grpSpPr>
        <p:sp>
          <p:nvSpPr>
            <p:cNvPr id="6" name="TextBox 5">
              <a:extLst>
                <a:ext uri="{FF2B5EF4-FFF2-40B4-BE49-F238E27FC236}">
                  <a16:creationId xmlns:a16="http://schemas.microsoft.com/office/drawing/2014/main" id="{49F847CA-7053-423A-9490-2B8CCFB8514D}"/>
                </a:ext>
              </a:extLst>
            </p:cNvPr>
            <p:cNvSpPr txBox="1"/>
            <p:nvPr/>
          </p:nvSpPr>
          <p:spPr>
            <a:xfrm>
              <a:off x="1270568" y="3990899"/>
              <a:ext cx="2428655" cy="553998"/>
            </a:xfrm>
            <a:prstGeom prst="rect">
              <a:avLst/>
            </a:prstGeom>
            <a:noFill/>
          </p:spPr>
          <p:txBody>
            <a:bodyPr wrap="square" lIns="107992" tIns="0" rIns="0" bIns="0" rtlCol="0" anchor="ctr">
              <a:spAutoFit/>
            </a:bodyPr>
            <a:lstStyle/>
            <a:p>
              <a:pPr lvl="0" defTabSz="914367">
                <a:defRPr/>
              </a:pPr>
              <a:r>
                <a:rPr lang="en-US" b="1" dirty="0">
                  <a:cs typeface="Segoe UI" panose="020B0502040204020203" pitchFamily="34" charset="0"/>
                </a:rPr>
                <a:t>Corrective Maintenance (CM)</a:t>
              </a:r>
            </a:p>
          </p:txBody>
        </p:sp>
        <p:grpSp>
          <p:nvGrpSpPr>
            <p:cNvPr id="39" name="Group 38">
              <a:extLst>
                <a:ext uri="{FF2B5EF4-FFF2-40B4-BE49-F238E27FC236}">
                  <a16:creationId xmlns:a16="http://schemas.microsoft.com/office/drawing/2014/main" id="{F7B4B6EC-4F11-4249-BDF6-58EF993D7FAC}"/>
                </a:ext>
              </a:extLst>
            </p:cNvPr>
            <p:cNvGrpSpPr/>
            <p:nvPr/>
          </p:nvGrpSpPr>
          <p:grpSpPr>
            <a:xfrm>
              <a:off x="495113" y="3868992"/>
              <a:ext cx="797813" cy="797813"/>
              <a:chOff x="519833" y="3868992"/>
              <a:chExt cx="797813" cy="797813"/>
            </a:xfrm>
          </p:grpSpPr>
          <p:sp>
            <p:nvSpPr>
              <p:cNvPr id="40" name="Oval 39">
                <a:extLst>
                  <a:ext uri="{FF2B5EF4-FFF2-40B4-BE49-F238E27FC236}">
                    <a16:creationId xmlns:a16="http://schemas.microsoft.com/office/drawing/2014/main" id="{D3F08E79-9DDC-4F12-8872-35B37D6C875A}"/>
                  </a:ext>
                </a:extLst>
              </p:cNvPr>
              <p:cNvSpPr/>
              <p:nvPr/>
            </p:nvSpPr>
            <p:spPr bwMode="auto">
              <a:xfrm>
                <a:off x="519833" y="3868992"/>
                <a:ext cx="797813" cy="797813"/>
              </a:xfrm>
              <a:prstGeom prst="ellipse">
                <a:avLst/>
              </a:prstGeom>
              <a:solidFill>
                <a:schemeClr val="bg1"/>
              </a:solidFill>
              <a:ln w="28575">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grpSp>
            <p:nvGrpSpPr>
              <p:cNvPr id="41" name="Group 127">
                <a:extLst>
                  <a:ext uri="{FF2B5EF4-FFF2-40B4-BE49-F238E27FC236}">
                    <a16:creationId xmlns:a16="http://schemas.microsoft.com/office/drawing/2014/main" id="{A0A2D9B4-CA1E-4C54-A513-B6992DF55C9A}"/>
                  </a:ext>
                </a:extLst>
              </p:cNvPr>
              <p:cNvGrpSpPr>
                <a:grpSpLocks noChangeAspect="1"/>
              </p:cNvGrpSpPr>
              <p:nvPr/>
            </p:nvGrpSpPr>
            <p:grpSpPr bwMode="auto">
              <a:xfrm>
                <a:off x="653408" y="4011866"/>
                <a:ext cx="530662" cy="512064"/>
                <a:chOff x="3429" y="3004"/>
                <a:chExt cx="428" cy="413"/>
              </a:xfrm>
              <a:solidFill>
                <a:schemeClr val="tx2"/>
              </a:solidFill>
            </p:grpSpPr>
            <p:sp>
              <p:nvSpPr>
                <p:cNvPr id="42" name="Freeform 128">
                  <a:extLst>
                    <a:ext uri="{FF2B5EF4-FFF2-40B4-BE49-F238E27FC236}">
                      <a16:creationId xmlns:a16="http://schemas.microsoft.com/office/drawing/2014/main" id="{5B82CAA4-AB5C-448B-96F7-3F67560D80BB}"/>
                    </a:ext>
                  </a:extLst>
                </p:cNvPr>
                <p:cNvSpPr>
                  <a:spLocks noEditPoints="1"/>
                </p:cNvSpPr>
                <p:nvPr/>
              </p:nvSpPr>
              <p:spPr bwMode="auto">
                <a:xfrm>
                  <a:off x="3638" y="3206"/>
                  <a:ext cx="213" cy="211"/>
                </a:xfrm>
                <a:custGeom>
                  <a:avLst/>
                  <a:gdLst>
                    <a:gd name="T0" fmla="*/ 122 w 144"/>
                    <a:gd name="T1" fmla="*/ 92 h 143"/>
                    <a:gd name="T2" fmla="*/ 114 w 144"/>
                    <a:gd name="T3" fmla="*/ 75 h 143"/>
                    <a:gd name="T4" fmla="*/ 101 w 144"/>
                    <a:gd name="T5" fmla="*/ 50 h 143"/>
                    <a:gd name="T6" fmla="*/ 93 w 144"/>
                    <a:gd name="T7" fmla="*/ 34 h 143"/>
                    <a:gd name="T8" fmla="*/ 78 w 144"/>
                    <a:gd name="T9" fmla="*/ 2 h 143"/>
                    <a:gd name="T10" fmla="*/ 72 w 144"/>
                    <a:gd name="T11" fmla="*/ 0 h 143"/>
                    <a:gd name="T12" fmla="*/ 67 w 144"/>
                    <a:gd name="T13" fmla="*/ 2 h 143"/>
                    <a:gd name="T14" fmla="*/ 63 w 144"/>
                    <a:gd name="T15" fmla="*/ 10 h 143"/>
                    <a:gd name="T16" fmla="*/ 41 w 144"/>
                    <a:gd name="T17" fmla="*/ 53 h 143"/>
                    <a:gd name="T18" fmla="*/ 17 w 144"/>
                    <a:gd name="T19" fmla="*/ 102 h 143"/>
                    <a:gd name="T20" fmla="*/ 15 w 144"/>
                    <a:gd name="T21" fmla="*/ 105 h 143"/>
                    <a:gd name="T22" fmla="*/ 1 w 144"/>
                    <a:gd name="T23" fmla="*/ 135 h 143"/>
                    <a:gd name="T24" fmla="*/ 0 w 144"/>
                    <a:gd name="T25" fmla="*/ 139 h 143"/>
                    <a:gd name="T26" fmla="*/ 1 w 144"/>
                    <a:gd name="T27" fmla="*/ 141 h 143"/>
                    <a:gd name="T28" fmla="*/ 6 w 144"/>
                    <a:gd name="T29" fmla="*/ 143 h 143"/>
                    <a:gd name="T30" fmla="*/ 27 w 144"/>
                    <a:gd name="T31" fmla="*/ 143 h 143"/>
                    <a:gd name="T32" fmla="*/ 138 w 144"/>
                    <a:gd name="T33" fmla="*/ 143 h 143"/>
                    <a:gd name="T34" fmla="*/ 143 w 144"/>
                    <a:gd name="T35" fmla="*/ 141 h 143"/>
                    <a:gd name="T36" fmla="*/ 143 w 144"/>
                    <a:gd name="T37" fmla="*/ 135 h 143"/>
                    <a:gd name="T38" fmla="*/ 122 w 144"/>
                    <a:gd name="T39" fmla="*/ 92 h 143"/>
                    <a:gd name="T40" fmla="*/ 27 w 144"/>
                    <a:gd name="T41" fmla="*/ 131 h 143"/>
                    <a:gd name="T42" fmla="*/ 16 w 144"/>
                    <a:gd name="T43" fmla="*/ 131 h 143"/>
                    <a:gd name="T44" fmla="*/ 33 w 144"/>
                    <a:gd name="T45" fmla="*/ 97 h 143"/>
                    <a:gd name="T46" fmla="*/ 72 w 144"/>
                    <a:gd name="T47" fmla="*/ 18 h 143"/>
                    <a:gd name="T48" fmla="*/ 104 w 144"/>
                    <a:gd name="T49" fmla="*/ 82 h 143"/>
                    <a:gd name="T50" fmla="*/ 107 w 144"/>
                    <a:gd name="T51" fmla="*/ 89 h 143"/>
                    <a:gd name="T52" fmla="*/ 113 w 144"/>
                    <a:gd name="T53" fmla="*/ 101 h 143"/>
                    <a:gd name="T54" fmla="*/ 128 w 144"/>
                    <a:gd name="T55" fmla="*/ 131 h 143"/>
                    <a:gd name="T56" fmla="*/ 27 w 144"/>
                    <a:gd name="T57" fmla="*/ 131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44" h="143">
                      <a:moveTo>
                        <a:pt x="122" y="92"/>
                      </a:moveTo>
                      <a:cubicBezTo>
                        <a:pt x="114" y="75"/>
                        <a:pt x="114" y="75"/>
                        <a:pt x="114" y="75"/>
                      </a:cubicBezTo>
                      <a:cubicBezTo>
                        <a:pt x="101" y="50"/>
                        <a:pt x="101" y="50"/>
                        <a:pt x="101" y="50"/>
                      </a:cubicBezTo>
                      <a:cubicBezTo>
                        <a:pt x="93" y="34"/>
                        <a:pt x="93" y="34"/>
                        <a:pt x="93" y="34"/>
                      </a:cubicBezTo>
                      <a:cubicBezTo>
                        <a:pt x="78" y="2"/>
                        <a:pt x="78" y="2"/>
                        <a:pt x="78" y="2"/>
                      </a:cubicBezTo>
                      <a:cubicBezTo>
                        <a:pt x="77" y="1"/>
                        <a:pt x="74" y="0"/>
                        <a:pt x="72" y="0"/>
                      </a:cubicBezTo>
                      <a:cubicBezTo>
                        <a:pt x="70" y="0"/>
                        <a:pt x="67" y="1"/>
                        <a:pt x="67" y="2"/>
                      </a:cubicBezTo>
                      <a:cubicBezTo>
                        <a:pt x="63" y="10"/>
                        <a:pt x="63" y="10"/>
                        <a:pt x="63" y="10"/>
                      </a:cubicBezTo>
                      <a:cubicBezTo>
                        <a:pt x="41" y="53"/>
                        <a:pt x="41" y="53"/>
                        <a:pt x="41" y="53"/>
                      </a:cubicBezTo>
                      <a:cubicBezTo>
                        <a:pt x="17" y="102"/>
                        <a:pt x="17" y="102"/>
                        <a:pt x="17" y="102"/>
                      </a:cubicBezTo>
                      <a:cubicBezTo>
                        <a:pt x="15" y="105"/>
                        <a:pt x="15" y="105"/>
                        <a:pt x="15" y="105"/>
                      </a:cubicBezTo>
                      <a:cubicBezTo>
                        <a:pt x="1" y="135"/>
                        <a:pt x="1" y="135"/>
                        <a:pt x="1" y="135"/>
                      </a:cubicBezTo>
                      <a:cubicBezTo>
                        <a:pt x="0" y="137"/>
                        <a:pt x="0" y="137"/>
                        <a:pt x="0" y="139"/>
                      </a:cubicBezTo>
                      <a:cubicBezTo>
                        <a:pt x="0" y="140"/>
                        <a:pt x="1" y="140"/>
                        <a:pt x="1" y="141"/>
                      </a:cubicBezTo>
                      <a:cubicBezTo>
                        <a:pt x="2" y="142"/>
                        <a:pt x="5" y="143"/>
                        <a:pt x="6" y="143"/>
                      </a:cubicBezTo>
                      <a:cubicBezTo>
                        <a:pt x="27" y="143"/>
                        <a:pt x="27" y="143"/>
                        <a:pt x="27" y="143"/>
                      </a:cubicBezTo>
                      <a:cubicBezTo>
                        <a:pt x="138" y="143"/>
                        <a:pt x="138" y="143"/>
                        <a:pt x="138" y="143"/>
                      </a:cubicBezTo>
                      <a:cubicBezTo>
                        <a:pt x="140" y="143"/>
                        <a:pt x="142" y="142"/>
                        <a:pt x="143" y="141"/>
                      </a:cubicBezTo>
                      <a:cubicBezTo>
                        <a:pt x="144" y="139"/>
                        <a:pt x="144" y="137"/>
                        <a:pt x="143" y="135"/>
                      </a:cubicBezTo>
                      <a:lnTo>
                        <a:pt x="122" y="92"/>
                      </a:lnTo>
                      <a:close/>
                      <a:moveTo>
                        <a:pt x="27" y="131"/>
                      </a:moveTo>
                      <a:cubicBezTo>
                        <a:pt x="16" y="131"/>
                        <a:pt x="16" y="131"/>
                        <a:pt x="16" y="131"/>
                      </a:cubicBezTo>
                      <a:cubicBezTo>
                        <a:pt x="33" y="97"/>
                        <a:pt x="33" y="97"/>
                        <a:pt x="33" y="97"/>
                      </a:cubicBezTo>
                      <a:cubicBezTo>
                        <a:pt x="72" y="18"/>
                        <a:pt x="72" y="18"/>
                        <a:pt x="72" y="18"/>
                      </a:cubicBezTo>
                      <a:cubicBezTo>
                        <a:pt x="104" y="82"/>
                        <a:pt x="104" y="82"/>
                        <a:pt x="104" y="82"/>
                      </a:cubicBezTo>
                      <a:cubicBezTo>
                        <a:pt x="107" y="89"/>
                        <a:pt x="107" y="89"/>
                        <a:pt x="107" y="89"/>
                      </a:cubicBezTo>
                      <a:cubicBezTo>
                        <a:pt x="113" y="101"/>
                        <a:pt x="113" y="101"/>
                        <a:pt x="113" y="101"/>
                      </a:cubicBezTo>
                      <a:cubicBezTo>
                        <a:pt x="128" y="131"/>
                        <a:pt x="128" y="131"/>
                        <a:pt x="128" y="131"/>
                      </a:cubicBezTo>
                      <a:lnTo>
                        <a:pt x="27" y="1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j-lt"/>
                  </a:endParaRPr>
                </a:p>
              </p:txBody>
            </p:sp>
            <p:sp>
              <p:nvSpPr>
                <p:cNvPr id="43" name="Freeform 129">
                  <a:extLst>
                    <a:ext uri="{FF2B5EF4-FFF2-40B4-BE49-F238E27FC236}">
                      <a16:creationId xmlns:a16="http://schemas.microsoft.com/office/drawing/2014/main" id="{B75CDE53-16BD-4541-9361-DCC8192101F3}"/>
                    </a:ext>
                  </a:extLst>
                </p:cNvPr>
                <p:cNvSpPr>
                  <a:spLocks/>
                </p:cNvSpPr>
                <p:nvPr/>
              </p:nvSpPr>
              <p:spPr bwMode="auto">
                <a:xfrm>
                  <a:off x="3735" y="3284"/>
                  <a:ext cx="18" cy="71"/>
                </a:xfrm>
                <a:custGeom>
                  <a:avLst/>
                  <a:gdLst>
                    <a:gd name="T0" fmla="*/ 6 w 12"/>
                    <a:gd name="T1" fmla="*/ 0 h 48"/>
                    <a:gd name="T2" fmla="*/ 0 w 12"/>
                    <a:gd name="T3" fmla="*/ 6 h 48"/>
                    <a:gd name="T4" fmla="*/ 0 w 12"/>
                    <a:gd name="T5" fmla="*/ 42 h 48"/>
                    <a:gd name="T6" fmla="*/ 1 w 12"/>
                    <a:gd name="T7" fmla="*/ 45 h 48"/>
                    <a:gd name="T8" fmla="*/ 6 w 12"/>
                    <a:gd name="T9" fmla="*/ 48 h 48"/>
                    <a:gd name="T10" fmla="*/ 11 w 12"/>
                    <a:gd name="T11" fmla="*/ 45 h 48"/>
                    <a:gd name="T12" fmla="*/ 12 w 12"/>
                    <a:gd name="T13" fmla="*/ 42 h 48"/>
                    <a:gd name="T14" fmla="*/ 12 w 12"/>
                    <a:gd name="T15" fmla="*/ 6 h 48"/>
                    <a:gd name="T16" fmla="*/ 6 w 12"/>
                    <a:gd name="T17"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 h="48">
                      <a:moveTo>
                        <a:pt x="6" y="0"/>
                      </a:moveTo>
                      <a:cubicBezTo>
                        <a:pt x="2" y="0"/>
                        <a:pt x="0" y="3"/>
                        <a:pt x="0" y="6"/>
                      </a:cubicBezTo>
                      <a:cubicBezTo>
                        <a:pt x="0" y="42"/>
                        <a:pt x="0" y="42"/>
                        <a:pt x="0" y="42"/>
                      </a:cubicBezTo>
                      <a:cubicBezTo>
                        <a:pt x="0" y="43"/>
                        <a:pt x="1" y="45"/>
                        <a:pt x="1" y="45"/>
                      </a:cubicBezTo>
                      <a:cubicBezTo>
                        <a:pt x="1" y="47"/>
                        <a:pt x="4" y="48"/>
                        <a:pt x="6" y="48"/>
                      </a:cubicBezTo>
                      <a:cubicBezTo>
                        <a:pt x="8" y="48"/>
                        <a:pt x="11" y="47"/>
                        <a:pt x="11" y="45"/>
                      </a:cubicBezTo>
                      <a:cubicBezTo>
                        <a:pt x="11" y="45"/>
                        <a:pt x="12" y="43"/>
                        <a:pt x="12" y="42"/>
                      </a:cubicBezTo>
                      <a:cubicBezTo>
                        <a:pt x="12" y="6"/>
                        <a:pt x="12" y="6"/>
                        <a:pt x="12" y="6"/>
                      </a:cubicBezTo>
                      <a:cubicBezTo>
                        <a:pt x="12" y="3"/>
                        <a:pt x="9" y="0"/>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j-lt"/>
                  </a:endParaRPr>
                </a:p>
              </p:txBody>
            </p:sp>
            <p:sp>
              <p:nvSpPr>
                <p:cNvPr id="44" name="Freeform 130">
                  <a:extLst>
                    <a:ext uri="{FF2B5EF4-FFF2-40B4-BE49-F238E27FC236}">
                      <a16:creationId xmlns:a16="http://schemas.microsoft.com/office/drawing/2014/main" id="{0BD760EE-9867-47EA-93FE-F9B0ECCB8CD9}"/>
                    </a:ext>
                  </a:extLst>
                </p:cNvPr>
                <p:cNvSpPr>
                  <a:spLocks/>
                </p:cNvSpPr>
                <p:nvPr/>
              </p:nvSpPr>
              <p:spPr bwMode="auto">
                <a:xfrm>
                  <a:off x="3735" y="3364"/>
                  <a:ext cx="18" cy="18"/>
                </a:xfrm>
                <a:custGeom>
                  <a:avLst/>
                  <a:gdLst>
                    <a:gd name="T0" fmla="*/ 6 w 12"/>
                    <a:gd name="T1" fmla="*/ 0 h 12"/>
                    <a:gd name="T2" fmla="*/ 1 w 12"/>
                    <a:gd name="T3" fmla="*/ 3 h 12"/>
                    <a:gd name="T4" fmla="*/ 0 w 12"/>
                    <a:gd name="T5" fmla="*/ 6 h 12"/>
                    <a:gd name="T6" fmla="*/ 0 w 12"/>
                    <a:gd name="T7" fmla="*/ 6 h 12"/>
                    <a:gd name="T8" fmla="*/ 6 w 12"/>
                    <a:gd name="T9" fmla="*/ 12 h 12"/>
                    <a:gd name="T10" fmla="*/ 6 w 12"/>
                    <a:gd name="T11" fmla="*/ 12 h 12"/>
                    <a:gd name="T12" fmla="*/ 12 w 12"/>
                    <a:gd name="T13" fmla="*/ 6 h 12"/>
                    <a:gd name="T14" fmla="*/ 11 w 12"/>
                    <a:gd name="T15" fmla="*/ 3 h 12"/>
                    <a:gd name="T16" fmla="*/ 6 w 12"/>
                    <a:gd name="T17"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 h="12">
                      <a:moveTo>
                        <a:pt x="6" y="0"/>
                      </a:moveTo>
                      <a:cubicBezTo>
                        <a:pt x="4" y="0"/>
                        <a:pt x="1" y="1"/>
                        <a:pt x="1" y="3"/>
                      </a:cubicBezTo>
                      <a:cubicBezTo>
                        <a:pt x="1" y="4"/>
                        <a:pt x="0" y="5"/>
                        <a:pt x="0" y="6"/>
                      </a:cubicBezTo>
                      <a:cubicBezTo>
                        <a:pt x="0" y="6"/>
                        <a:pt x="0" y="6"/>
                        <a:pt x="0" y="6"/>
                      </a:cubicBezTo>
                      <a:cubicBezTo>
                        <a:pt x="0" y="10"/>
                        <a:pt x="2" y="12"/>
                        <a:pt x="6" y="12"/>
                      </a:cubicBezTo>
                      <a:cubicBezTo>
                        <a:pt x="6" y="12"/>
                        <a:pt x="6" y="12"/>
                        <a:pt x="6" y="12"/>
                      </a:cubicBezTo>
                      <a:cubicBezTo>
                        <a:pt x="10" y="11"/>
                        <a:pt x="12" y="9"/>
                        <a:pt x="12" y="6"/>
                      </a:cubicBezTo>
                      <a:cubicBezTo>
                        <a:pt x="12" y="5"/>
                        <a:pt x="11" y="4"/>
                        <a:pt x="11" y="3"/>
                      </a:cubicBezTo>
                      <a:cubicBezTo>
                        <a:pt x="11" y="1"/>
                        <a:pt x="8" y="0"/>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j-lt"/>
                  </a:endParaRPr>
                </a:p>
              </p:txBody>
            </p:sp>
            <p:sp>
              <p:nvSpPr>
                <p:cNvPr id="45" name="Freeform 131">
                  <a:extLst>
                    <a:ext uri="{FF2B5EF4-FFF2-40B4-BE49-F238E27FC236}">
                      <a16:creationId xmlns:a16="http://schemas.microsoft.com/office/drawing/2014/main" id="{CA14D513-81D1-4334-9E72-46C69A1BFCC3}"/>
                    </a:ext>
                  </a:extLst>
                </p:cNvPr>
                <p:cNvSpPr>
                  <a:spLocks/>
                </p:cNvSpPr>
                <p:nvPr/>
              </p:nvSpPr>
              <p:spPr bwMode="auto">
                <a:xfrm>
                  <a:off x="3606" y="3371"/>
                  <a:ext cx="0" cy="39"/>
                </a:xfrm>
                <a:custGeom>
                  <a:avLst/>
                  <a:gdLst>
                    <a:gd name="T0" fmla="*/ 1 h 26"/>
                    <a:gd name="T1" fmla="*/ 25 h 26"/>
                    <a:gd name="T2" fmla="*/ 26 h 26"/>
                    <a:gd name="T3" fmla="*/ 0 h 26"/>
                    <a:gd name="T4" fmla="*/ 1 h 26"/>
                  </a:gdLst>
                  <a:ahLst/>
                  <a:cxnLst>
                    <a:cxn ang="0">
                      <a:pos x="0" y="T0"/>
                    </a:cxn>
                    <a:cxn ang="0">
                      <a:pos x="0" y="T1"/>
                    </a:cxn>
                    <a:cxn ang="0">
                      <a:pos x="0" y="T2"/>
                    </a:cxn>
                    <a:cxn ang="0">
                      <a:pos x="0" y="T3"/>
                    </a:cxn>
                    <a:cxn ang="0">
                      <a:pos x="0" y="T4"/>
                    </a:cxn>
                  </a:cxnLst>
                  <a:rect l="0" t="0" r="r" b="b"/>
                  <a:pathLst>
                    <a:path h="26">
                      <a:moveTo>
                        <a:pt x="0" y="1"/>
                      </a:moveTo>
                      <a:cubicBezTo>
                        <a:pt x="0" y="25"/>
                        <a:pt x="0" y="25"/>
                        <a:pt x="0" y="25"/>
                      </a:cubicBezTo>
                      <a:cubicBezTo>
                        <a:pt x="0" y="26"/>
                        <a:pt x="0" y="26"/>
                        <a:pt x="0" y="26"/>
                      </a:cubicBezTo>
                      <a:cubicBezTo>
                        <a:pt x="0" y="21"/>
                        <a:pt x="0" y="13"/>
                        <a:pt x="0" y="0"/>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j-lt"/>
                  </a:endParaRPr>
                </a:p>
              </p:txBody>
            </p:sp>
            <p:sp>
              <p:nvSpPr>
                <p:cNvPr id="46" name="Oval 132">
                  <a:extLst>
                    <a:ext uri="{FF2B5EF4-FFF2-40B4-BE49-F238E27FC236}">
                      <a16:creationId xmlns:a16="http://schemas.microsoft.com/office/drawing/2014/main" id="{3E75743F-C40E-48FC-B054-87C0843411BE}"/>
                    </a:ext>
                  </a:extLst>
                </p:cNvPr>
                <p:cNvSpPr>
                  <a:spLocks noChangeArrowheads="1"/>
                </p:cNvSpPr>
                <p:nvPr/>
              </p:nvSpPr>
              <p:spPr bwMode="auto">
                <a:xfrm>
                  <a:off x="3638" y="3405"/>
                  <a:ext cx="11" cy="1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j-lt"/>
                  </a:endParaRPr>
                </a:p>
              </p:txBody>
            </p:sp>
            <p:sp>
              <p:nvSpPr>
                <p:cNvPr id="47" name="Freeform 133">
                  <a:extLst>
                    <a:ext uri="{FF2B5EF4-FFF2-40B4-BE49-F238E27FC236}">
                      <a16:creationId xmlns:a16="http://schemas.microsoft.com/office/drawing/2014/main" id="{AD256987-038C-44EC-944B-6A6EE6E8167D}"/>
                    </a:ext>
                  </a:extLst>
                </p:cNvPr>
                <p:cNvSpPr>
                  <a:spLocks/>
                </p:cNvSpPr>
                <p:nvPr/>
              </p:nvSpPr>
              <p:spPr bwMode="auto">
                <a:xfrm>
                  <a:off x="3550" y="3122"/>
                  <a:ext cx="179" cy="189"/>
                </a:xfrm>
                <a:custGeom>
                  <a:avLst/>
                  <a:gdLst>
                    <a:gd name="T0" fmla="*/ 63 w 121"/>
                    <a:gd name="T1" fmla="*/ 128 h 128"/>
                    <a:gd name="T2" fmla="*/ 0 w 121"/>
                    <a:gd name="T3" fmla="*/ 64 h 128"/>
                    <a:gd name="T4" fmla="*/ 63 w 121"/>
                    <a:gd name="T5" fmla="*/ 0 h 128"/>
                    <a:gd name="T6" fmla="*/ 120 w 121"/>
                    <a:gd name="T7" fmla="*/ 35 h 128"/>
                    <a:gd name="T8" fmla="*/ 117 w 121"/>
                    <a:gd name="T9" fmla="*/ 43 h 128"/>
                    <a:gd name="T10" fmla="*/ 109 w 121"/>
                    <a:gd name="T11" fmla="*/ 41 h 128"/>
                    <a:gd name="T12" fmla="*/ 63 w 121"/>
                    <a:gd name="T13" fmla="*/ 12 h 128"/>
                    <a:gd name="T14" fmla="*/ 11 w 121"/>
                    <a:gd name="T15" fmla="*/ 64 h 128"/>
                    <a:gd name="T16" fmla="*/ 63 w 121"/>
                    <a:gd name="T17" fmla="*/ 116 h 128"/>
                    <a:gd name="T18" fmla="*/ 67 w 121"/>
                    <a:gd name="T19" fmla="*/ 116 h 128"/>
                    <a:gd name="T20" fmla="*/ 73 w 121"/>
                    <a:gd name="T21" fmla="*/ 121 h 128"/>
                    <a:gd name="T22" fmla="*/ 67 w 121"/>
                    <a:gd name="T23" fmla="*/ 127 h 128"/>
                    <a:gd name="T24" fmla="*/ 63 w 121"/>
                    <a:gd name="T25" fmla="*/ 128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1" h="128">
                      <a:moveTo>
                        <a:pt x="63" y="128"/>
                      </a:moveTo>
                      <a:cubicBezTo>
                        <a:pt x="28" y="128"/>
                        <a:pt x="0" y="99"/>
                        <a:pt x="0" y="64"/>
                      </a:cubicBezTo>
                      <a:cubicBezTo>
                        <a:pt x="0" y="29"/>
                        <a:pt x="28" y="0"/>
                        <a:pt x="63" y="0"/>
                      </a:cubicBezTo>
                      <a:cubicBezTo>
                        <a:pt x="87" y="0"/>
                        <a:pt x="109" y="14"/>
                        <a:pt x="120" y="35"/>
                      </a:cubicBezTo>
                      <a:cubicBezTo>
                        <a:pt x="121" y="38"/>
                        <a:pt x="120" y="42"/>
                        <a:pt x="117" y="43"/>
                      </a:cubicBezTo>
                      <a:cubicBezTo>
                        <a:pt x="114" y="45"/>
                        <a:pt x="111" y="44"/>
                        <a:pt x="109" y="41"/>
                      </a:cubicBezTo>
                      <a:cubicBezTo>
                        <a:pt x="100" y="23"/>
                        <a:pt x="83" y="12"/>
                        <a:pt x="63" y="12"/>
                      </a:cubicBezTo>
                      <a:cubicBezTo>
                        <a:pt x="35" y="12"/>
                        <a:pt x="11" y="35"/>
                        <a:pt x="11" y="64"/>
                      </a:cubicBezTo>
                      <a:cubicBezTo>
                        <a:pt x="11" y="93"/>
                        <a:pt x="35" y="116"/>
                        <a:pt x="63" y="116"/>
                      </a:cubicBezTo>
                      <a:cubicBezTo>
                        <a:pt x="64" y="116"/>
                        <a:pt x="65" y="116"/>
                        <a:pt x="67" y="116"/>
                      </a:cubicBezTo>
                      <a:cubicBezTo>
                        <a:pt x="70" y="115"/>
                        <a:pt x="73" y="118"/>
                        <a:pt x="73" y="121"/>
                      </a:cubicBezTo>
                      <a:cubicBezTo>
                        <a:pt x="73" y="124"/>
                        <a:pt x="70" y="127"/>
                        <a:pt x="67" y="127"/>
                      </a:cubicBezTo>
                      <a:cubicBezTo>
                        <a:pt x="66" y="127"/>
                        <a:pt x="65" y="128"/>
                        <a:pt x="63" y="1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j-lt"/>
                  </a:endParaRPr>
                </a:p>
              </p:txBody>
            </p:sp>
            <p:sp>
              <p:nvSpPr>
                <p:cNvPr id="48" name="Freeform 134">
                  <a:extLst>
                    <a:ext uri="{FF2B5EF4-FFF2-40B4-BE49-F238E27FC236}">
                      <a16:creationId xmlns:a16="http://schemas.microsoft.com/office/drawing/2014/main" id="{4813EA34-6FFE-4413-8474-A3108BD5879B}"/>
                    </a:ext>
                  </a:extLst>
                </p:cNvPr>
                <p:cNvSpPr>
                  <a:spLocks/>
                </p:cNvSpPr>
                <p:nvPr/>
              </p:nvSpPr>
              <p:spPr bwMode="auto">
                <a:xfrm>
                  <a:off x="3429" y="3004"/>
                  <a:ext cx="428" cy="413"/>
                </a:xfrm>
                <a:custGeom>
                  <a:avLst/>
                  <a:gdLst>
                    <a:gd name="T0" fmla="*/ 248 w 289"/>
                    <a:gd name="T1" fmla="*/ 121 h 280"/>
                    <a:gd name="T2" fmla="*/ 263 w 289"/>
                    <a:gd name="T3" fmla="*/ 68 h 280"/>
                    <a:gd name="T4" fmla="*/ 263 w 289"/>
                    <a:gd name="T5" fmla="*/ 59 h 280"/>
                    <a:gd name="T6" fmla="*/ 220 w 289"/>
                    <a:gd name="T7" fmla="*/ 25 h 280"/>
                    <a:gd name="T8" fmla="*/ 168 w 289"/>
                    <a:gd name="T9" fmla="*/ 41 h 280"/>
                    <a:gd name="T10" fmla="*/ 162 w 289"/>
                    <a:gd name="T11" fmla="*/ 0 h 280"/>
                    <a:gd name="T12" fmla="*/ 120 w 289"/>
                    <a:gd name="T13" fmla="*/ 6 h 280"/>
                    <a:gd name="T14" fmla="*/ 92 w 289"/>
                    <a:gd name="T15" fmla="*/ 50 h 280"/>
                    <a:gd name="T16" fmla="*/ 60 w 289"/>
                    <a:gd name="T17" fmla="*/ 25 h 280"/>
                    <a:gd name="T18" fmla="*/ 23 w 289"/>
                    <a:gd name="T19" fmla="*/ 63 h 280"/>
                    <a:gd name="T20" fmla="*/ 50 w 289"/>
                    <a:gd name="T21" fmla="*/ 92 h 280"/>
                    <a:gd name="T22" fmla="*/ 6 w 289"/>
                    <a:gd name="T23" fmla="*/ 121 h 280"/>
                    <a:gd name="T24" fmla="*/ 0 w 289"/>
                    <a:gd name="T25" fmla="*/ 163 h 280"/>
                    <a:gd name="T26" fmla="*/ 40 w 289"/>
                    <a:gd name="T27" fmla="*/ 168 h 280"/>
                    <a:gd name="T28" fmla="*/ 25 w 289"/>
                    <a:gd name="T29" fmla="*/ 221 h 280"/>
                    <a:gd name="T30" fmla="*/ 25 w 289"/>
                    <a:gd name="T31" fmla="*/ 229 h 280"/>
                    <a:gd name="T32" fmla="*/ 68 w 289"/>
                    <a:gd name="T33" fmla="*/ 263 h 280"/>
                    <a:gd name="T34" fmla="*/ 120 w 289"/>
                    <a:gd name="T35" fmla="*/ 248 h 280"/>
                    <a:gd name="T36" fmla="*/ 120 w 289"/>
                    <a:gd name="T37" fmla="*/ 275 h 280"/>
                    <a:gd name="T38" fmla="*/ 131 w 289"/>
                    <a:gd name="T39" fmla="*/ 277 h 280"/>
                    <a:gd name="T40" fmla="*/ 132 w 289"/>
                    <a:gd name="T41" fmla="*/ 269 h 280"/>
                    <a:gd name="T42" fmla="*/ 132 w 289"/>
                    <a:gd name="T43" fmla="*/ 243 h 280"/>
                    <a:gd name="T44" fmla="*/ 94 w 289"/>
                    <a:gd name="T45" fmla="*/ 227 h 280"/>
                    <a:gd name="T46" fmla="*/ 64 w 289"/>
                    <a:gd name="T47" fmla="*/ 250 h 280"/>
                    <a:gd name="T48" fmla="*/ 61 w 289"/>
                    <a:gd name="T49" fmla="*/ 201 h 280"/>
                    <a:gd name="T50" fmla="*/ 51 w 289"/>
                    <a:gd name="T51" fmla="*/ 161 h 280"/>
                    <a:gd name="T52" fmla="*/ 12 w 289"/>
                    <a:gd name="T53" fmla="*/ 156 h 280"/>
                    <a:gd name="T54" fmla="*/ 45 w 289"/>
                    <a:gd name="T55" fmla="*/ 132 h 280"/>
                    <a:gd name="T56" fmla="*/ 62 w 289"/>
                    <a:gd name="T57" fmla="*/ 94 h 280"/>
                    <a:gd name="T58" fmla="*/ 38 w 289"/>
                    <a:gd name="T59" fmla="*/ 63 h 280"/>
                    <a:gd name="T60" fmla="*/ 87 w 289"/>
                    <a:gd name="T61" fmla="*/ 62 h 280"/>
                    <a:gd name="T62" fmla="*/ 128 w 289"/>
                    <a:gd name="T63" fmla="*/ 51 h 280"/>
                    <a:gd name="T64" fmla="*/ 132 w 289"/>
                    <a:gd name="T65" fmla="*/ 12 h 280"/>
                    <a:gd name="T66" fmla="*/ 156 w 289"/>
                    <a:gd name="T67" fmla="*/ 45 h 280"/>
                    <a:gd name="T68" fmla="*/ 194 w 289"/>
                    <a:gd name="T69" fmla="*/ 62 h 280"/>
                    <a:gd name="T70" fmla="*/ 225 w 289"/>
                    <a:gd name="T71" fmla="*/ 38 h 280"/>
                    <a:gd name="T72" fmla="*/ 227 w 289"/>
                    <a:gd name="T73" fmla="*/ 87 h 280"/>
                    <a:gd name="T74" fmla="*/ 237 w 289"/>
                    <a:gd name="T75" fmla="*/ 127 h 280"/>
                    <a:gd name="T76" fmla="*/ 277 w 289"/>
                    <a:gd name="T77" fmla="*/ 132 h 280"/>
                    <a:gd name="T78" fmla="*/ 250 w 289"/>
                    <a:gd name="T79" fmla="*/ 156 h 280"/>
                    <a:gd name="T80" fmla="*/ 250 w 289"/>
                    <a:gd name="T81" fmla="*/ 168 h 280"/>
                    <a:gd name="T82" fmla="*/ 252 w 289"/>
                    <a:gd name="T83" fmla="*/ 168 h 280"/>
                    <a:gd name="T84" fmla="*/ 289 w 289"/>
                    <a:gd name="T85" fmla="*/ 163 h 280"/>
                    <a:gd name="T86" fmla="*/ 283 w 289"/>
                    <a:gd name="T87" fmla="*/ 121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89" h="280">
                      <a:moveTo>
                        <a:pt x="283" y="121"/>
                      </a:moveTo>
                      <a:cubicBezTo>
                        <a:pt x="248" y="121"/>
                        <a:pt x="248" y="121"/>
                        <a:pt x="248" y="121"/>
                      </a:cubicBezTo>
                      <a:cubicBezTo>
                        <a:pt x="246" y="110"/>
                        <a:pt x="242" y="100"/>
                        <a:pt x="239" y="92"/>
                      </a:cubicBezTo>
                      <a:cubicBezTo>
                        <a:pt x="263" y="68"/>
                        <a:pt x="263" y="68"/>
                        <a:pt x="263" y="68"/>
                      </a:cubicBezTo>
                      <a:cubicBezTo>
                        <a:pt x="264" y="67"/>
                        <a:pt x="265" y="65"/>
                        <a:pt x="265" y="63"/>
                      </a:cubicBezTo>
                      <a:cubicBezTo>
                        <a:pt x="265" y="62"/>
                        <a:pt x="264" y="61"/>
                        <a:pt x="263" y="59"/>
                      </a:cubicBezTo>
                      <a:cubicBezTo>
                        <a:pt x="229" y="25"/>
                        <a:pt x="229" y="25"/>
                        <a:pt x="229" y="25"/>
                      </a:cubicBezTo>
                      <a:cubicBezTo>
                        <a:pt x="227" y="23"/>
                        <a:pt x="223" y="23"/>
                        <a:pt x="220" y="25"/>
                      </a:cubicBezTo>
                      <a:cubicBezTo>
                        <a:pt x="196" y="50"/>
                        <a:pt x="196" y="50"/>
                        <a:pt x="196" y="50"/>
                      </a:cubicBezTo>
                      <a:cubicBezTo>
                        <a:pt x="188" y="46"/>
                        <a:pt x="177" y="43"/>
                        <a:pt x="168" y="41"/>
                      </a:cubicBezTo>
                      <a:cubicBezTo>
                        <a:pt x="168" y="6"/>
                        <a:pt x="168" y="6"/>
                        <a:pt x="168" y="6"/>
                      </a:cubicBezTo>
                      <a:cubicBezTo>
                        <a:pt x="168" y="3"/>
                        <a:pt x="166" y="0"/>
                        <a:pt x="162" y="0"/>
                      </a:cubicBezTo>
                      <a:cubicBezTo>
                        <a:pt x="126" y="0"/>
                        <a:pt x="126" y="0"/>
                        <a:pt x="126" y="0"/>
                      </a:cubicBezTo>
                      <a:cubicBezTo>
                        <a:pt x="123" y="0"/>
                        <a:pt x="120" y="3"/>
                        <a:pt x="120" y="6"/>
                      </a:cubicBezTo>
                      <a:cubicBezTo>
                        <a:pt x="120" y="41"/>
                        <a:pt x="120" y="41"/>
                        <a:pt x="120" y="41"/>
                      </a:cubicBezTo>
                      <a:cubicBezTo>
                        <a:pt x="111" y="43"/>
                        <a:pt x="100" y="46"/>
                        <a:pt x="92" y="50"/>
                      </a:cubicBezTo>
                      <a:cubicBezTo>
                        <a:pt x="68" y="25"/>
                        <a:pt x="68" y="25"/>
                        <a:pt x="68" y="25"/>
                      </a:cubicBezTo>
                      <a:cubicBezTo>
                        <a:pt x="66" y="23"/>
                        <a:pt x="61" y="23"/>
                        <a:pt x="60" y="25"/>
                      </a:cubicBezTo>
                      <a:cubicBezTo>
                        <a:pt x="25" y="59"/>
                        <a:pt x="25" y="59"/>
                        <a:pt x="25" y="59"/>
                      </a:cubicBezTo>
                      <a:cubicBezTo>
                        <a:pt x="24" y="61"/>
                        <a:pt x="23" y="62"/>
                        <a:pt x="23" y="63"/>
                      </a:cubicBezTo>
                      <a:cubicBezTo>
                        <a:pt x="23" y="65"/>
                        <a:pt x="24" y="67"/>
                        <a:pt x="25" y="68"/>
                      </a:cubicBezTo>
                      <a:cubicBezTo>
                        <a:pt x="50" y="92"/>
                        <a:pt x="50" y="92"/>
                        <a:pt x="50" y="92"/>
                      </a:cubicBezTo>
                      <a:cubicBezTo>
                        <a:pt x="46" y="100"/>
                        <a:pt x="43" y="110"/>
                        <a:pt x="40" y="121"/>
                      </a:cubicBezTo>
                      <a:cubicBezTo>
                        <a:pt x="6" y="121"/>
                        <a:pt x="6" y="121"/>
                        <a:pt x="6" y="121"/>
                      </a:cubicBezTo>
                      <a:cubicBezTo>
                        <a:pt x="2" y="121"/>
                        <a:pt x="0" y="123"/>
                        <a:pt x="0" y="126"/>
                      </a:cubicBezTo>
                      <a:cubicBezTo>
                        <a:pt x="0" y="163"/>
                        <a:pt x="0" y="163"/>
                        <a:pt x="0" y="163"/>
                      </a:cubicBezTo>
                      <a:cubicBezTo>
                        <a:pt x="0" y="166"/>
                        <a:pt x="2" y="168"/>
                        <a:pt x="6" y="168"/>
                      </a:cubicBezTo>
                      <a:cubicBezTo>
                        <a:pt x="40" y="168"/>
                        <a:pt x="40" y="168"/>
                        <a:pt x="40" y="168"/>
                      </a:cubicBezTo>
                      <a:cubicBezTo>
                        <a:pt x="43" y="178"/>
                        <a:pt x="46" y="189"/>
                        <a:pt x="50" y="196"/>
                      </a:cubicBezTo>
                      <a:cubicBezTo>
                        <a:pt x="25" y="221"/>
                        <a:pt x="25" y="221"/>
                        <a:pt x="25" y="221"/>
                      </a:cubicBezTo>
                      <a:cubicBezTo>
                        <a:pt x="24" y="222"/>
                        <a:pt x="23" y="223"/>
                        <a:pt x="23" y="225"/>
                      </a:cubicBezTo>
                      <a:cubicBezTo>
                        <a:pt x="23" y="227"/>
                        <a:pt x="24" y="228"/>
                        <a:pt x="25" y="229"/>
                      </a:cubicBezTo>
                      <a:cubicBezTo>
                        <a:pt x="60" y="263"/>
                        <a:pt x="60" y="263"/>
                        <a:pt x="60" y="263"/>
                      </a:cubicBezTo>
                      <a:cubicBezTo>
                        <a:pt x="61" y="265"/>
                        <a:pt x="66" y="265"/>
                        <a:pt x="68" y="263"/>
                      </a:cubicBezTo>
                      <a:cubicBezTo>
                        <a:pt x="92" y="238"/>
                        <a:pt x="92" y="238"/>
                        <a:pt x="92" y="238"/>
                      </a:cubicBezTo>
                      <a:cubicBezTo>
                        <a:pt x="100" y="243"/>
                        <a:pt x="111" y="246"/>
                        <a:pt x="120" y="248"/>
                      </a:cubicBezTo>
                      <a:cubicBezTo>
                        <a:pt x="120" y="249"/>
                        <a:pt x="120" y="249"/>
                        <a:pt x="120" y="249"/>
                      </a:cubicBezTo>
                      <a:cubicBezTo>
                        <a:pt x="120" y="262"/>
                        <a:pt x="120" y="270"/>
                        <a:pt x="120" y="275"/>
                      </a:cubicBezTo>
                      <a:cubicBezTo>
                        <a:pt x="121" y="278"/>
                        <a:pt x="123" y="280"/>
                        <a:pt x="126" y="280"/>
                      </a:cubicBezTo>
                      <a:cubicBezTo>
                        <a:pt x="128" y="280"/>
                        <a:pt x="130" y="279"/>
                        <a:pt x="131" y="277"/>
                      </a:cubicBezTo>
                      <a:cubicBezTo>
                        <a:pt x="132" y="276"/>
                        <a:pt x="132" y="275"/>
                        <a:pt x="132" y="274"/>
                      </a:cubicBezTo>
                      <a:cubicBezTo>
                        <a:pt x="132" y="269"/>
                        <a:pt x="132" y="269"/>
                        <a:pt x="132" y="269"/>
                      </a:cubicBezTo>
                      <a:cubicBezTo>
                        <a:pt x="132" y="269"/>
                        <a:pt x="132" y="269"/>
                        <a:pt x="132" y="269"/>
                      </a:cubicBezTo>
                      <a:cubicBezTo>
                        <a:pt x="132" y="244"/>
                        <a:pt x="132" y="243"/>
                        <a:pt x="132" y="243"/>
                      </a:cubicBezTo>
                      <a:cubicBezTo>
                        <a:pt x="132" y="241"/>
                        <a:pt x="130" y="238"/>
                        <a:pt x="128" y="237"/>
                      </a:cubicBezTo>
                      <a:cubicBezTo>
                        <a:pt x="121" y="236"/>
                        <a:pt x="103" y="232"/>
                        <a:pt x="94" y="227"/>
                      </a:cubicBezTo>
                      <a:cubicBezTo>
                        <a:pt x="92" y="225"/>
                        <a:pt x="89" y="225"/>
                        <a:pt x="87" y="227"/>
                      </a:cubicBezTo>
                      <a:cubicBezTo>
                        <a:pt x="64" y="250"/>
                        <a:pt x="64" y="250"/>
                        <a:pt x="64" y="250"/>
                      </a:cubicBezTo>
                      <a:cubicBezTo>
                        <a:pt x="38" y="225"/>
                        <a:pt x="38" y="225"/>
                        <a:pt x="38" y="225"/>
                      </a:cubicBezTo>
                      <a:cubicBezTo>
                        <a:pt x="61" y="201"/>
                        <a:pt x="61" y="201"/>
                        <a:pt x="61" y="201"/>
                      </a:cubicBezTo>
                      <a:cubicBezTo>
                        <a:pt x="63" y="200"/>
                        <a:pt x="64" y="196"/>
                        <a:pt x="62" y="195"/>
                      </a:cubicBezTo>
                      <a:cubicBezTo>
                        <a:pt x="57" y="185"/>
                        <a:pt x="53" y="168"/>
                        <a:pt x="51" y="161"/>
                      </a:cubicBezTo>
                      <a:cubicBezTo>
                        <a:pt x="50" y="158"/>
                        <a:pt x="48" y="156"/>
                        <a:pt x="45" y="156"/>
                      </a:cubicBezTo>
                      <a:cubicBezTo>
                        <a:pt x="12" y="156"/>
                        <a:pt x="12" y="156"/>
                        <a:pt x="12" y="156"/>
                      </a:cubicBezTo>
                      <a:cubicBezTo>
                        <a:pt x="12" y="132"/>
                        <a:pt x="12" y="132"/>
                        <a:pt x="12" y="132"/>
                      </a:cubicBezTo>
                      <a:cubicBezTo>
                        <a:pt x="45" y="132"/>
                        <a:pt x="45" y="132"/>
                        <a:pt x="45" y="132"/>
                      </a:cubicBezTo>
                      <a:cubicBezTo>
                        <a:pt x="48" y="132"/>
                        <a:pt x="50" y="131"/>
                        <a:pt x="51" y="127"/>
                      </a:cubicBezTo>
                      <a:cubicBezTo>
                        <a:pt x="53" y="121"/>
                        <a:pt x="57" y="103"/>
                        <a:pt x="62" y="94"/>
                      </a:cubicBezTo>
                      <a:cubicBezTo>
                        <a:pt x="64" y="92"/>
                        <a:pt x="63" y="89"/>
                        <a:pt x="61" y="87"/>
                      </a:cubicBezTo>
                      <a:cubicBezTo>
                        <a:pt x="38" y="63"/>
                        <a:pt x="38" y="63"/>
                        <a:pt x="38" y="63"/>
                      </a:cubicBezTo>
                      <a:cubicBezTo>
                        <a:pt x="64" y="38"/>
                        <a:pt x="64" y="38"/>
                        <a:pt x="64" y="38"/>
                      </a:cubicBezTo>
                      <a:cubicBezTo>
                        <a:pt x="87" y="62"/>
                        <a:pt x="87" y="62"/>
                        <a:pt x="87" y="62"/>
                      </a:cubicBezTo>
                      <a:cubicBezTo>
                        <a:pt x="89" y="63"/>
                        <a:pt x="92" y="64"/>
                        <a:pt x="94" y="62"/>
                      </a:cubicBezTo>
                      <a:cubicBezTo>
                        <a:pt x="103" y="57"/>
                        <a:pt x="121" y="52"/>
                        <a:pt x="128" y="51"/>
                      </a:cubicBezTo>
                      <a:cubicBezTo>
                        <a:pt x="130" y="51"/>
                        <a:pt x="132" y="48"/>
                        <a:pt x="132" y="45"/>
                      </a:cubicBezTo>
                      <a:cubicBezTo>
                        <a:pt x="132" y="12"/>
                        <a:pt x="132" y="12"/>
                        <a:pt x="132" y="12"/>
                      </a:cubicBezTo>
                      <a:cubicBezTo>
                        <a:pt x="156" y="12"/>
                        <a:pt x="156" y="12"/>
                        <a:pt x="156" y="12"/>
                      </a:cubicBezTo>
                      <a:cubicBezTo>
                        <a:pt x="156" y="45"/>
                        <a:pt x="156" y="45"/>
                        <a:pt x="156" y="45"/>
                      </a:cubicBezTo>
                      <a:cubicBezTo>
                        <a:pt x="156" y="48"/>
                        <a:pt x="158" y="51"/>
                        <a:pt x="161" y="51"/>
                      </a:cubicBezTo>
                      <a:cubicBezTo>
                        <a:pt x="172" y="53"/>
                        <a:pt x="186" y="57"/>
                        <a:pt x="194" y="62"/>
                      </a:cubicBezTo>
                      <a:cubicBezTo>
                        <a:pt x="197" y="64"/>
                        <a:pt x="199" y="63"/>
                        <a:pt x="202" y="62"/>
                      </a:cubicBezTo>
                      <a:cubicBezTo>
                        <a:pt x="225" y="38"/>
                        <a:pt x="225" y="38"/>
                        <a:pt x="225" y="38"/>
                      </a:cubicBezTo>
                      <a:cubicBezTo>
                        <a:pt x="251" y="63"/>
                        <a:pt x="251" y="63"/>
                        <a:pt x="251" y="63"/>
                      </a:cubicBezTo>
                      <a:cubicBezTo>
                        <a:pt x="227" y="87"/>
                        <a:pt x="227" y="87"/>
                        <a:pt x="227" y="87"/>
                      </a:cubicBezTo>
                      <a:cubicBezTo>
                        <a:pt x="225" y="89"/>
                        <a:pt x="225" y="92"/>
                        <a:pt x="226" y="94"/>
                      </a:cubicBezTo>
                      <a:cubicBezTo>
                        <a:pt x="231" y="103"/>
                        <a:pt x="236" y="121"/>
                        <a:pt x="237" y="127"/>
                      </a:cubicBezTo>
                      <a:cubicBezTo>
                        <a:pt x="238" y="131"/>
                        <a:pt x="241" y="132"/>
                        <a:pt x="243" y="132"/>
                      </a:cubicBezTo>
                      <a:cubicBezTo>
                        <a:pt x="277" y="132"/>
                        <a:pt x="277" y="132"/>
                        <a:pt x="277" y="132"/>
                      </a:cubicBezTo>
                      <a:cubicBezTo>
                        <a:pt x="277" y="154"/>
                        <a:pt x="277" y="156"/>
                        <a:pt x="277" y="156"/>
                      </a:cubicBezTo>
                      <a:cubicBezTo>
                        <a:pt x="250" y="156"/>
                        <a:pt x="250" y="156"/>
                        <a:pt x="250" y="156"/>
                      </a:cubicBezTo>
                      <a:cubicBezTo>
                        <a:pt x="247" y="156"/>
                        <a:pt x="244" y="159"/>
                        <a:pt x="244" y="162"/>
                      </a:cubicBezTo>
                      <a:cubicBezTo>
                        <a:pt x="244" y="166"/>
                        <a:pt x="247" y="168"/>
                        <a:pt x="250" y="168"/>
                      </a:cubicBezTo>
                      <a:cubicBezTo>
                        <a:pt x="252" y="168"/>
                        <a:pt x="252" y="168"/>
                        <a:pt x="252" y="168"/>
                      </a:cubicBezTo>
                      <a:cubicBezTo>
                        <a:pt x="252" y="168"/>
                        <a:pt x="252" y="168"/>
                        <a:pt x="252" y="168"/>
                      </a:cubicBezTo>
                      <a:cubicBezTo>
                        <a:pt x="283" y="168"/>
                        <a:pt x="283" y="168"/>
                        <a:pt x="283" y="168"/>
                      </a:cubicBezTo>
                      <a:cubicBezTo>
                        <a:pt x="286" y="168"/>
                        <a:pt x="289" y="166"/>
                        <a:pt x="289" y="163"/>
                      </a:cubicBezTo>
                      <a:cubicBezTo>
                        <a:pt x="289" y="126"/>
                        <a:pt x="289" y="126"/>
                        <a:pt x="289" y="126"/>
                      </a:cubicBezTo>
                      <a:cubicBezTo>
                        <a:pt x="289" y="123"/>
                        <a:pt x="286" y="121"/>
                        <a:pt x="283" y="1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j-lt"/>
                  </a:endParaRPr>
                </a:p>
              </p:txBody>
            </p:sp>
          </p:grpSp>
        </p:grpSp>
      </p:grpSp>
      <p:grpSp>
        <p:nvGrpSpPr>
          <p:cNvPr id="84" name="Group 83">
            <a:extLst>
              <a:ext uri="{FF2B5EF4-FFF2-40B4-BE49-F238E27FC236}">
                <a16:creationId xmlns:a16="http://schemas.microsoft.com/office/drawing/2014/main" id="{D9E43019-F3CD-4EB5-AF9E-26C74390A27A}"/>
              </a:ext>
            </a:extLst>
          </p:cNvPr>
          <p:cNvGrpSpPr/>
          <p:nvPr/>
        </p:nvGrpSpPr>
        <p:grpSpPr>
          <a:xfrm>
            <a:off x="4284569" y="2627007"/>
            <a:ext cx="3284800" cy="797813"/>
            <a:chOff x="4494119" y="2775795"/>
            <a:chExt cx="3284800" cy="797813"/>
          </a:xfrm>
        </p:grpSpPr>
        <p:sp>
          <p:nvSpPr>
            <p:cNvPr id="4" name="Oval 3">
              <a:extLst>
                <a:ext uri="{FF2B5EF4-FFF2-40B4-BE49-F238E27FC236}">
                  <a16:creationId xmlns:a16="http://schemas.microsoft.com/office/drawing/2014/main" id="{81845F39-3E54-4C51-99B5-C018A4221CF5}"/>
                </a:ext>
              </a:extLst>
            </p:cNvPr>
            <p:cNvSpPr/>
            <p:nvPr/>
          </p:nvSpPr>
          <p:spPr bwMode="auto">
            <a:xfrm>
              <a:off x="4494119" y="2775795"/>
              <a:ext cx="797813" cy="797813"/>
            </a:xfrm>
            <a:prstGeom prst="ellipse">
              <a:avLst/>
            </a:prstGeom>
            <a:solidFill>
              <a:schemeClr val="bg1"/>
            </a:solidFill>
            <a:ln w="28575">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10" name="TextBox 9">
              <a:extLst>
                <a:ext uri="{FF2B5EF4-FFF2-40B4-BE49-F238E27FC236}">
                  <a16:creationId xmlns:a16="http://schemas.microsoft.com/office/drawing/2014/main" id="{7DA6358A-99CA-4456-B476-508F90EDA638}"/>
                </a:ext>
              </a:extLst>
            </p:cNvPr>
            <p:cNvSpPr txBox="1"/>
            <p:nvPr/>
          </p:nvSpPr>
          <p:spPr>
            <a:xfrm>
              <a:off x="5349267" y="2897702"/>
              <a:ext cx="2429652" cy="553998"/>
            </a:xfrm>
            <a:prstGeom prst="rect">
              <a:avLst/>
            </a:prstGeom>
            <a:noFill/>
          </p:spPr>
          <p:txBody>
            <a:bodyPr wrap="square" lIns="107992" tIns="0" rIns="0" bIns="0" rtlCol="0" anchor="ctr">
              <a:spAutoFit/>
            </a:bodyPr>
            <a:lstStyle/>
            <a:p>
              <a:pPr lvl="0" defTabSz="914367">
                <a:defRPr/>
              </a:pPr>
              <a:r>
                <a:rPr lang="en-US" b="1" dirty="0">
                  <a:cs typeface="Segoe UI" panose="020B0502040204020203" pitchFamily="34" charset="0"/>
                </a:rPr>
                <a:t>Operational Support (OPSUP)</a:t>
              </a:r>
            </a:p>
          </p:txBody>
        </p:sp>
        <p:grpSp>
          <p:nvGrpSpPr>
            <p:cNvPr id="49" name="Group 141">
              <a:extLst>
                <a:ext uri="{FF2B5EF4-FFF2-40B4-BE49-F238E27FC236}">
                  <a16:creationId xmlns:a16="http://schemas.microsoft.com/office/drawing/2014/main" id="{BD0640DA-2D00-42F6-9E96-00AFE0ED7FE5}"/>
                </a:ext>
              </a:extLst>
            </p:cNvPr>
            <p:cNvGrpSpPr>
              <a:grpSpLocks noChangeAspect="1"/>
            </p:cNvGrpSpPr>
            <p:nvPr/>
          </p:nvGrpSpPr>
          <p:grpSpPr bwMode="auto">
            <a:xfrm>
              <a:off x="4612839" y="2918669"/>
              <a:ext cx="560372" cy="512064"/>
              <a:chOff x="2400" y="2996"/>
              <a:chExt cx="464" cy="424"/>
            </a:xfrm>
            <a:solidFill>
              <a:schemeClr val="tx2"/>
            </a:solidFill>
          </p:grpSpPr>
          <p:sp>
            <p:nvSpPr>
              <p:cNvPr id="50" name="Freeform 142">
                <a:extLst>
                  <a:ext uri="{FF2B5EF4-FFF2-40B4-BE49-F238E27FC236}">
                    <a16:creationId xmlns:a16="http://schemas.microsoft.com/office/drawing/2014/main" id="{81FB3268-0615-4491-9EBC-56EEF99F94CE}"/>
                  </a:ext>
                </a:extLst>
              </p:cNvPr>
              <p:cNvSpPr>
                <a:spLocks noEditPoints="1"/>
              </p:cNvSpPr>
              <p:nvPr/>
            </p:nvSpPr>
            <p:spPr bwMode="auto">
              <a:xfrm>
                <a:off x="2565" y="2996"/>
                <a:ext cx="198" cy="197"/>
              </a:xfrm>
              <a:custGeom>
                <a:avLst/>
                <a:gdLst>
                  <a:gd name="T0" fmla="*/ 11 w 134"/>
                  <a:gd name="T1" fmla="*/ 111 h 133"/>
                  <a:gd name="T2" fmla="*/ 0 w 134"/>
                  <a:gd name="T3" fmla="*/ 122 h 133"/>
                  <a:gd name="T4" fmla="*/ 11 w 134"/>
                  <a:gd name="T5" fmla="*/ 133 h 133"/>
                  <a:gd name="T6" fmla="*/ 22 w 134"/>
                  <a:gd name="T7" fmla="*/ 122 h 133"/>
                  <a:gd name="T8" fmla="*/ 22 w 134"/>
                  <a:gd name="T9" fmla="*/ 120 h 133"/>
                  <a:gd name="T10" fmla="*/ 74 w 134"/>
                  <a:gd name="T11" fmla="*/ 68 h 133"/>
                  <a:gd name="T12" fmla="*/ 99 w 134"/>
                  <a:gd name="T13" fmla="*/ 68 h 133"/>
                  <a:gd name="T14" fmla="*/ 103 w 134"/>
                  <a:gd name="T15" fmla="*/ 66 h 133"/>
                  <a:gd name="T16" fmla="*/ 131 w 134"/>
                  <a:gd name="T17" fmla="*/ 39 h 133"/>
                  <a:gd name="T18" fmla="*/ 133 w 134"/>
                  <a:gd name="T19" fmla="*/ 32 h 133"/>
                  <a:gd name="T20" fmla="*/ 127 w 134"/>
                  <a:gd name="T21" fmla="*/ 28 h 133"/>
                  <a:gd name="T22" fmla="*/ 105 w 134"/>
                  <a:gd name="T23" fmla="*/ 28 h 133"/>
                  <a:gd name="T24" fmla="*/ 105 w 134"/>
                  <a:gd name="T25" fmla="*/ 6 h 133"/>
                  <a:gd name="T26" fmla="*/ 101 w 134"/>
                  <a:gd name="T27" fmla="*/ 1 h 133"/>
                  <a:gd name="T28" fmla="*/ 95 w 134"/>
                  <a:gd name="T29" fmla="*/ 2 h 133"/>
                  <a:gd name="T30" fmla="*/ 67 w 134"/>
                  <a:gd name="T31" fmla="*/ 30 h 133"/>
                  <a:gd name="T32" fmla="*/ 65 w 134"/>
                  <a:gd name="T33" fmla="*/ 34 h 133"/>
                  <a:gd name="T34" fmla="*/ 65 w 134"/>
                  <a:gd name="T35" fmla="*/ 59 h 133"/>
                  <a:gd name="T36" fmla="*/ 13 w 134"/>
                  <a:gd name="T37" fmla="*/ 111 h 133"/>
                  <a:gd name="T38" fmla="*/ 11 w 134"/>
                  <a:gd name="T39" fmla="*/ 111 h 133"/>
                  <a:gd name="T40" fmla="*/ 78 w 134"/>
                  <a:gd name="T41" fmla="*/ 37 h 133"/>
                  <a:gd name="T42" fmla="*/ 93 w 134"/>
                  <a:gd name="T43" fmla="*/ 22 h 133"/>
                  <a:gd name="T44" fmla="*/ 93 w 134"/>
                  <a:gd name="T45" fmla="*/ 34 h 133"/>
                  <a:gd name="T46" fmla="*/ 95 w 134"/>
                  <a:gd name="T47" fmla="*/ 39 h 133"/>
                  <a:gd name="T48" fmla="*/ 99 w 134"/>
                  <a:gd name="T49" fmla="*/ 41 h 133"/>
                  <a:gd name="T50" fmla="*/ 112 w 134"/>
                  <a:gd name="T51" fmla="*/ 41 h 133"/>
                  <a:gd name="T52" fmla="*/ 96 w 134"/>
                  <a:gd name="T53" fmla="*/ 56 h 133"/>
                  <a:gd name="T54" fmla="*/ 78 w 134"/>
                  <a:gd name="T55" fmla="*/ 56 h 133"/>
                  <a:gd name="T56" fmla="*/ 78 w 134"/>
                  <a:gd name="T57" fmla="*/ 37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4" h="133">
                    <a:moveTo>
                      <a:pt x="11" y="111"/>
                    </a:moveTo>
                    <a:cubicBezTo>
                      <a:pt x="5" y="111"/>
                      <a:pt x="0" y="116"/>
                      <a:pt x="0" y="122"/>
                    </a:cubicBezTo>
                    <a:cubicBezTo>
                      <a:pt x="0" y="128"/>
                      <a:pt x="5" y="133"/>
                      <a:pt x="11" y="133"/>
                    </a:cubicBezTo>
                    <a:cubicBezTo>
                      <a:pt x="17" y="133"/>
                      <a:pt x="22" y="128"/>
                      <a:pt x="22" y="122"/>
                    </a:cubicBezTo>
                    <a:cubicBezTo>
                      <a:pt x="22" y="122"/>
                      <a:pt x="22" y="121"/>
                      <a:pt x="22" y="120"/>
                    </a:cubicBezTo>
                    <a:cubicBezTo>
                      <a:pt x="74" y="68"/>
                      <a:pt x="74" y="68"/>
                      <a:pt x="74" y="68"/>
                    </a:cubicBezTo>
                    <a:cubicBezTo>
                      <a:pt x="99" y="68"/>
                      <a:pt x="99" y="68"/>
                      <a:pt x="99" y="68"/>
                    </a:cubicBezTo>
                    <a:cubicBezTo>
                      <a:pt x="101" y="68"/>
                      <a:pt x="102" y="68"/>
                      <a:pt x="103" y="66"/>
                    </a:cubicBezTo>
                    <a:cubicBezTo>
                      <a:pt x="131" y="39"/>
                      <a:pt x="131" y="39"/>
                      <a:pt x="131" y="39"/>
                    </a:cubicBezTo>
                    <a:cubicBezTo>
                      <a:pt x="133" y="37"/>
                      <a:pt x="134" y="34"/>
                      <a:pt x="133" y="32"/>
                    </a:cubicBezTo>
                    <a:cubicBezTo>
                      <a:pt x="132" y="29"/>
                      <a:pt x="129" y="28"/>
                      <a:pt x="127" y="28"/>
                    </a:cubicBezTo>
                    <a:cubicBezTo>
                      <a:pt x="105" y="28"/>
                      <a:pt x="105" y="28"/>
                      <a:pt x="105" y="28"/>
                    </a:cubicBezTo>
                    <a:cubicBezTo>
                      <a:pt x="105" y="6"/>
                      <a:pt x="105" y="6"/>
                      <a:pt x="105" y="6"/>
                    </a:cubicBezTo>
                    <a:cubicBezTo>
                      <a:pt x="105" y="4"/>
                      <a:pt x="104" y="2"/>
                      <a:pt x="101" y="1"/>
                    </a:cubicBezTo>
                    <a:cubicBezTo>
                      <a:pt x="99" y="0"/>
                      <a:pt x="96" y="0"/>
                      <a:pt x="95" y="2"/>
                    </a:cubicBezTo>
                    <a:cubicBezTo>
                      <a:pt x="67" y="30"/>
                      <a:pt x="67" y="30"/>
                      <a:pt x="67" y="30"/>
                    </a:cubicBezTo>
                    <a:cubicBezTo>
                      <a:pt x="66" y="31"/>
                      <a:pt x="65" y="33"/>
                      <a:pt x="65" y="34"/>
                    </a:cubicBezTo>
                    <a:cubicBezTo>
                      <a:pt x="65" y="59"/>
                      <a:pt x="65" y="59"/>
                      <a:pt x="65" y="59"/>
                    </a:cubicBezTo>
                    <a:cubicBezTo>
                      <a:pt x="13" y="111"/>
                      <a:pt x="13" y="111"/>
                      <a:pt x="13" y="111"/>
                    </a:cubicBezTo>
                    <a:cubicBezTo>
                      <a:pt x="12" y="111"/>
                      <a:pt x="12" y="111"/>
                      <a:pt x="11" y="111"/>
                    </a:cubicBezTo>
                    <a:close/>
                    <a:moveTo>
                      <a:pt x="78" y="37"/>
                    </a:moveTo>
                    <a:cubicBezTo>
                      <a:pt x="93" y="22"/>
                      <a:pt x="93" y="22"/>
                      <a:pt x="93" y="22"/>
                    </a:cubicBezTo>
                    <a:cubicBezTo>
                      <a:pt x="93" y="34"/>
                      <a:pt x="93" y="34"/>
                      <a:pt x="93" y="34"/>
                    </a:cubicBezTo>
                    <a:cubicBezTo>
                      <a:pt x="93" y="36"/>
                      <a:pt x="93" y="38"/>
                      <a:pt x="95" y="39"/>
                    </a:cubicBezTo>
                    <a:cubicBezTo>
                      <a:pt x="96" y="40"/>
                      <a:pt x="97" y="41"/>
                      <a:pt x="99" y="41"/>
                    </a:cubicBezTo>
                    <a:cubicBezTo>
                      <a:pt x="112" y="41"/>
                      <a:pt x="112" y="41"/>
                      <a:pt x="112" y="41"/>
                    </a:cubicBezTo>
                    <a:cubicBezTo>
                      <a:pt x="96" y="56"/>
                      <a:pt x="96" y="56"/>
                      <a:pt x="96" y="56"/>
                    </a:cubicBezTo>
                    <a:cubicBezTo>
                      <a:pt x="78" y="56"/>
                      <a:pt x="78" y="56"/>
                      <a:pt x="78" y="56"/>
                    </a:cubicBezTo>
                    <a:lnTo>
                      <a:pt x="78"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n-lt"/>
                </a:endParaRPr>
              </a:p>
            </p:txBody>
          </p:sp>
          <p:sp>
            <p:nvSpPr>
              <p:cNvPr id="51" name="Freeform 143">
                <a:extLst>
                  <a:ext uri="{FF2B5EF4-FFF2-40B4-BE49-F238E27FC236}">
                    <a16:creationId xmlns:a16="http://schemas.microsoft.com/office/drawing/2014/main" id="{19CEC3ED-DF23-4F89-9D65-27F604EA98E6}"/>
                  </a:ext>
                </a:extLst>
              </p:cNvPr>
              <p:cNvSpPr>
                <a:spLocks/>
              </p:cNvSpPr>
              <p:nvPr/>
            </p:nvSpPr>
            <p:spPr bwMode="auto">
              <a:xfrm>
                <a:off x="2455" y="3051"/>
                <a:ext cx="252" cy="252"/>
              </a:xfrm>
              <a:custGeom>
                <a:avLst/>
                <a:gdLst>
                  <a:gd name="T0" fmla="*/ 123 w 170"/>
                  <a:gd name="T1" fmla="*/ 16 h 170"/>
                  <a:gd name="T2" fmla="*/ 120 w 170"/>
                  <a:gd name="T3" fmla="*/ 8 h 170"/>
                  <a:gd name="T4" fmla="*/ 120 w 170"/>
                  <a:gd name="T5" fmla="*/ 8 h 170"/>
                  <a:gd name="T6" fmla="*/ 85 w 170"/>
                  <a:gd name="T7" fmla="*/ 0 h 170"/>
                  <a:gd name="T8" fmla="*/ 0 w 170"/>
                  <a:gd name="T9" fmla="*/ 85 h 170"/>
                  <a:gd name="T10" fmla="*/ 85 w 170"/>
                  <a:gd name="T11" fmla="*/ 170 h 170"/>
                  <a:gd name="T12" fmla="*/ 170 w 170"/>
                  <a:gd name="T13" fmla="*/ 85 h 170"/>
                  <a:gd name="T14" fmla="*/ 162 w 170"/>
                  <a:gd name="T15" fmla="*/ 50 h 170"/>
                  <a:gd name="T16" fmla="*/ 159 w 170"/>
                  <a:gd name="T17" fmla="*/ 47 h 170"/>
                  <a:gd name="T18" fmla="*/ 154 w 170"/>
                  <a:gd name="T19" fmla="*/ 47 h 170"/>
                  <a:gd name="T20" fmla="*/ 151 w 170"/>
                  <a:gd name="T21" fmla="*/ 51 h 170"/>
                  <a:gd name="T22" fmla="*/ 151 w 170"/>
                  <a:gd name="T23" fmla="*/ 55 h 170"/>
                  <a:gd name="T24" fmla="*/ 157 w 170"/>
                  <a:gd name="T25" fmla="*/ 85 h 170"/>
                  <a:gd name="T26" fmla="*/ 85 w 170"/>
                  <a:gd name="T27" fmla="*/ 158 h 170"/>
                  <a:gd name="T28" fmla="*/ 13 w 170"/>
                  <a:gd name="T29" fmla="*/ 85 h 170"/>
                  <a:gd name="T30" fmla="*/ 85 w 170"/>
                  <a:gd name="T31" fmla="*/ 13 h 170"/>
                  <a:gd name="T32" fmla="*/ 115 w 170"/>
                  <a:gd name="T33" fmla="*/ 19 h 170"/>
                  <a:gd name="T34" fmla="*/ 123 w 170"/>
                  <a:gd name="T35" fmla="*/ 16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0" h="170">
                    <a:moveTo>
                      <a:pt x="123" y="16"/>
                    </a:moveTo>
                    <a:cubicBezTo>
                      <a:pt x="125" y="13"/>
                      <a:pt x="123" y="9"/>
                      <a:pt x="120" y="8"/>
                    </a:cubicBezTo>
                    <a:cubicBezTo>
                      <a:pt x="120" y="8"/>
                      <a:pt x="120" y="8"/>
                      <a:pt x="120" y="8"/>
                    </a:cubicBezTo>
                    <a:cubicBezTo>
                      <a:pt x="109" y="3"/>
                      <a:pt x="97" y="0"/>
                      <a:pt x="85" y="0"/>
                    </a:cubicBezTo>
                    <a:cubicBezTo>
                      <a:pt x="38" y="0"/>
                      <a:pt x="0" y="38"/>
                      <a:pt x="0" y="85"/>
                    </a:cubicBezTo>
                    <a:cubicBezTo>
                      <a:pt x="0" y="132"/>
                      <a:pt x="38" y="170"/>
                      <a:pt x="85" y="170"/>
                    </a:cubicBezTo>
                    <a:cubicBezTo>
                      <a:pt x="132" y="170"/>
                      <a:pt x="170" y="132"/>
                      <a:pt x="170" y="85"/>
                    </a:cubicBezTo>
                    <a:cubicBezTo>
                      <a:pt x="170" y="73"/>
                      <a:pt x="168" y="61"/>
                      <a:pt x="162" y="50"/>
                    </a:cubicBezTo>
                    <a:cubicBezTo>
                      <a:pt x="162" y="49"/>
                      <a:pt x="161" y="47"/>
                      <a:pt x="159" y="47"/>
                    </a:cubicBezTo>
                    <a:cubicBezTo>
                      <a:pt x="157" y="46"/>
                      <a:pt x="156" y="46"/>
                      <a:pt x="154" y="47"/>
                    </a:cubicBezTo>
                    <a:cubicBezTo>
                      <a:pt x="153" y="48"/>
                      <a:pt x="151" y="49"/>
                      <a:pt x="151" y="51"/>
                    </a:cubicBezTo>
                    <a:cubicBezTo>
                      <a:pt x="150" y="52"/>
                      <a:pt x="150" y="54"/>
                      <a:pt x="151" y="55"/>
                    </a:cubicBezTo>
                    <a:cubicBezTo>
                      <a:pt x="155" y="65"/>
                      <a:pt x="157" y="75"/>
                      <a:pt x="157" y="85"/>
                    </a:cubicBezTo>
                    <a:cubicBezTo>
                      <a:pt x="157" y="125"/>
                      <a:pt x="125" y="157"/>
                      <a:pt x="85" y="158"/>
                    </a:cubicBezTo>
                    <a:cubicBezTo>
                      <a:pt x="45" y="157"/>
                      <a:pt x="13" y="125"/>
                      <a:pt x="13" y="85"/>
                    </a:cubicBezTo>
                    <a:cubicBezTo>
                      <a:pt x="13" y="45"/>
                      <a:pt x="45" y="13"/>
                      <a:pt x="85" y="13"/>
                    </a:cubicBezTo>
                    <a:cubicBezTo>
                      <a:pt x="95" y="13"/>
                      <a:pt x="105" y="15"/>
                      <a:pt x="115" y="19"/>
                    </a:cubicBezTo>
                    <a:cubicBezTo>
                      <a:pt x="118" y="21"/>
                      <a:pt x="122" y="19"/>
                      <a:pt x="123"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n-lt"/>
                </a:endParaRPr>
              </a:p>
            </p:txBody>
          </p:sp>
          <p:sp>
            <p:nvSpPr>
              <p:cNvPr id="52" name="Freeform 144">
                <a:extLst>
                  <a:ext uri="{FF2B5EF4-FFF2-40B4-BE49-F238E27FC236}">
                    <a16:creationId xmlns:a16="http://schemas.microsoft.com/office/drawing/2014/main" id="{AE514BD5-0BBD-4368-9C6D-DF700CED5665}"/>
                  </a:ext>
                </a:extLst>
              </p:cNvPr>
              <p:cNvSpPr>
                <a:spLocks/>
              </p:cNvSpPr>
              <p:nvPr/>
            </p:nvSpPr>
            <p:spPr bwMode="auto">
              <a:xfrm>
                <a:off x="2510" y="3106"/>
                <a:ext cx="142" cy="142"/>
              </a:xfrm>
              <a:custGeom>
                <a:avLst/>
                <a:gdLst>
                  <a:gd name="T0" fmla="*/ 48 w 96"/>
                  <a:gd name="T1" fmla="*/ 13 h 96"/>
                  <a:gd name="T2" fmla="*/ 56 w 96"/>
                  <a:gd name="T3" fmla="*/ 14 h 96"/>
                  <a:gd name="T4" fmla="*/ 64 w 96"/>
                  <a:gd name="T5" fmla="*/ 9 h 96"/>
                  <a:gd name="T6" fmla="*/ 59 w 96"/>
                  <a:gd name="T7" fmla="*/ 1 h 96"/>
                  <a:gd name="T8" fmla="*/ 48 w 96"/>
                  <a:gd name="T9" fmla="*/ 0 h 96"/>
                  <a:gd name="T10" fmla="*/ 0 w 96"/>
                  <a:gd name="T11" fmla="*/ 48 h 96"/>
                  <a:gd name="T12" fmla="*/ 48 w 96"/>
                  <a:gd name="T13" fmla="*/ 96 h 96"/>
                  <a:gd name="T14" fmla="*/ 96 w 96"/>
                  <a:gd name="T15" fmla="*/ 48 h 96"/>
                  <a:gd name="T16" fmla="*/ 95 w 96"/>
                  <a:gd name="T17" fmla="*/ 38 h 96"/>
                  <a:gd name="T18" fmla="*/ 92 w 96"/>
                  <a:gd name="T19" fmla="*/ 34 h 96"/>
                  <a:gd name="T20" fmla="*/ 87 w 96"/>
                  <a:gd name="T21" fmla="*/ 33 h 96"/>
                  <a:gd name="T22" fmla="*/ 83 w 96"/>
                  <a:gd name="T23" fmla="*/ 36 h 96"/>
                  <a:gd name="T24" fmla="*/ 83 w 96"/>
                  <a:gd name="T25" fmla="*/ 40 h 96"/>
                  <a:gd name="T26" fmla="*/ 83 w 96"/>
                  <a:gd name="T27" fmla="*/ 48 h 96"/>
                  <a:gd name="T28" fmla="*/ 48 w 96"/>
                  <a:gd name="T29" fmla="*/ 84 h 96"/>
                  <a:gd name="T30" fmla="*/ 13 w 96"/>
                  <a:gd name="T31" fmla="*/ 48 h 96"/>
                  <a:gd name="T32" fmla="*/ 48 w 96"/>
                  <a:gd name="T33" fmla="*/ 13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6" h="96">
                    <a:moveTo>
                      <a:pt x="48" y="13"/>
                    </a:moveTo>
                    <a:cubicBezTo>
                      <a:pt x="51" y="13"/>
                      <a:pt x="53" y="13"/>
                      <a:pt x="56" y="14"/>
                    </a:cubicBezTo>
                    <a:cubicBezTo>
                      <a:pt x="59" y="15"/>
                      <a:pt x="63" y="12"/>
                      <a:pt x="64" y="9"/>
                    </a:cubicBezTo>
                    <a:cubicBezTo>
                      <a:pt x="64" y="6"/>
                      <a:pt x="62" y="2"/>
                      <a:pt x="59" y="1"/>
                    </a:cubicBezTo>
                    <a:cubicBezTo>
                      <a:pt x="55" y="1"/>
                      <a:pt x="52" y="0"/>
                      <a:pt x="48" y="0"/>
                    </a:cubicBezTo>
                    <a:cubicBezTo>
                      <a:pt x="22" y="0"/>
                      <a:pt x="0" y="22"/>
                      <a:pt x="0" y="48"/>
                    </a:cubicBezTo>
                    <a:cubicBezTo>
                      <a:pt x="0" y="75"/>
                      <a:pt x="22" y="96"/>
                      <a:pt x="48" y="96"/>
                    </a:cubicBezTo>
                    <a:cubicBezTo>
                      <a:pt x="75" y="96"/>
                      <a:pt x="96" y="75"/>
                      <a:pt x="96" y="48"/>
                    </a:cubicBezTo>
                    <a:cubicBezTo>
                      <a:pt x="96" y="45"/>
                      <a:pt x="96" y="41"/>
                      <a:pt x="95" y="38"/>
                    </a:cubicBezTo>
                    <a:cubicBezTo>
                      <a:pt x="94" y="36"/>
                      <a:pt x="93" y="34"/>
                      <a:pt x="92" y="34"/>
                    </a:cubicBezTo>
                    <a:cubicBezTo>
                      <a:pt x="91" y="33"/>
                      <a:pt x="89" y="32"/>
                      <a:pt x="87" y="33"/>
                    </a:cubicBezTo>
                    <a:cubicBezTo>
                      <a:pt x="86" y="33"/>
                      <a:pt x="84" y="34"/>
                      <a:pt x="83" y="36"/>
                    </a:cubicBezTo>
                    <a:cubicBezTo>
                      <a:pt x="82" y="37"/>
                      <a:pt x="82" y="39"/>
                      <a:pt x="83" y="40"/>
                    </a:cubicBezTo>
                    <a:cubicBezTo>
                      <a:pt x="83" y="43"/>
                      <a:pt x="83" y="46"/>
                      <a:pt x="83" y="48"/>
                    </a:cubicBezTo>
                    <a:cubicBezTo>
                      <a:pt x="83" y="68"/>
                      <a:pt x="68" y="83"/>
                      <a:pt x="48" y="84"/>
                    </a:cubicBezTo>
                    <a:cubicBezTo>
                      <a:pt x="29" y="83"/>
                      <a:pt x="13" y="68"/>
                      <a:pt x="13" y="48"/>
                    </a:cubicBezTo>
                    <a:cubicBezTo>
                      <a:pt x="13" y="29"/>
                      <a:pt x="29" y="13"/>
                      <a:pt x="48"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n-lt"/>
                </a:endParaRPr>
              </a:p>
            </p:txBody>
          </p:sp>
          <p:sp>
            <p:nvSpPr>
              <p:cNvPr id="53" name="Freeform 145">
                <a:extLst>
                  <a:ext uri="{FF2B5EF4-FFF2-40B4-BE49-F238E27FC236}">
                    <a16:creationId xmlns:a16="http://schemas.microsoft.com/office/drawing/2014/main" id="{944B96A6-F7CD-4CC8-AF46-E10B333AA588}"/>
                  </a:ext>
                </a:extLst>
              </p:cNvPr>
              <p:cNvSpPr>
                <a:spLocks/>
              </p:cNvSpPr>
              <p:nvPr/>
            </p:nvSpPr>
            <p:spPr bwMode="auto">
              <a:xfrm>
                <a:off x="2400" y="2996"/>
                <a:ext cx="271" cy="361"/>
              </a:xfrm>
              <a:custGeom>
                <a:avLst/>
                <a:gdLst>
                  <a:gd name="T0" fmla="*/ 122 w 183"/>
                  <a:gd name="T1" fmla="*/ 232 h 244"/>
                  <a:gd name="T2" fmla="*/ 13 w 183"/>
                  <a:gd name="T3" fmla="*/ 122 h 244"/>
                  <a:gd name="T4" fmla="*/ 122 w 183"/>
                  <a:gd name="T5" fmla="*/ 13 h 244"/>
                  <a:gd name="T6" fmla="*/ 166 w 183"/>
                  <a:gd name="T7" fmla="*/ 22 h 244"/>
                  <a:gd name="T8" fmla="*/ 170 w 183"/>
                  <a:gd name="T9" fmla="*/ 22 h 244"/>
                  <a:gd name="T10" fmla="*/ 174 w 183"/>
                  <a:gd name="T11" fmla="*/ 19 h 244"/>
                  <a:gd name="T12" fmla="*/ 174 w 183"/>
                  <a:gd name="T13" fmla="*/ 14 h 244"/>
                  <a:gd name="T14" fmla="*/ 171 w 183"/>
                  <a:gd name="T15" fmla="*/ 10 h 244"/>
                  <a:gd name="T16" fmla="*/ 122 w 183"/>
                  <a:gd name="T17" fmla="*/ 0 h 244"/>
                  <a:gd name="T18" fmla="*/ 0 w 183"/>
                  <a:gd name="T19" fmla="*/ 122 h 244"/>
                  <a:gd name="T20" fmla="*/ 122 w 183"/>
                  <a:gd name="T21" fmla="*/ 244 h 244"/>
                  <a:gd name="T22" fmla="*/ 181 w 183"/>
                  <a:gd name="T23" fmla="*/ 229 h 244"/>
                  <a:gd name="T24" fmla="*/ 183 w 183"/>
                  <a:gd name="T25" fmla="*/ 227 h 244"/>
                  <a:gd name="T26" fmla="*/ 177 w 183"/>
                  <a:gd name="T27" fmla="*/ 217 h 244"/>
                  <a:gd name="T28" fmla="*/ 122 w 183"/>
                  <a:gd name="T29" fmla="*/ 232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3" h="244">
                    <a:moveTo>
                      <a:pt x="122" y="232"/>
                    </a:moveTo>
                    <a:cubicBezTo>
                      <a:pt x="62" y="231"/>
                      <a:pt x="13" y="182"/>
                      <a:pt x="13" y="122"/>
                    </a:cubicBezTo>
                    <a:cubicBezTo>
                      <a:pt x="13" y="62"/>
                      <a:pt x="62" y="13"/>
                      <a:pt x="122" y="13"/>
                    </a:cubicBezTo>
                    <a:cubicBezTo>
                      <a:pt x="137" y="13"/>
                      <a:pt x="152" y="16"/>
                      <a:pt x="166" y="22"/>
                    </a:cubicBezTo>
                    <a:cubicBezTo>
                      <a:pt x="167" y="22"/>
                      <a:pt x="169" y="23"/>
                      <a:pt x="170" y="22"/>
                    </a:cubicBezTo>
                    <a:cubicBezTo>
                      <a:pt x="172" y="21"/>
                      <a:pt x="173" y="20"/>
                      <a:pt x="174" y="19"/>
                    </a:cubicBezTo>
                    <a:cubicBezTo>
                      <a:pt x="175" y="17"/>
                      <a:pt x="175" y="15"/>
                      <a:pt x="174" y="14"/>
                    </a:cubicBezTo>
                    <a:cubicBezTo>
                      <a:pt x="173" y="12"/>
                      <a:pt x="172" y="11"/>
                      <a:pt x="171" y="10"/>
                    </a:cubicBezTo>
                    <a:cubicBezTo>
                      <a:pt x="155" y="4"/>
                      <a:pt x="139" y="0"/>
                      <a:pt x="122" y="0"/>
                    </a:cubicBezTo>
                    <a:cubicBezTo>
                      <a:pt x="55" y="0"/>
                      <a:pt x="0" y="55"/>
                      <a:pt x="0" y="122"/>
                    </a:cubicBezTo>
                    <a:cubicBezTo>
                      <a:pt x="0" y="189"/>
                      <a:pt x="55" y="244"/>
                      <a:pt x="122" y="244"/>
                    </a:cubicBezTo>
                    <a:cubicBezTo>
                      <a:pt x="143" y="244"/>
                      <a:pt x="163" y="239"/>
                      <a:pt x="181" y="229"/>
                    </a:cubicBezTo>
                    <a:cubicBezTo>
                      <a:pt x="181" y="228"/>
                      <a:pt x="182" y="227"/>
                      <a:pt x="183" y="227"/>
                    </a:cubicBezTo>
                    <a:cubicBezTo>
                      <a:pt x="180" y="224"/>
                      <a:pt x="178" y="220"/>
                      <a:pt x="177" y="217"/>
                    </a:cubicBezTo>
                    <a:cubicBezTo>
                      <a:pt x="161" y="226"/>
                      <a:pt x="142" y="232"/>
                      <a:pt x="122" y="2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n-lt"/>
                </a:endParaRPr>
              </a:p>
            </p:txBody>
          </p:sp>
          <p:sp>
            <p:nvSpPr>
              <p:cNvPr id="54" name="Freeform 146">
                <a:extLst>
                  <a:ext uri="{FF2B5EF4-FFF2-40B4-BE49-F238E27FC236}">
                    <a16:creationId xmlns:a16="http://schemas.microsoft.com/office/drawing/2014/main" id="{14B41120-534A-4862-855B-93992743FD1D}"/>
                  </a:ext>
                </a:extLst>
              </p:cNvPr>
              <p:cNvSpPr>
                <a:spLocks/>
              </p:cNvSpPr>
              <p:nvPr/>
            </p:nvSpPr>
            <p:spPr bwMode="auto">
              <a:xfrm>
                <a:off x="2727" y="3100"/>
                <a:ext cx="34" cy="120"/>
              </a:xfrm>
              <a:custGeom>
                <a:avLst/>
                <a:gdLst>
                  <a:gd name="T0" fmla="*/ 19 w 23"/>
                  <a:gd name="T1" fmla="*/ 77 h 81"/>
                  <a:gd name="T2" fmla="*/ 20 w 23"/>
                  <a:gd name="T3" fmla="*/ 77 h 81"/>
                  <a:gd name="T4" fmla="*/ 23 w 23"/>
                  <a:gd name="T5" fmla="*/ 52 h 81"/>
                  <a:gd name="T6" fmla="*/ 13 w 23"/>
                  <a:gd name="T7" fmla="*/ 4 h 81"/>
                  <a:gd name="T8" fmla="*/ 10 w 23"/>
                  <a:gd name="T9" fmla="*/ 0 h 81"/>
                  <a:gd name="T10" fmla="*/ 5 w 23"/>
                  <a:gd name="T11" fmla="*/ 0 h 81"/>
                  <a:gd name="T12" fmla="*/ 1 w 23"/>
                  <a:gd name="T13" fmla="*/ 9 h 81"/>
                  <a:gd name="T14" fmla="*/ 10 w 23"/>
                  <a:gd name="T15" fmla="*/ 52 h 81"/>
                  <a:gd name="T16" fmla="*/ 7 w 23"/>
                  <a:gd name="T17" fmla="*/ 81 h 81"/>
                  <a:gd name="T18" fmla="*/ 19 w 23"/>
                  <a:gd name="T19" fmla="*/ 77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 h="81">
                    <a:moveTo>
                      <a:pt x="19" y="77"/>
                    </a:moveTo>
                    <a:cubicBezTo>
                      <a:pt x="20" y="77"/>
                      <a:pt x="20" y="77"/>
                      <a:pt x="20" y="77"/>
                    </a:cubicBezTo>
                    <a:cubicBezTo>
                      <a:pt x="22" y="69"/>
                      <a:pt x="23" y="61"/>
                      <a:pt x="23" y="52"/>
                    </a:cubicBezTo>
                    <a:cubicBezTo>
                      <a:pt x="23" y="35"/>
                      <a:pt x="20" y="19"/>
                      <a:pt x="13" y="4"/>
                    </a:cubicBezTo>
                    <a:cubicBezTo>
                      <a:pt x="12" y="2"/>
                      <a:pt x="11" y="1"/>
                      <a:pt x="10" y="0"/>
                    </a:cubicBezTo>
                    <a:cubicBezTo>
                      <a:pt x="8" y="0"/>
                      <a:pt x="6" y="0"/>
                      <a:pt x="5" y="0"/>
                    </a:cubicBezTo>
                    <a:cubicBezTo>
                      <a:pt x="2" y="2"/>
                      <a:pt x="0" y="6"/>
                      <a:pt x="1" y="9"/>
                    </a:cubicBezTo>
                    <a:cubicBezTo>
                      <a:pt x="7" y="22"/>
                      <a:pt x="10" y="37"/>
                      <a:pt x="10" y="52"/>
                    </a:cubicBezTo>
                    <a:cubicBezTo>
                      <a:pt x="10" y="62"/>
                      <a:pt x="9" y="72"/>
                      <a:pt x="7" y="81"/>
                    </a:cubicBezTo>
                    <a:cubicBezTo>
                      <a:pt x="10" y="79"/>
                      <a:pt x="15" y="77"/>
                      <a:pt x="19" y="7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n-lt"/>
                </a:endParaRPr>
              </a:p>
            </p:txBody>
          </p:sp>
          <p:sp>
            <p:nvSpPr>
              <p:cNvPr id="55" name="Freeform 147">
                <a:extLst>
                  <a:ext uri="{FF2B5EF4-FFF2-40B4-BE49-F238E27FC236}">
                    <a16:creationId xmlns:a16="http://schemas.microsoft.com/office/drawing/2014/main" id="{769CDA67-4CA4-49C9-A4C5-99ADB9DF14AF}"/>
                  </a:ext>
                </a:extLst>
              </p:cNvPr>
              <p:cNvSpPr>
                <a:spLocks noEditPoints="1"/>
              </p:cNvSpPr>
              <p:nvPr/>
            </p:nvSpPr>
            <p:spPr bwMode="auto">
              <a:xfrm>
                <a:off x="2741" y="3295"/>
                <a:ext cx="71" cy="71"/>
              </a:xfrm>
              <a:custGeom>
                <a:avLst/>
                <a:gdLst>
                  <a:gd name="T0" fmla="*/ 24 w 48"/>
                  <a:gd name="T1" fmla="*/ 0 h 48"/>
                  <a:gd name="T2" fmla="*/ 0 w 48"/>
                  <a:gd name="T3" fmla="*/ 24 h 48"/>
                  <a:gd name="T4" fmla="*/ 24 w 48"/>
                  <a:gd name="T5" fmla="*/ 48 h 48"/>
                  <a:gd name="T6" fmla="*/ 48 w 48"/>
                  <a:gd name="T7" fmla="*/ 24 h 48"/>
                  <a:gd name="T8" fmla="*/ 24 w 48"/>
                  <a:gd name="T9" fmla="*/ 0 h 48"/>
                  <a:gd name="T10" fmla="*/ 24 w 48"/>
                  <a:gd name="T11" fmla="*/ 36 h 48"/>
                  <a:gd name="T12" fmla="*/ 12 w 48"/>
                  <a:gd name="T13" fmla="*/ 24 h 48"/>
                  <a:gd name="T14" fmla="*/ 24 w 48"/>
                  <a:gd name="T15" fmla="*/ 12 h 48"/>
                  <a:gd name="T16" fmla="*/ 36 w 48"/>
                  <a:gd name="T17" fmla="*/ 24 h 48"/>
                  <a:gd name="T18" fmla="*/ 24 w 48"/>
                  <a:gd name="T19" fmla="*/ 36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0"/>
                    </a:moveTo>
                    <a:cubicBezTo>
                      <a:pt x="11" y="0"/>
                      <a:pt x="0" y="11"/>
                      <a:pt x="0" y="24"/>
                    </a:cubicBezTo>
                    <a:cubicBezTo>
                      <a:pt x="0" y="38"/>
                      <a:pt x="11" y="48"/>
                      <a:pt x="24" y="48"/>
                    </a:cubicBezTo>
                    <a:cubicBezTo>
                      <a:pt x="37" y="48"/>
                      <a:pt x="48" y="38"/>
                      <a:pt x="48" y="24"/>
                    </a:cubicBezTo>
                    <a:cubicBezTo>
                      <a:pt x="48" y="11"/>
                      <a:pt x="37" y="0"/>
                      <a:pt x="24" y="0"/>
                    </a:cubicBezTo>
                    <a:close/>
                    <a:moveTo>
                      <a:pt x="24" y="36"/>
                    </a:moveTo>
                    <a:cubicBezTo>
                      <a:pt x="17" y="36"/>
                      <a:pt x="12" y="31"/>
                      <a:pt x="12" y="24"/>
                    </a:cubicBezTo>
                    <a:cubicBezTo>
                      <a:pt x="12" y="18"/>
                      <a:pt x="17" y="12"/>
                      <a:pt x="24" y="12"/>
                    </a:cubicBezTo>
                    <a:cubicBezTo>
                      <a:pt x="31" y="12"/>
                      <a:pt x="36" y="18"/>
                      <a:pt x="36" y="24"/>
                    </a:cubicBezTo>
                    <a:cubicBezTo>
                      <a:pt x="36" y="31"/>
                      <a:pt x="31" y="36"/>
                      <a:pt x="24"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n-lt"/>
                </a:endParaRPr>
              </a:p>
            </p:txBody>
          </p:sp>
          <p:sp>
            <p:nvSpPr>
              <p:cNvPr id="56" name="Freeform 148">
                <a:extLst>
                  <a:ext uri="{FF2B5EF4-FFF2-40B4-BE49-F238E27FC236}">
                    <a16:creationId xmlns:a16="http://schemas.microsoft.com/office/drawing/2014/main" id="{A67D5EEA-8C30-4EE2-8BBC-BDB49B0A59F6}"/>
                  </a:ext>
                </a:extLst>
              </p:cNvPr>
              <p:cNvSpPr>
                <a:spLocks noEditPoints="1"/>
              </p:cNvSpPr>
              <p:nvPr/>
            </p:nvSpPr>
            <p:spPr bwMode="auto">
              <a:xfrm>
                <a:off x="2687" y="3244"/>
                <a:ext cx="177" cy="176"/>
              </a:xfrm>
              <a:custGeom>
                <a:avLst/>
                <a:gdLst>
                  <a:gd name="T0" fmla="*/ 118 w 119"/>
                  <a:gd name="T1" fmla="*/ 40 h 119"/>
                  <a:gd name="T2" fmla="*/ 98 w 119"/>
                  <a:gd name="T3" fmla="*/ 17 h 119"/>
                  <a:gd name="T4" fmla="*/ 76 w 119"/>
                  <a:gd name="T5" fmla="*/ 15 h 119"/>
                  <a:gd name="T6" fmla="*/ 70 w 119"/>
                  <a:gd name="T7" fmla="*/ 0 h 119"/>
                  <a:gd name="T8" fmla="*/ 40 w 119"/>
                  <a:gd name="T9" fmla="*/ 6 h 119"/>
                  <a:gd name="T10" fmla="*/ 30 w 119"/>
                  <a:gd name="T11" fmla="*/ 22 h 119"/>
                  <a:gd name="T12" fmla="*/ 17 w 119"/>
                  <a:gd name="T13" fmla="*/ 16 h 119"/>
                  <a:gd name="T14" fmla="*/ 2 w 119"/>
                  <a:gd name="T15" fmla="*/ 40 h 119"/>
                  <a:gd name="T16" fmla="*/ 13 w 119"/>
                  <a:gd name="T17" fmla="*/ 53 h 119"/>
                  <a:gd name="T18" fmla="*/ 13 w 119"/>
                  <a:gd name="T19" fmla="*/ 66 h 119"/>
                  <a:gd name="T20" fmla="*/ 2 w 119"/>
                  <a:gd name="T21" fmla="*/ 79 h 119"/>
                  <a:gd name="T22" fmla="*/ 18 w 119"/>
                  <a:gd name="T23" fmla="*/ 103 h 119"/>
                  <a:gd name="T24" fmla="*/ 30 w 119"/>
                  <a:gd name="T25" fmla="*/ 97 h 119"/>
                  <a:gd name="T26" fmla="*/ 40 w 119"/>
                  <a:gd name="T27" fmla="*/ 113 h 119"/>
                  <a:gd name="T28" fmla="*/ 70 w 119"/>
                  <a:gd name="T29" fmla="*/ 119 h 119"/>
                  <a:gd name="T30" fmla="*/ 76 w 119"/>
                  <a:gd name="T31" fmla="*/ 104 h 119"/>
                  <a:gd name="T32" fmla="*/ 97 w 119"/>
                  <a:gd name="T33" fmla="*/ 102 h 119"/>
                  <a:gd name="T34" fmla="*/ 118 w 119"/>
                  <a:gd name="T35" fmla="*/ 79 h 119"/>
                  <a:gd name="T36" fmla="*/ 116 w 119"/>
                  <a:gd name="T37" fmla="*/ 71 h 119"/>
                  <a:gd name="T38" fmla="*/ 108 w 119"/>
                  <a:gd name="T39" fmla="*/ 59 h 119"/>
                  <a:gd name="T40" fmla="*/ 116 w 119"/>
                  <a:gd name="T41" fmla="*/ 48 h 119"/>
                  <a:gd name="T42" fmla="*/ 95 w 119"/>
                  <a:gd name="T43" fmla="*/ 51 h 119"/>
                  <a:gd name="T44" fmla="*/ 95 w 119"/>
                  <a:gd name="T45" fmla="*/ 68 h 119"/>
                  <a:gd name="T46" fmla="*/ 104 w 119"/>
                  <a:gd name="T47" fmla="*/ 78 h 119"/>
                  <a:gd name="T48" fmla="*/ 91 w 119"/>
                  <a:gd name="T49" fmla="*/ 85 h 119"/>
                  <a:gd name="T50" fmla="*/ 68 w 119"/>
                  <a:gd name="T51" fmla="*/ 94 h 119"/>
                  <a:gd name="T52" fmla="*/ 64 w 119"/>
                  <a:gd name="T53" fmla="*/ 107 h 119"/>
                  <a:gd name="T54" fmla="*/ 52 w 119"/>
                  <a:gd name="T55" fmla="*/ 100 h 119"/>
                  <a:gd name="T56" fmla="*/ 34 w 119"/>
                  <a:gd name="T57" fmla="*/ 85 h 119"/>
                  <a:gd name="T58" fmla="*/ 21 w 119"/>
                  <a:gd name="T59" fmla="*/ 88 h 119"/>
                  <a:gd name="T60" fmla="*/ 22 w 119"/>
                  <a:gd name="T61" fmla="*/ 74 h 119"/>
                  <a:gd name="T62" fmla="*/ 24 w 119"/>
                  <a:gd name="T63" fmla="*/ 59 h 119"/>
                  <a:gd name="T64" fmla="*/ 22 w 119"/>
                  <a:gd name="T65" fmla="*/ 45 h 119"/>
                  <a:gd name="T66" fmla="*/ 21 w 119"/>
                  <a:gd name="T67" fmla="*/ 30 h 119"/>
                  <a:gd name="T68" fmla="*/ 34 w 119"/>
                  <a:gd name="T69" fmla="*/ 33 h 119"/>
                  <a:gd name="T70" fmla="*/ 52 w 119"/>
                  <a:gd name="T71" fmla="*/ 19 h 119"/>
                  <a:gd name="T72" fmla="*/ 64 w 119"/>
                  <a:gd name="T73" fmla="*/ 12 h 119"/>
                  <a:gd name="T74" fmla="*/ 68 w 119"/>
                  <a:gd name="T75" fmla="*/ 25 h 119"/>
                  <a:gd name="T76" fmla="*/ 91 w 119"/>
                  <a:gd name="T77" fmla="*/ 34 h 119"/>
                  <a:gd name="T78" fmla="*/ 105 w 119"/>
                  <a:gd name="T79" fmla="*/ 41 h 119"/>
                  <a:gd name="T80" fmla="*/ 95 w 119"/>
                  <a:gd name="T81" fmla="*/ 51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19" h="119">
                    <a:moveTo>
                      <a:pt x="119" y="44"/>
                    </a:moveTo>
                    <a:cubicBezTo>
                      <a:pt x="119" y="43"/>
                      <a:pt x="119" y="41"/>
                      <a:pt x="118" y="40"/>
                    </a:cubicBezTo>
                    <a:cubicBezTo>
                      <a:pt x="106" y="19"/>
                      <a:pt x="106" y="19"/>
                      <a:pt x="106" y="19"/>
                    </a:cubicBezTo>
                    <a:cubicBezTo>
                      <a:pt x="104" y="16"/>
                      <a:pt x="101" y="15"/>
                      <a:pt x="98" y="17"/>
                    </a:cubicBezTo>
                    <a:cubicBezTo>
                      <a:pt x="89" y="22"/>
                      <a:pt x="89" y="22"/>
                      <a:pt x="89" y="22"/>
                    </a:cubicBezTo>
                    <a:cubicBezTo>
                      <a:pt x="84" y="19"/>
                      <a:pt x="80" y="16"/>
                      <a:pt x="76" y="15"/>
                    </a:cubicBezTo>
                    <a:cubicBezTo>
                      <a:pt x="76" y="6"/>
                      <a:pt x="76" y="6"/>
                      <a:pt x="76" y="6"/>
                    </a:cubicBezTo>
                    <a:cubicBezTo>
                      <a:pt x="76" y="2"/>
                      <a:pt x="73" y="0"/>
                      <a:pt x="70" y="0"/>
                    </a:cubicBezTo>
                    <a:cubicBezTo>
                      <a:pt x="46" y="0"/>
                      <a:pt x="46" y="0"/>
                      <a:pt x="46" y="0"/>
                    </a:cubicBezTo>
                    <a:cubicBezTo>
                      <a:pt x="43" y="0"/>
                      <a:pt x="40" y="2"/>
                      <a:pt x="40" y="6"/>
                    </a:cubicBezTo>
                    <a:cubicBezTo>
                      <a:pt x="40" y="15"/>
                      <a:pt x="40" y="15"/>
                      <a:pt x="40" y="15"/>
                    </a:cubicBezTo>
                    <a:cubicBezTo>
                      <a:pt x="36" y="17"/>
                      <a:pt x="33" y="19"/>
                      <a:pt x="30" y="22"/>
                    </a:cubicBezTo>
                    <a:cubicBezTo>
                      <a:pt x="22" y="17"/>
                      <a:pt x="22" y="17"/>
                      <a:pt x="22" y="17"/>
                    </a:cubicBezTo>
                    <a:cubicBezTo>
                      <a:pt x="21" y="16"/>
                      <a:pt x="19" y="16"/>
                      <a:pt x="17" y="16"/>
                    </a:cubicBezTo>
                    <a:cubicBezTo>
                      <a:pt x="16" y="17"/>
                      <a:pt x="14" y="18"/>
                      <a:pt x="14" y="19"/>
                    </a:cubicBezTo>
                    <a:cubicBezTo>
                      <a:pt x="2" y="40"/>
                      <a:pt x="2" y="40"/>
                      <a:pt x="2" y="40"/>
                    </a:cubicBezTo>
                    <a:cubicBezTo>
                      <a:pt x="0" y="43"/>
                      <a:pt x="1" y="46"/>
                      <a:pt x="4" y="48"/>
                    </a:cubicBezTo>
                    <a:cubicBezTo>
                      <a:pt x="13" y="53"/>
                      <a:pt x="13" y="53"/>
                      <a:pt x="13" y="53"/>
                    </a:cubicBezTo>
                    <a:cubicBezTo>
                      <a:pt x="12" y="55"/>
                      <a:pt x="12" y="57"/>
                      <a:pt x="12" y="59"/>
                    </a:cubicBezTo>
                    <a:cubicBezTo>
                      <a:pt x="12" y="62"/>
                      <a:pt x="12" y="64"/>
                      <a:pt x="13" y="66"/>
                    </a:cubicBezTo>
                    <a:cubicBezTo>
                      <a:pt x="4" y="71"/>
                      <a:pt x="4" y="71"/>
                      <a:pt x="4" y="71"/>
                    </a:cubicBezTo>
                    <a:cubicBezTo>
                      <a:pt x="2" y="72"/>
                      <a:pt x="1" y="76"/>
                      <a:pt x="2" y="79"/>
                    </a:cubicBezTo>
                    <a:cubicBezTo>
                      <a:pt x="14" y="100"/>
                      <a:pt x="14" y="100"/>
                      <a:pt x="14" y="100"/>
                    </a:cubicBezTo>
                    <a:cubicBezTo>
                      <a:pt x="15" y="101"/>
                      <a:pt x="16" y="102"/>
                      <a:pt x="18" y="103"/>
                    </a:cubicBezTo>
                    <a:cubicBezTo>
                      <a:pt x="20" y="103"/>
                      <a:pt x="21" y="103"/>
                      <a:pt x="23" y="102"/>
                    </a:cubicBezTo>
                    <a:cubicBezTo>
                      <a:pt x="30" y="97"/>
                      <a:pt x="30" y="97"/>
                      <a:pt x="30" y="97"/>
                    </a:cubicBezTo>
                    <a:cubicBezTo>
                      <a:pt x="33" y="100"/>
                      <a:pt x="37" y="102"/>
                      <a:pt x="40" y="104"/>
                    </a:cubicBezTo>
                    <a:cubicBezTo>
                      <a:pt x="40" y="113"/>
                      <a:pt x="40" y="113"/>
                      <a:pt x="40" y="113"/>
                    </a:cubicBezTo>
                    <a:cubicBezTo>
                      <a:pt x="40" y="117"/>
                      <a:pt x="43" y="119"/>
                      <a:pt x="46" y="119"/>
                    </a:cubicBezTo>
                    <a:cubicBezTo>
                      <a:pt x="70" y="119"/>
                      <a:pt x="70" y="119"/>
                      <a:pt x="70" y="119"/>
                    </a:cubicBezTo>
                    <a:cubicBezTo>
                      <a:pt x="73" y="119"/>
                      <a:pt x="76" y="117"/>
                      <a:pt x="76" y="113"/>
                    </a:cubicBezTo>
                    <a:cubicBezTo>
                      <a:pt x="76" y="104"/>
                      <a:pt x="76" y="104"/>
                      <a:pt x="76" y="104"/>
                    </a:cubicBezTo>
                    <a:cubicBezTo>
                      <a:pt x="80" y="102"/>
                      <a:pt x="84" y="100"/>
                      <a:pt x="89" y="97"/>
                    </a:cubicBezTo>
                    <a:cubicBezTo>
                      <a:pt x="97" y="102"/>
                      <a:pt x="97" y="102"/>
                      <a:pt x="97" y="102"/>
                    </a:cubicBezTo>
                    <a:cubicBezTo>
                      <a:pt x="100" y="104"/>
                      <a:pt x="104" y="103"/>
                      <a:pt x="105" y="100"/>
                    </a:cubicBezTo>
                    <a:cubicBezTo>
                      <a:pt x="118" y="79"/>
                      <a:pt x="118" y="79"/>
                      <a:pt x="118" y="79"/>
                    </a:cubicBezTo>
                    <a:cubicBezTo>
                      <a:pt x="118" y="78"/>
                      <a:pt x="119" y="76"/>
                      <a:pt x="118" y="74"/>
                    </a:cubicBezTo>
                    <a:cubicBezTo>
                      <a:pt x="118" y="73"/>
                      <a:pt x="117" y="72"/>
                      <a:pt x="116" y="71"/>
                    </a:cubicBezTo>
                    <a:cubicBezTo>
                      <a:pt x="107" y="66"/>
                      <a:pt x="107" y="66"/>
                      <a:pt x="107" y="66"/>
                    </a:cubicBezTo>
                    <a:cubicBezTo>
                      <a:pt x="108" y="64"/>
                      <a:pt x="108" y="62"/>
                      <a:pt x="108" y="59"/>
                    </a:cubicBezTo>
                    <a:cubicBezTo>
                      <a:pt x="108" y="57"/>
                      <a:pt x="108" y="55"/>
                      <a:pt x="107" y="53"/>
                    </a:cubicBezTo>
                    <a:cubicBezTo>
                      <a:pt x="116" y="48"/>
                      <a:pt x="116" y="48"/>
                      <a:pt x="116" y="48"/>
                    </a:cubicBezTo>
                    <a:cubicBezTo>
                      <a:pt x="117" y="47"/>
                      <a:pt x="118" y="46"/>
                      <a:pt x="119" y="44"/>
                    </a:cubicBezTo>
                    <a:close/>
                    <a:moveTo>
                      <a:pt x="95" y="51"/>
                    </a:moveTo>
                    <a:cubicBezTo>
                      <a:pt x="96" y="54"/>
                      <a:pt x="96" y="57"/>
                      <a:pt x="96" y="59"/>
                    </a:cubicBezTo>
                    <a:cubicBezTo>
                      <a:pt x="96" y="62"/>
                      <a:pt x="96" y="64"/>
                      <a:pt x="95" y="68"/>
                    </a:cubicBezTo>
                    <a:cubicBezTo>
                      <a:pt x="94" y="70"/>
                      <a:pt x="95" y="73"/>
                      <a:pt x="98" y="74"/>
                    </a:cubicBezTo>
                    <a:cubicBezTo>
                      <a:pt x="104" y="78"/>
                      <a:pt x="104" y="78"/>
                      <a:pt x="104" y="78"/>
                    </a:cubicBezTo>
                    <a:cubicBezTo>
                      <a:pt x="98" y="89"/>
                      <a:pt x="98" y="89"/>
                      <a:pt x="98" y="89"/>
                    </a:cubicBezTo>
                    <a:cubicBezTo>
                      <a:pt x="91" y="85"/>
                      <a:pt x="91" y="85"/>
                      <a:pt x="91" y="85"/>
                    </a:cubicBezTo>
                    <a:cubicBezTo>
                      <a:pt x="88" y="83"/>
                      <a:pt x="86" y="84"/>
                      <a:pt x="84" y="85"/>
                    </a:cubicBezTo>
                    <a:cubicBezTo>
                      <a:pt x="80" y="89"/>
                      <a:pt x="75" y="92"/>
                      <a:pt x="68" y="94"/>
                    </a:cubicBezTo>
                    <a:cubicBezTo>
                      <a:pt x="66" y="95"/>
                      <a:pt x="64" y="97"/>
                      <a:pt x="64" y="100"/>
                    </a:cubicBezTo>
                    <a:cubicBezTo>
                      <a:pt x="64" y="107"/>
                      <a:pt x="64" y="107"/>
                      <a:pt x="64" y="107"/>
                    </a:cubicBezTo>
                    <a:cubicBezTo>
                      <a:pt x="52" y="107"/>
                      <a:pt x="52" y="107"/>
                      <a:pt x="52" y="107"/>
                    </a:cubicBezTo>
                    <a:cubicBezTo>
                      <a:pt x="52" y="100"/>
                      <a:pt x="52" y="100"/>
                      <a:pt x="52" y="100"/>
                    </a:cubicBezTo>
                    <a:cubicBezTo>
                      <a:pt x="52" y="97"/>
                      <a:pt x="50" y="95"/>
                      <a:pt x="48" y="94"/>
                    </a:cubicBezTo>
                    <a:cubicBezTo>
                      <a:pt x="43" y="92"/>
                      <a:pt x="39" y="90"/>
                      <a:pt x="34" y="85"/>
                    </a:cubicBezTo>
                    <a:cubicBezTo>
                      <a:pt x="32" y="84"/>
                      <a:pt x="29" y="83"/>
                      <a:pt x="27" y="85"/>
                    </a:cubicBezTo>
                    <a:cubicBezTo>
                      <a:pt x="21" y="88"/>
                      <a:pt x="21" y="88"/>
                      <a:pt x="21" y="88"/>
                    </a:cubicBezTo>
                    <a:cubicBezTo>
                      <a:pt x="16" y="78"/>
                      <a:pt x="16" y="78"/>
                      <a:pt x="16" y="78"/>
                    </a:cubicBezTo>
                    <a:cubicBezTo>
                      <a:pt x="22" y="74"/>
                      <a:pt x="22" y="74"/>
                      <a:pt x="22" y="74"/>
                    </a:cubicBezTo>
                    <a:cubicBezTo>
                      <a:pt x="25" y="73"/>
                      <a:pt x="26" y="70"/>
                      <a:pt x="25" y="68"/>
                    </a:cubicBezTo>
                    <a:cubicBezTo>
                      <a:pt x="24" y="65"/>
                      <a:pt x="24" y="62"/>
                      <a:pt x="24" y="59"/>
                    </a:cubicBezTo>
                    <a:cubicBezTo>
                      <a:pt x="24" y="57"/>
                      <a:pt x="24" y="54"/>
                      <a:pt x="25" y="51"/>
                    </a:cubicBezTo>
                    <a:cubicBezTo>
                      <a:pt x="26" y="49"/>
                      <a:pt x="24" y="46"/>
                      <a:pt x="22" y="45"/>
                    </a:cubicBezTo>
                    <a:cubicBezTo>
                      <a:pt x="15" y="41"/>
                      <a:pt x="15" y="41"/>
                      <a:pt x="15" y="41"/>
                    </a:cubicBezTo>
                    <a:cubicBezTo>
                      <a:pt x="21" y="30"/>
                      <a:pt x="21" y="30"/>
                      <a:pt x="21" y="30"/>
                    </a:cubicBezTo>
                    <a:cubicBezTo>
                      <a:pt x="27" y="34"/>
                      <a:pt x="27" y="34"/>
                      <a:pt x="27" y="34"/>
                    </a:cubicBezTo>
                    <a:cubicBezTo>
                      <a:pt x="30" y="36"/>
                      <a:pt x="32" y="35"/>
                      <a:pt x="34" y="33"/>
                    </a:cubicBezTo>
                    <a:cubicBezTo>
                      <a:pt x="39" y="29"/>
                      <a:pt x="43" y="26"/>
                      <a:pt x="48" y="25"/>
                    </a:cubicBezTo>
                    <a:cubicBezTo>
                      <a:pt x="50" y="24"/>
                      <a:pt x="52" y="22"/>
                      <a:pt x="52" y="19"/>
                    </a:cubicBezTo>
                    <a:cubicBezTo>
                      <a:pt x="52" y="12"/>
                      <a:pt x="52" y="12"/>
                      <a:pt x="52" y="12"/>
                    </a:cubicBezTo>
                    <a:cubicBezTo>
                      <a:pt x="64" y="12"/>
                      <a:pt x="64" y="12"/>
                      <a:pt x="64" y="12"/>
                    </a:cubicBezTo>
                    <a:cubicBezTo>
                      <a:pt x="64" y="19"/>
                      <a:pt x="64" y="19"/>
                      <a:pt x="64" y="19"/>
                    </a:cubicBezTo>
                    <a:cubicBezTo>
                      <a:pt x="64" y="22"/>
                      <a:pt x="66" y="24"/>
                      <a:pt x="68" y="25"/>
                    </a:cubicBezTo>
                    <a:cubicBezTo>
                      <a:pt x="75" y="27"/>
                      <a:pt x="80" y="30"/>
                      <a:pt x="84" y="33"/>
                    </a:cubicBezTo>
                    <a:cubicBezTo>
                      <a:pt x="86" y="35"/>
                      <a:pt x="88" y="35"/>
                      <a:pt x="91" y="34"/>
                    </a:cubicBezTo>
                    <a:cubicBezTo>
                      <a:pt x="98" y="30"/>
                      <a:pt x="98" y="30"/>
                      <a:pt x="98" y="30"/>
                    </a:cubicBezTo>
                    <a:cubicBezTo>
                      <a:pt x="105" y="41"/>
                      <a:pt x="105" y="41"/>
                      <a:pt x="105" y="41"/>
                    </a:cubicBezTo>
                    <a:cubicBezTo>
                      <a:pt x="98" y="45"/>
                      <a:pt x="98" y="45"/>
                      <a:pt x="98" y="45"/>
                    </a:cubicBezTo>
                    <a:cubicBezTo>
                      <a:pt x="96" y="46"/>
                      <a:pt x="94" y="49"/>
                      <a:pt x="95" y="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n-lt"/>
                </a:endParaRPr>
              </a:p>
            </p:txBody>
          </p:sp>
        </p:grpSp>
      </p:grpSp>
      <p:grpSp>
        <p:nvGrpSpPr>
          <p:cNvPr id="87" name="Group 86">
            <a:extLst>
              <a:ext uri="{FF2B5EF4-FFF2-40B4-BE49-F238E27FC236}">
                <a16:creationId xmlns:a16="http://schemas.microsoft.com/office/drawing/2014/main" id="{A6E7232B-EFAB-43AB-ABF3-57AF9154C4BF}"/>
              </a:ext>
            </a:extLst>
          </p:cNvPr>
          <p:cNvGrpSpPr/>
          <p:nvPr/>
        </p:nvGrpSpPr>
        <p:grpSpPr>
          <a:xfrm>
            <a:off x="495113" y="4686670"/>
            <a:ext cx="3282048" cy="797813"/>
            <a:chOff x="495113" y="4934320"/>
            <a:chExt cx="3282048" cy="797813"/>
          </a:xfrm>
        </p:grpSpPr>
        <p:sp>
          <p:nvSpPr>
            <p:cNvPr id="12" name="TextBox 11">
              <a:extLst>
                <a:ext uri="{FF2B5EF4-FFF2-40B4-BE49-F238E27FC236}">
                  <a16:creationId xmlns:a16="http://schemas.microsoft.com/office/drawing/2014/main" id="{F0F26A17-2814-4872-BC4F-193840F569EA}"/>
                </a:ext>
              </a:extLst>
            </p:cNvPr>
            <p:cNvSpPr txBox="1"/>
            <p:nvPr/>
          </p:nvSpPr>
          <p:spPr>
            <a:xfrm>
              <a:off x="1347509" y="5194727"/>
              <a:ext cx="2429652" cy="276999"/>
            </a:xfrm>
            <a:prstGeom prst="rect">
              <a:avLst/>
            </a:prstGeom>
            <a:noFill/>
          </p:spPr>
          <p:txBody>
            <a:bodyPr wrap="square" lIns="107992" tIns="0" rIns="0" bIns="0" rtlCol="0" anchor="ctr">
              <a:spAutoFit/>
            </a:bodyPr>
            <a:lstStyle/>
            <a:p>
              <a:pPr lvl="0" defTabSz="914367">
                <a:defRPr/>
              </a:pPr>
              <a:r>
                <a:rPr lang="en-US" b="1" dirty="0">
                  <a:cs typeface="Segoe UI" panose="020B0502040204020203" pitchFamily="34" charset="0"/>
                </a:rPr>
                <a:t>Project (PRJ)</a:t>
              </a:r>
            </a:p>
          </p:txBody>
        </p:sp>
        <p:grpSp>
          <p:nvGrpSpPr>
            <p:cNvPr id="65" name="Group 64">
              <a:extLst>
                <a:ext uri="{FF2B5EF4-FFF2-40B4-BE49-F238E27FC236}">
                  <a16:creationId xmlns:a16="http://schemas.microsoft.com/office/drawing/2014/main" id="{0BA68AD9-9423-40BC-A732-FC09169D04BA}"/>
                </a:ext>
              </a:extLst>
            </p:cNvPr>
            <p:cNvGrpSpPr/>
            <p:nvPr/>
          </p:nvGrpSpPr>
          <p:grpSpPr>
            <a:xfrm>
              <a:off x="495113" y="4934320"/>
              <a:ext cx="797813" cy="797813"/>
              <a:chOff x="8380976" y="1828679"/>
              <a:chExt cx="797813" cy="797813"/>
            </a:xfrm>
          </p:grpSpPr>
          <p:sp>
            <p:nvSpPr>
              <p:cNvPr id="66" name="Oval 65">
                <a:extLst>
                  <a:ext uri="{FF2B5EF4-FFF2-40B4-BE49-F238E27FC236}">
                    <a16:creationId xmlns:a16="http://schemas.microsoft.com/office/drawing/2014/main" id="{A243B879-C20B-4E5E-A9CE-D9F384B27421}"/>
                  </a:ext>
                </a:extLst>
              </p:cNvPr>
              <p:cNvSpPr/>
              <p:nvPr/>
            </p:nvSpPr>
            <p:spPr bwMode="auto">
              <a:xfrm>
                <a:off x="8380976" y="1828679"/>
                <a:ext cx="797813" cy="797813"/>
              </a:xfrm>
              <a:prstGeom prst="ellipse">
                <a:avLst/>
              </a:prstGeom>
              <a:solidFill>
                <a:schemeClr val="bg1"/>
              </a:solidFill>
              <a:ln w="28575">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grpSp>
            <p:nvGrpSpPr>
              <p:cNvPr id="67" name="Group 171">
                <a:extLst>
                  <a:ext uri="{FF2B5EF4-FFF2-40B4-BE49-F238E27FC236}">
                    <a16:creationId xmlns:a16="http://schemas.microsoft.com/office/drawing/2014/main" id="{031694F6-8ADB-46E5-BF08-88504262C2A6}"/>
                  </a:ext>
                </a:extLst>
              </p:cNvPr>
              <p:cNvGrpSpPr>
                <a:grpSpLocks noChangeAspect="1"/>
              </p:cNvGrpSpPr>
              <p:nvPr/>
            </p:nvGrpSpPr>
            <p:grpSpPr bwMode="auto">
              <a:xfrm>
                <a:off x="8522038" y="1971553"/>
                <a:ext cx="515688" cy="512064"/>
                <a:chOff x="6539" y="1725"/>
                <a:chExt cx="427" cy="424"/>
              </a:xfrm>
              <a:solidFill>
                <a:schemeClr val="tx2"/>
              </a:solidFill>
            </p:grpSpPr>
            <p:sp>
              <p:nvSpPr>
                <p:cNvPr id="68" name="Freeform 172">
                  <a:extLst>
                    <a:ext uri="{FF2B5EF4-FFF2-40B4-BE49-F238E27FC236}">
                      <a16:creationId xmlns:a16="http://schemas.microsoft.com/office/drawing/2014/main" id="{6AE4256C-5424-4D62-8ED2-2A6BF0BEFA33}"/>
                    </a:ext>
                  </a:extLst>
                </p:cNvPr>
                <p:cNvSpPr>
                  <a:spLocks noEditPoints="1"/>
                </p:cNvSpPr>
                <p:nvPr/>
              </p:nvSpPr>
              <p:spPr bwMode="auto">
                <a:xfrm>
                  <a:off x="6735" y="1918"/>
                  <a:ext cx="231" cy="231"/>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2"/>
                        <a:pt x="12" y="78"/>
                      </a:cubicBezTo>
                      <a:cubicBezTo>
                        <a:pt x="12" y="115"/>
                        <a:pt x="41" y="144"/>
                        <a:pt x="78" y="144"/>
                      </a:cubicBezTo>
                      <a:cubicBezTo>
                        <a:pt x="114" y="144"/>
                        <a:pt x="144" y="115"/>
                        <a:pt x="144" y="78"/>
                      </a:cubicBezTo>
                      <a:cubicBezTo>
                        <a:pt x="144" y="42"/>
                        <a:pt x="114" y="12"/>
                        <a:pt x="7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n-lt"/>
                  </a:endParaRPr>
                </a:p>
              </p:txBody>
            </p:sp>
            <p:sp>
              <p:nvSpPr>
                <p:cNvPr id="69" name="Freeform 173">
                  <a:extLst>
                    <a:ext uri="{FF2B5EF4-FFF2-40B4-BE49-F238E27FC236}">
                      <a16:creationId xmlns:a16="http://schemas.microsoft.com/office/drawing/2014/main" id="{9D1F286F-EB56-400B-9599-4EB62E24903B}"/>
                    </a:ext>
                  </a:extLst>
                </p:cNvPr>
                <p:cNvSpPr>
                  <a:spLocks/>
                </p:cNvSpPr>
                <p:nvPr/>
              </p:nvSpPr>
              <p:spPr bwMode="auto">
                <a:xfrm>
                  <a:off x="6841" y="1963"/>
                  <a:ext cx="62" cy="97"/>
                </a:xfrm>
                <a:custGeom>
                  <a:avLst/>
                  <a:gdLst>
                    <a:gd name="T0" fmla="*/ 36 w 42"/>
                    <a:gd name="T1" fmla="*/ 66 h 66"/>
                    <a:gd name="T2" fmla="*/ 6 w 42"/>
                    <a:gd name="T3" fmla="*/ 66 h 66"/>
                    <a:gd name="T4" fmla="*/ 0 w 42"/>
                    <a:gd name="T5" fmla="*/ 60 h 66"/>
                    <a:gd name="T6" fmla="*/ 0 w 42"/>
                    <a:gd name="T7" fmla="*/ 6 h 66"/>
                    <a:gd name="T8" fmla="*/ 6 w 42"/>
                    <a:gd name="T9" fmla="*/ 0 h 66"/>
                    <a:gd name="T10" fmla="*/ 12 w 42"/>
                    <a:gd name="T11" fmla="*/ 6 h 66"/>
                    <a:gd name="T12" fmla="*/ 12 w 42"/>
                    <a:gd name="T13" fmla="*/ 54 h 66"/>
                    <a:gd name="T14" fmla="*/ 36 w 42"/>
                    <a:gd name="T15" fmla="*/ 54 h 66"/>
                    <a:gd name="T16" fmla="*/ 42 w 42"/>
                    <a:gd name="T17" fmla="*/ 60 h 66"/>
                    <a:gd name="T18" fmla="*/ 36 w 42"/>
                    <a:gd name="T19" fmla="*/ 6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 h="66">
                      <a:moveTo>
                        <a:pt x="36" y="66"/>
                      </a:moveTo>
                      <a:cubicBezTo>
                        <a:pt x="6" y="66"/>
                        <a:pt x="6" y="66"/>
                        <a:pt x="6" y="66"/>
                      </a:cubicBezTo>
                      <a:cubicBezTo>
                        <a:pt x="3" y="66"/>
                        <a:pt x="0" y="64"/>
                        <a:pt x="0" y="60"/>
                      </a:cubicBezTo>
                      <a:cubicBezTo>
                        <a:pt x="0" y="6"/>
                        <a:pt x="0" y="6"/>
                        <a:pt x="0" y="6"/>
                      </a:cubicBezTo>
                      <a:cubicBezTo>
                        <a:pt x="0" y="3"/>
                        <a:pt x="3" y="0"/>
                        <a:pt x="6" y="0"/>
                      </a:cubicBezTo>
                      <a:cubicBezTo>
                        <a:pt x="9" y="0"/>
                        <a:pt x="12" y="3"/>
                        <a:pt x="12" y="6"/>
                      </a:cubicBezTo>
                      <a:cubicBezTo>
                        <a:pt x="12" y="54"/>
                        <a:pt x="12" y="54"/>
                        <a:pt x="12" y="54"/>
                      </a:cubicBezTo>
                      <a:cubicBezTo>
                        <a:pt x="36" y="54"/>
                        <a:pt x="36" y="54"/>
                        <a:pt x="36" y="54"/>
                      </a:cubicBezTo>
                      <a:cubicBezTo>
                        <a:pt x="39" y="54"/>
                        <a:pt x="42" y="57"/>
                        <a:pt x="42" y="60"/>
                      </a:cubicBezTo>
                      <a:cubicBezTo>
                        <a:pt x="42" y="64"/>
                        <a:pt x="39" y="66"/>
                        <a:pt x="36" y="6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n-lt"/>
                  </a:endParaRPr>
                </a:p>
              </p:txBody>
            </p:sp>
            <p:sp>
              <p:nvSpPr>
                <p:cNvPr id="70" name="Freeform 174">
                  <a:extLst>
                    <a:ext uri="{FF2B5EF4-FFF2-40B4-BE49-F238E27FC236}">
                      <a16:creationId xmlns:a16="http://schemas.microsoft.com/office/drawing/2014/main" id="{84C8294A-923A-48EE-BA2F-D76F8A031FEF}"/>
                    </a:ext>
                  </a:extLst>
                </p:cNvPr>
                <p:cNvSpPr>
                  <a:spLocks/>
                </p:cNvSpPr>
                <p:nvPr/>
              </p:nvSpPr>
              <p:spPr bwMode="auto">
                <a:xfrm>
                  <a:off x="6539" y="1778"/>
                  <a:ext cx="196" cy="337"/>
                </a:xfrm>
                <a:custGeom>
                  <a:avLst/>
                  <a:gdLst>
                    <a:gd name="T0" fmla="*/ 126 w 132"/>
                    <a:gd name="T1" fmla="*/ 228 h 228"/>
                    <a:gd name="T2" fmla="*/ 30 w 132"/>
                    <a:gd name="T3" fmla="*/ 228 h 228"/>
                    <a:gd name="T4" fmla="*/ 0 w 132"/>
                    <a:gd name="T5" fmla="*/ 198 h 228"/>
                    <a:gd name="T6" fmla="*/ 0 w 132"/>
                    <a:gd name="T7" fmla="*/ 6 h 228"/>
                    <a:gd name="T8" fmla="*/ 6 w 132"/>
                    <a:gd name="T9" fmla="*/ 0 h 228"/>
                    <a:gd name="T10" fmla="*/ 54 w 132"/>
                    <a:gd name="T11" fmla="*/ 0 h 228"/>
                    <a:gd name="T12" fmla="*/ 60 w 132"/>
                    <a:gd name="T13" fmla="*/ 6 h 228"/>
                    <a:gd name="T14" fmla="*/ 54 w 132"/>
                    <a:gd name="T15" fmla="*/ 12 h 228"/>
                    <a:gd name="T16" fmla="*/ 12 w 132"/>
                    <a:gd name="T17" fmla="*/ 12 h 228"/>
                    <a:gd name="T18" fmla="*/ 12 w 132"/>
                    <a:gd name="T19" fmla="*/ 198 h 228"/>
                    <a:gd name="T20" fmla="*/ 30 w 132"/>
                    <a:gd name="T21" fmla="*/ 216 h 228"/>
                    <a:gd name="T22" fmla="*/ 126 w 132"/>
                    <a:gd name="T23" fmla="*/ 216 h 228"/>
                    <a:gd name="T24" fmla="*/ 132 w 132"/>
                    <a:gd name="T25" fmla="*/ 222 h 228"/>
                    <a:gd name="T26" fmla="*/ 126 w 132"/>
                    <a:gd name="T27" fmla="*/ 228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2" h="228">
                      <a:moveTo>
                        <a:pt x="126" y="228"/>
                      </a:moveTo>
                      <a:cubicBezTo>
                        <a:pt x="30" y="228"/>
                        <a:pt x="30" y="228"/>
                        <a:pt x="30" y="228"/>
                      </a:cubicBezTo>
                      <a:cubicBezTo>
                        <a:pt x="13" y="228"/>
                        <a:pt x="0" y="214"/>
                        <a:pt x="0" y="198"/>
                      </a:cubicBezTo>
                      <a:cubicBezTo>
                        <a:pt x="0" y="6"/>
                        <a:pt x="0" y="6"/>
                        <a:pt x="0" y="6"/>
                      </a:cubicBezTo>
                      <a:cubicBezTo>
                        <a:pt x="0" y="2"/>
                        <a:pt x="3" y="0"/>
                        <a:pt x="6" y="0"/>
                      </a:cubicBezTo>
                      <a:cubicBezTo>
                        <a:pt x="54" y="0"/>
                        <a:pt x="54" y="0"/>
                        <a:pt x="54" y="0"/>
                      </a:cubicBezTo>
                      <a:cubicBezTo>
                        <a:pt x="57" y="0"/>
                        <a:pt x="60" y="2"/>
                        <a:pt x="60" y="6"/>
                      </a:cubicBezTo>
                      <a:cubicBezTo>
                        <a:pt x="60" y="9"/>
                        <a:pt x="57" y="12"/>
                        <a:pt x="54" y="12"/>
                      </a:cubicBezTo>
                      <a:cubicBezTo>
                        <a:pt x="12" y="12"/>
                        <a:pt x="12" y="12"/>
                        <a:pt x="12" y="12"/>
                      </a:cubicBezTo>
                      <a:cubicBezTo>
                        <a:pt x="12" y="198"/>
                        <a:pt x="12" y="198"/>
                        <a:pt x="12" y="198"/>
                      </a:cubicBezTo>
                      <a:cubicBezTo>
                        <a:pt x="12" y="208"/>
                        <a:pt x="20" y="216"/>
                        <a:pt x="30" y="216"/>
                      </a:cubicBezTo>
                      <a:cubicBezTo>
                        <a:pt x="126" y="216"/>
                        <a:pt x="126" y="216"/>
                        <a:pt x="126" y="216"/>
                      </a:cubicBezTo>
                      <a:cubicBezTo>
                        <a:pt x="129" y="216"/>
                        <a:pt x="132" y="218"/>
                        <a:pt x="132" y="222"/>
                      </a:cubicBezTo>
                      <a:cubicBezTo>
                        <a:pt x="132" y="225"/>
                        <a:pt x="129" y="228"/>
                        <a:pt x="126" y="2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n-lt"/>
                  </a:endParaRPr>
                </a:p>
              </p:txBody>
            </p:sp>
            <p:sp>
              <p:nvSpPr>
                <p:cNvPr id="71" name="Freeform 175">
                  <a:extLst>
                    <a:ext uri="{FF2B5EF4-FFF2-40B4-BE49-F238E27FC236}">
                      <a16:creationId xmlns:a16="http://schemas.microsoft.com/office/drawing/2014/main" id="{DE08D9DA-A4E4-4F90-B4D1-B392EBF147D8}"/>
                    </a:ext>
                  </a:extLst>
                </p:cNvPr>
                <p:cNvSpPr>
                  <a:spLocks/>
                </p:cNvSpPr>
                <p:nvPr/>
              </p:nvSpPr>
              <p:spPr bwMode="auto">
                <a:xfrm>
                  <a:off x="6575" y="1813"/>
                  <a:ext cx="142" cy="267"/>
                </a:xfrm>
                <a:custGeom>
                  <a:avLst/>
                  <a:gdLst>
                    <a:gd name="T0" fmla="*/ 90 w 96"/>
                    <a:gd name="T1" fmla="*/ 180 h 180"/>
                    <a:gd name="T2" fmla="*/ 6 w 96"/>
                    <a:gd name="T3" fmla="*/ 180 h 180"/>
                    <a:gd name="T4" fmla="*/ 0 w 96"/>
                    <a:gd name="T5" fmla="*/ 174 h 180"/>
                    <a:gd name="T6" fmla="*/ 0 w 96"/>
                    <a:gd name="T7" fmla="*/ 6 h 180"/>
                    <a:gd name="T8" fmla="*/ 6 w 96"/>
                    <a:gd name="T9" fmla="*/ 0 h 180"/>
                    <a:gd name="T10" fmla="*/ 30 w 96"/>
                    <a:gd name="T11" fmla="*/ 0 h 180"/>
                    <a:gd name="T12" fmla="*/ 36 w 96"/>
                    <a:gd name="T13" fmla="*/ 6 h 180"/>
                    <a:gd name="T14" fmla="*/ 30 w 96"/>
                    <a:gd name="T15" fmla="*/ 12 h 180"/>
                    <a:gd name="T16" fmla="*/ 12 w 96"/>
                    <a:gd name="T17" fmla="*/ 12 h 180"/>
                    <a:gd name="T18" fmla="*/ 12 w 96"/>
                    <a:gd name="T19" fmla="*/ 168 h 180"/>
                    <a:gd name="T20" fmla="*/ 90 w 96"/>
                    <a:gd name="T21" fmla="*/ 168 h 180"/>
                    <a:gd name="T22" fmla="*/ 96 w 96"/>
                    <a:gd name="T23" fmla="*/ 174 h 180"/>
                    <a:gd name="T24" fmla="*/ 90 w 96"/>
                    <a:gd name="T25" fmla="*/ 18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6" h="180">
                      <a:moveTo>
                        <a:pt x="90" y="180"/>
                      </a:moveTo>
                      <a:cubicBezTo>
                        <a:pt x="6" y="180"/>
                        <a:pt x="6" y="180"/>
                        <a:pt x="6" y="180"/>
                      </a:cubicBezTo>
                      <a:cubicBezTo>
                        <a:pt x="3" y="180"/>
                        <a:pt x="0" y="177"/>
                        <a:pt x="0" y="174"/>
                      </a:cubicBezTo>
                      <a:cubicBezTo>
                        <a:pt x="0" y="6"/>
                        <a:pt x="0" y="6"/>
                        <a:pt x="0" y="6"/>
                      </a:cubicBezTo>
                      <a:cubicBezTo>
                        <a:pt x="0" y="2"/>
                        <a:pt x="3" y="0"/>
                        <a:pt x="6" y="0"/>
                      </a:cubicBezTo>
                      <a:cubicBezTo>
                        <a:pt x="30" y="0"/>
                        <a:pt x="30" y="0"/>
                        <a:pt x="30" y="0"/>
                      </a:cubicBezTo>
                      <a:cubicBezTo>
                        <a:pt x="33" y="0"/>
                        <a:pt x="36" y="2"/>
                        <a:pt x="36" y="6"/>
                      </a:cubicBezTo>
                      <a:cubicBezTo>
                        <a:pt x="36" y="9"/>
                        <a:pt x="33" y="12"/>
                        <a:pt x="30" y="12"/>
                      </a:cubicBezTo>
                      <a:cubicBezTo>
                        <a:pt x="12" y="12"/>
                        <a:pt x="12" y="12"/>
                        <a:pt x="12" y="12"/>
                      </a:cubicBezTo>
                      <a:cubicBezTo>
                        <a:pt x="12" y="168"/>
                        <a:pt x="12" y="168"/>
                        <a:pt x="12" y="168"/>
                      </a:cubicBezTo>
                      <a:cubicBezTo>
                        <a:pt x="90" y="168"/>
                        <a:pt x="90" y="168"/>
                        <a:pt x="90" y="168"/>
                      </a:cubicBezTo>
                      <a:cubicBezTo>
                        <a:pt x="93" y="168"/>
                        <a:pt x="96" y="170"/>
                        <a:pt x="96" y="174"/>
                      </a:cubicBezTo>
                      <a:cubicBezTo>
                        <a:pt x="96" y="177"/>
                        <a:pt x="93" y="180"/>
                        <a:pt x="90" y="18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n-lt"/>
                  </a:endParaRPr>
                </a:p>
              </p:txBody>
            </p:sp>
            <p:sp>
              <p:nvSpPr>
                <p:cNvPr id="72" name="Freeform 176">
                  <a:extLst>
                    <a:ext uri="{FF2B5EF4-FFF2-40B4-BE49-F238E27FC236}">
                      <a16:creationId xmlns:a16="http://schemas.microsoft.com/office/drawing/2014/main" id="{3A38D068-19DF-4B38-9D44-6009AE696E87}"/>
                    </a:ext>
                  </a:extLst>
                </p:cNvPr>
                <p:cNvSpPr>
                  <a:spLocks/>
                </p:cNvSpPr>
                <p:nvPr/>
              </p:nvSpPr>
              <p:spPr bwMode="auto">
                <a:xfrm>
                  <a:off x="6752" y="1778"/>
                  <a:ext cx="89" cy="124"/>
                </a:xfrm>
                <a:custGeom>
                  <a:avLst/>
                  <a:gdLst>
                    <a:gd name="T0" fmla="*/ 54 w 60"/>
                    <a:gd name="T1" fmla="*/ 84 h 84"/>
                    <a:gd name="T2" fmla="*/ 48 w 60"/>
                    <a:gd name="T3" fmla="*/ 78 h 84"/>
                    <a:gd name="T4" fmla="*/ 48 w 60"/>
                    <a:gd name="T5" fmla="*/ 12 h 84"/>
                    <a:gd name="T6" fmla="*/ 6 w 60"/>
                    <a:gd name="T7" fmla="*/ 12 h 84"/>
                    <a:gd name="T8" fmla="*/ 0 w 60"/>
                    <a:gd name="T9" fmla="*/ 6 h 84"/>
                    <a:gd name="T10" fmla="*/ 6 w 60"/>
                    <a:gd name="T11" fmla="*/ 0 h 84"/>
                    <a:gd name="T12" fmla="*/ 54 w 60"/>
                    <a:gd name="T13" fmla="*/ 0 h 84"/>
                    <a:gd name="T14" fmla="*/ 60 w 60"/>
                    <a:gd name="T15" fmla="*/ 6 h 84"/>
                    <a:gd name="T16" fmla="*/ 60 w 60"/>
                    <a:gd name="T17" fmla="*/ 78 h 84"/>
                    <a:gd name="T18" fmla="*/ 54 w 60"/>
                    <a:gd name="T19"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84">
                      <a:moveTo>
                        <a:pt x="54" y="84"/>
                      </a:moveTo>
                      <a:cubicBezTo>
                        <a:pt x="51" y="84"/>
                        <a:pt x="48" y="81"/>
                        <a:pt x="48" y="78"/>
                      </a:cubicBezTo>
                      <a:cubicBezTo>
                        <a:pt x="48" y="12"/>
                        <a:pt x="48" y="12"/>
                        <a:pt x="48" y="12"/>
                      </a:cubicBezTo>
                      <a:cubicBezTo>
                        <a:pt x="6" y="12"/>
                        <a:pt x="6" y="12"/>
                        <a:pt x="6" y="12"/>
                      </a:cubicBezTo>
                      <a:cubicBezTo>
                        <a:pt x="3" y="12"/>
                        <a:pt x="0" y="9"/>
                        <a:pt x="0" y="6"/>
                      </a:cubicBezTo>
                      <a:cubicBezTo>
                        <a:pt x="0" y="2"/>
                        <a:pt x="3" y="0"/>
                        <a:pt x="6" y="0"/>
                      </a:cubicBezTo>
                      <a:cubicBezTo>
                        <a:pt x="54" y="0"/>
                        <a:pt x="54" y="0"/>
                        <a:pt x="54" y="0"/>
                      </a:cubicBezTo>
                      <a:cubicBezTo>
                        <a:pt x="57" y="0"/>
                        <a:pt x="60" y="2"/>
                        <a:pt x="60" y="6"/>
                      </a:cubicBezTo>
                      <a:cubicBezTo>
                        <a:pt x="60" y="78"/>
                        <a:pt x="60" y="78"/>
                        <a:pt x="60" y="78"/>
                      </a:cubicBezTo>
                      <a:cubicBezTo>
                        <a:pt x="60" y="81"/>
                        <a:pt x="57" y="84"/>
                        <a:pt x="54"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n-lt"/>
                  </a:endParaRPr>
                </a:p>
              </p:txBody>
            </p:sp>
            <p:sp>
              <p:nvSpPr>
                <p:cNvPr id="73" name="Freeform 177">
                  <a:extLst>
                    <a:ext uri="{FF2B5EF4-FFF2-40B4-BE49-F238E27FC236}">
                      <a16:creationId xmlns:a16="http://schemas.microsoft.com/office/drawing/2014/main" id="{771E0436-AE04-4ADC-A391-D2576E75B6D2}"/>
                    </a:ext>
                  </a:extLst>
                </p:cNvPr>
                <p:cNvSpPr>
                  <a:spLocks noEditPoints="1"/>
                </p:cNvSpPr>
                <p:nvPr/>
              </p:nvSpPr>
              <p:spPr bwMode="auto">
                <a:xfrm>
                  <a:off x="6610" y="1725"/>
                  <a:ext cx="160" cy="124"/>
                </a:xfrm>
                <a:custGeom>
                  <a:avLst/>
                  <a:gdLst>
                    <a:gd name="T0" fmla="*/ 102 w 108"/>
                    <a:gd name="T1" fmla="*/ 84 h 84"/>
                    <a:gd name="T2" fmla="*/ 6 w 108"/>
                    <a:gd name="T3" fmla="*/ 84 h 84"/>
                    <a:gd name="T4" fmla="*/ 0 w 108"/>
                    <a:gd name="T5" fmla="*/ 78 h 84"/>
                    <a:gd name="T6" fmla="*/ 0 w 108"/>
                    <a:gd name="T7" fmla="*/ 30 h 84"/>
                    <a:gd name="T8" fmla="*/ 6 w 108"/>
                    <a:gd name="T9" fmla="*/ 24 h 84"/>
                    <a:gd name="T10" fmla="*/ 24 w 108"/>
                    <a:gd name="T11" fmla="*/ 24 h 84"/>
                    <a:gd name="T12" fmla="*/ 54 w 108"/>
                    <a:gd name="T13" fmla="*/ 0 h 84"/>
                    <a:gd name="T14" fmla="*/ 83 w 108"/>
                    <a:gd name="T15" fmla="*/ 24 h 84"/>
                    <a:gd name="T16" fmla="*/ 102 w 108"/>
                    <a:gd name="T17" fmla="*/ 24 h 84"/>
                    <a:gd name="T18" fmla="*/ 108 w 108"/>
                    <a:gd name="T19" fmla="*/ 30 h 84"/>
                    <a:gd name="T20" fmla="*/ 108 w 108"/>
                    <a:gd name="T21" fmla="*/ 78 h 84"/>
                    <a:gd name="T22" fmla="*/ 102 w 108"/>
                    <a:gd name="T23" fmla="*/ 84 h 84"/>
                    <a:gd name="T24" fmla="*/ 12 w 108"/>
                    <a:gd name="T25" fmla="*/ 72 h 84"/>
                    <a:gd name="T26" fmla="*/ 96 w 108"/>
                    <a:gd name="T27" fmla="*/ 72 h 84"/>
                    <a:gd name="T28" fmla="*/ 96 w 108"/>
                    <a:gd name="T29" fmla="*/ 36 h 84"/>
                    <a:gd name="T30" fmla="*/ 78 w 108"/>
                    <a:gd name="T31" fmla="*/ 36 h 84"/>
                    <a:gd name="T32" fmla="*/ 72 w 108"/>
                    <a:gd name="T33" fmla="*/ 30 h 84"/>
                    <a:gd name="T34" fmla="*/ 54 w 108"/>
                    <a:gd name="T35" fmla="*/ 12 h 84"/>
                    <a:gd name="T36" fmla="*/ 36 w 108"/>
                    <a:gd name="T37" fmla="*/ 30 h 84"/>
                    <a:gd name="T38" fmla="*/ 30 w 108"/>
                    <a:gd name="T39" fmla="*/ 36 h 84"/>
                    <a:gd name="T40" fmla="*/ 12 w 108"/>
                    <a:gd name="T41" fmla="*/ 36 h 84"/>
                    <a:gd name="T42" fmla="*/ 12 w 108"/>
                    <a:gd name="T43" fmla="*/ 72 h 84"/>
                    <a:gd name="T44" fmla="*/ 84 w 108"/>
                    <a:gd name="T45" fmla="*/ 30 h 84"/>
                    <a:gd name="T46" fmla="*/ 84 w 108"/>
                    <a:gd name="T47" fmla="*/ 3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8" h="84">
                      <a:moveTo>
                        <a:pt x="102" y="84"/>
                      </a:moveTo>
                      <a:cubicBezTo>
                        <a:pt x="6" y="84"/>
                        <a:pt x="6" y="84"/>
                        <a:pt x="6" y="84"/>
                      </a:cubicBezTo>
                      <a:cubicBezTo>
                        <a:pt x="3" y="84"/>
                        <a:pt x="0" y="81"/>
                        <a:pt x="0" y="78"/>
                      </a:cubicBezTo>
                      <a:cubicBezTo>
                        <a:pt x="0" y="30"/>
                        <a:pt x="0" y="30"/>
                        <a:pt x="0" y="30"/>
                      </a:cubicBezTo>
                      <a:cubicBezTo>
                        <a:pt x="0" y="26"/>
                        <a:pt x="3" y="24"/>
                        <a:pt x="6" y="24"/>
                      </a:cubicBezTo>
                      <a:cubicBezTo>
                        <a:pt x="24" y="24"/>
                        <a:pt x="24" y="24"/>
                        <a:pt x="24" y="24"/>
                      </a:cubicBezTo>
                      <a:cubicBezTo>
                        <a:pt x="27" y="11"/>
                        <a:pt x="36" y="0"/>
                        <a:pt x="54" y="0"/>
                      </a:cubicBezTo>
                      <a:cubicBezTo>
                        <a:pt x="72" y="0"/>
                        <a:pt x="81" y="11"/>
                        <a:pt x="83" y="24"/>
                      </a:cubicBezTo>
                      <a:cubicBezTo>
                        <a:pt x="102" y="24"/>
                        <a:pt x="102" y="24"/>
                        <a:pt x="102" y="24"/>
                      </a:cubicBezTo>
                      <a:cubicBezTo>
                        <a:pt x="105" y="24"/>
                        <a:pt x="108" y="26"/>
                        <a:pt x="108" y="30"/>
                      </a:cubicBezTo>
                      <a:cubicBezTo>
                        <a:pt x="108" y="78"/>
                        <a:pt x="108" y="78"/>
                        <a:pt x="108" y="78"/>
                      </a:cubicBezTo>
                      <a:cubicBezTo>
                        <a:pt x="108" y="81"/>
                        <a:pt x="105" y="84"/>
                        <a:pt x="102" y="84"/>
                      </a:cubicBezTo>
                      <a:close/>
                      <a:moveTo>
                        <a:pt x="12" y="72"/>
                      </a:moveTo>
                      <a:cubicBezTo>
                        <a:pt x="96" y="72"/>
                        <a:pt x="96" y="72"/>
                        <a:pt x="96" y="72"/>
                      </a:cubicBezTo>
                      <a:cubicBezTo>
                        <a:pt x="96" y="36"/>
                        <a:pt x="96" y="36"/>
                        <a:pt x="96" y="36"/>
                      </a:cubicBezTo>
                      <a:cubicBezTo>
                        <a:pt x="78" y="36"/>
                        <a:pt x="78" y="36"/>
                        <a:pt x="78" y="36"/>
                      </a:cubicBezTo>
                      <a:cubicBezTo>
                        <a:pt x="75" y="36"/>
                        <a:pt x="72" y="33"/>
                        <a:pt x="72" y="30"/>
                      </a:cubicBezTo>
                      <a:cubicBezTo>
                        <a:pt x="72" y="28"/>
                        <a:pt x="71" y="12"/>
                        <a:pt x="54" y="12"/>
                      </a:cubicBezTo>
                      <a:cubicBezTo>
                        <a:pt x="36" y="12"/>
                        <a:pt x="36" y="28"/>
                        <a:pt x="36" y="30"/>
                      </a:cubicBezTo>
                      <a:cubicBezTo>
                        <a:pt x="36" y="33"/>
                        <a:pt x="33" y="36"/>
                        <a:pt x="30" y="36"/>
                      </a:cubicBezTo>
                      <a:cubicBezTo>
                        <a:pt x="12" y="36"/>
                        <a:pt x="12" y="36"/>
                        <a:pt x="12" y="36"/>
                      </a:cubicBezTo>
                      <a:lnTo>
                        <a:pt x="12" y="72"/>
                      </a:lnTo>
                      <a:close/>
                      <a:moveTo>
                        <a:pt x="84" y="30"/>
                      </a:moveTo>
                      <a:cubicBezTo>
                        <a:pt x="84" y="30"/>
                        <a:pt x="84" y="30"/>
                        <a:pt x="84"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n-lt"/>
                  </a:endParaRPr>
                </a:p>
              </p:txBody>
            </p:sp>
            <p:sp>
              <p:nvSpPr>
                <p:cNvPr id="74" name="Freeform 178">
                  <a:extLst>
                    <a:ext uri="{FF2B5EF4-FFF2-40B4-BE49-F238E27FC236}">
                      <a16:creationId xmlns:a16="http://schemas.microsoft.com/office/drawing/2014/main" id="{6BD1453E-3226-4986-AD32-06AC4C6B6431}"/>
                    </a:ext>
                  </a:extLst>
                </p:cNvPr>
                <p:cNvSpPr>
                  <a:spLocks/>
                </p:cNvSpPr>
                <p:nvPr/>
              </p:nvSpPr>
              <p:spPr bwMode="auto">
                <a:xfrm>
                  <a:off x="6752" y="1813"/>
                  <a:ext cx="54" cy="98"/>
                </a:xfrm>
                <a:custGeom>
                  <a:avLst/>
                  <a:gdLst>
                    <a:gd name="T0" fmla="*/ 30 w 36"/>
                    <a:gd name="T1" fmla="*/ 66 h 66"/>
                    <a:gd name="T2" fmla="*/ 24 w 36"/>
                    <a:gd name="T3" fmla="*/ 60 h 66"/>
                    <a:gd name="T4" fmla="*/ 24 w 36"/>
                    <a:gd name="T5" fmla="*/ 12 h 66"/>
                    <a:gd name="T6" fmla="*/ 6 w 36"/>
                    <a:gd name="T7" fmla="*/ 12 h 66"/>
                    <a:gd name="T8" fmla="*/ 0 w 36"/>
                    <a:gd name="T9" fmla="*/ 6 h 66"/>
                    <a:gd name="T10" fmla="*/ 6 w 36"/>
                    <a:gd name="T11" fmla="*/ 0 h 66"/>
                    <a:gd name="T12" fmla="*/ 30 w 36"/>
                    <a:gd name="T13" fmla="*/ 0 h 66"/>
                    <a:gd name="T14" fmla="*/ 36 w 36"/>
                    <a:gd name="T15" fmla="*/ 6 h 66"/>
                    <a:gd name="T16" fmla="*/ 36 w 36"/>
                    <a:gd name="T17" fmla="*/ 60 h 66"/>
                    <a:gd name="T18" fmla="*/ 30 w 36"/>
                    <a:gd name="T19" fmla="*/ 6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66">
                      <a:moveTo>
                        <a:pt x="30" y="66"/>
                      </a:moveTo>
                      <a:cubicBezTo>
                        <a:pt x="27" y="66"/>
                        <a:pt x="24" y="63"/>
                        <a:pt x="24" y="60"/>
                      </a:cubicBezTo>
                      <a:cubicBezTo>
                        <a:pt x="24" y="12"/>
                        <a:pt x="24" y="12"/>
                        <a:pt x="24" y="12"/>
                      </a:cubicBezTo>
                      <a:cubicBezTo>
                        <a:pt x="6" y="12"/>
                        <a:pt x="6" y="12"/>
                        <a:pt x="6" y="12"/>
                      </a:cubicBezTo>
                      <a:cubicBezTo>
                        <a:pt x="3" y="12"/>
                        <a:pt x="0" y="9"/>
                        <a:pt x="0" y="6"/>
                      </a:cubicBezTo>
                      <a:cubicBezTo>
                        <a:pt x="0" y="2"/>
                        <a:pt x="3" y="0"/>
                        <a:pt x="6" y="0"/>
                      </a:cubicBezTo>
                      <a:cubicBezTo>
                        <a:pt x="30" y="0"/>
                        <a:pt x="30" y="0"/>
                        <a:pt x="30" y="0"/>
                      </a:cubicBezTo>
                      <a:cubicBezTo>
                        <a:pt x="33" y="0"/>
                        <a:pt x="36" y="2"/>
                        <a:pt x="36" y="6"/>
                      </a:cubicBezTo>
                      <a:cubicBezTo>
                        <a:pt x="36" y="60"/>
                        <a:pt x="36" y="60"/>
                        <a:pt x="36" y="60"/>
                      </a:cubicBezTo>
                      <a:cubicBezTo>
                        <a:pt x="36" y="63"/>
                        <a:pt x="33" y="66"/>
                        <a:pt x="30" y="6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n-lt"/>
                  </a:endParaRPr>
                </a:p>
              </p:txBody>
            </p:sp>
            <p:sp>
              <p:nvSpPr>
                <p:cNvPr id="75" name="Freeform 179">
                  <a:extLst>
                    <a:ext uri="{FF2B5EF4-FFF2-40B4-BE49-F238E27FC236}">
                      <a16:creationId xmlns:a16="http://schemas.microsoft.com/office/drawing/2014/main" id="{B03264EC-EC26-4C5B-9172-EEE9CA044918}"/>
                    </a:ext>
                  </a:extLst>
                </p:cNvPr>
                <p:cNvSpPr>
                  <a:spLocks/>
                </p:cNvSpPr>
                <p:nvPr/>
              </p:nvSpPr>
              <p:spPr bwMode="auto">
                <a:xfrm>
                  <a:off x="6628" y="1884"/>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9"/>
                        <a:pt x="0" y="6"/>
                      </a:cubicBezTo>
                      <a:cubicBezTo>
                        <a:pt x="0" y="2"/>
                        <a:pt x="3" y="0"/>
                        <a:pt x="6" y="0"/>
                      </a:cubicBezTo>
                      <a:cubicBezTo>
                        <a:pt x="66" y="0"/>
                        <a:pt x="66" y="0"/>
                        <a:pt x="66" y="0"/>
                      </a:cubicBezTo>
                      <a:cubicBezTo>
                        <a:pt x="69" y="0"/>
                        <a:pt x="72" y="2"/>
                        <a:pt x="72" y="6"/>
                      </a:cubicBezTo>
                      <a:cubicBezTo>
                        <a:pt x="72" y="9"/>
                        <a:pt x="69" y="12"/>
                        <a:pt x="6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n-lt"/>
                  </a:endParaRPr>
                </a:p>
              </p:txBody>
            </p:sp>
            <p:sp>
              <p:nvSpPr>
                <p:cNvPr id="76" name="Freeform 180">
                  <a:extLst>
                    <a:ext uri="{FF2B5EF4-FFF2-40B4-BE49-F238E27FC236}">
                      <a16:creationId xmlns:a16="http://schemas.microsoft.com/office/drawing/2014/main" id="{7AA7D9F8-1A1A-4663-8C86-6E029DAE8F09}"/>
                    </a:ext>
                  </a:extLst>
                </p:cNvPr>
                <p:cNvSpPr>
                  <a:spLocks/>
                </p:cNvSpPr>
                <p:nvPr/>
              </p:nvSpPr>
              <p:spPr bwMode="auto">
                <a:xfrm>
                  <a:off x="6628" y="1920"/>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9"/>
                        <a:pt x="0" y="6"/>
                      </a:cubicBezTo>
                      <a:cubicBezTo>
                        <a:pt x="0" y="2"/>
                        <a:pt x="3" y="0"/>
                        <a:pt x="6" y="0"/>
                      </a:cubicBezTo>
                      <a:cubicBezTo>
                        <a:pt x="66" y="0"/>
                        <a:pt x="66" y="0"/>
                        <a:pt x="66" y="0"/>
                      </a:cubicBezTo>
                      <a:cubicBezTo>
                        <a:pt x="69" y="0"/>
                        <a:pt x="72" y="2"/>
                        <a:pt x="72" y="6"/>
                      </a:cubicBezTo>
                      <a:cubicBezTo>
                        <a:pt x="72" y="9"/>
                        <a:pt x="69" y="12"/>
                        <a:pt x="6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n-lt"/>
                  </a:endParaRPr>
                </a:p>
              </p:txBody>
            </p:sp>
            <p:sp>
              <p:nvSpPr>
                <p:cNvPr id="77" name="Freeform 181">
                  <a:extLst>
                    <a:ext uri="{FF2B5EF4-FFF2-40B4-BE49-F238E27FC236}">
                      <a16:creationId xmlns:a16="http://schemas.microsoft.com/office/drawing/2014/main" id="{8FFA4109-D629-4E87-834D-1CD2ED3CC2FA}"/>
                    </a:ext>
                  </a:extLst>
                </p:cNvPr>
                <p:cNvSpPr>
                  <a:spLocks/>
                </p:cNvSpPr>
                <p:nvPr/>
              </p:nvSpPr>
              <p:spPr bwMode="auto">
                <a:xfrm>
                  <a:off x="6628" y="1955"/>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9"/>
                        <a:pt x="0" y="6"/>
                      </a:cubicBezTo>
                      <a:cubicBezTo>
                        <a:pt x="0" y="2"/>
                        <a:pt x="3" y="0"/>
                        <a:pt x="6" y="0"/>
                      </a:cubicBezTo>
                      <a:cubicBezTo>
                        <a:pt x="66" y="0"/>
                        <a:pt x="66" y="0"/>
                        <a:pt x="66" y="0"/>
                      </a:cubicBezTo>
                      <a:cubicBezTo>
                        <a:pt x="69" y="0"/>
                        <a:pt x="72" y="2"/>
                        <a:pt x="72" y="6"/>
                      </a:cubicBezTo>
                      <a:cubicBezTo>
                        <a:pt x="72" y="9"/>
                        <a:pt x="69" y="12"/>
                        <a:pt x="6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n-lt"/>
                  </a:endParaRPr>
                </a:p>
              </p:txBody>
            </p:sp>
            <p:sp>
              <p:nvSpPr>
                <p:cNvPr id="78" name="Freeform 182">
                  <a:extLst>
                    <a:ext uri="{FF2B5EF4-FFF2-40B4-BE49-F238E27FC236}">
                      <a16:creationId xmlns:a16="http://schemas.microsoft.com/office/drawing/2014/main" id="{4F826313-0F35-4F8F-AFC7-F9FBE212AED0}"/>
                    </a:ext>
                  </a:extLst>
                </p:cNvPr>
                <p:cNvSpPr>
                  <a:spLocks/>
                </p:cNvSpPr>
                <p:nvPr/>
              </p:nvSpPr>
              <p:spPr bwMode="auto">
                <a:xfrm>
                  <a:off x="6628" y="1991"/>
                  <a:ext cx="71" cy="18"/>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9"/>
                        <a:pt x="0" y="6"/>
                      </a:cubicBezTo>
                      <a:cubicBezTo>
                        <a:pt x="0" y="2"/>
                        <a:pt x="3" y="0"/>
                        <a:pt x="6" y="0"/>
                      </a:cubicBezTo>
                      <a:cubicBezTo>
                        <a:pt x="42" y="0"/>
                        <a:pt x="42" y="0"/>
                        <a:pt x="42" y="0"/>
                      </a:cubicBezTo>
                      <a:cubicBezTo>
                        <a:pt x="45" y="0"/>
                        <a:pt x="48" y="2"/>
                        <a:pt x="48" y="6"/>
                      </a:cubicBezTo>
                      <a:cubicBezTo>
                        <a:pt x="48" y="9"/>
                        <a:pt x="45" y="12"/>
                        <a:pt x="4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n-lt"/>
                  </a:endParaRPr>
                </a:p>
              </p:txBody>
            </p:sp>
          </p:grpSp>
        </p:grpSp>
      </p:grpSp>
      <p:grpSp>
        <p:nvGrpSpPr>
          <p:cNvPr id="81" name="Group 80">
            <a:extLst>
              <a:ext uri="{FF2B5EF4-FFF2-40B4-BE49-F238E27FC236}">
                <a16:creationId xmlns:a16="http://schemas.microsoft.com/office/drawing/2014/main" id="{933976F4-03C5-4455-877A-7839F6373BD1}"/>
              </a:ext>
            </a:extLst>
          </p:cNvPr>
          <p:cNvGrpSpPr/>
          <p:nvPr/>
        </p:nvGrpSpPr>
        <p:grpSpPr>
          <a:xfrm>
            <a:off x="4284569" y="1597176"/>
            <a:ext cx="3284800" cy="797813"/>
            <a:chOff x="4494119" y="1828679"/>
            <a:chExt cx="3284800" cy="797813"/>
          </a:xfrm>
        </p:grpSpPr>
        <p:sp>
          <p:nvSpPr>
            <p:cNvPr id="5" name="Oval 4">
              <a:extLst>
                <a:ext uri="{FF2B5EF4-FFF2-40B4-BE49-F238E27FC236}">
                  <a16:creationId xmlns:a16="http://schemas.microsoft.com/office/drawing/2014/main" id="{AE158085-158B-44F1-9B88-D66501BCC968}"/>
                </a:ext>
              </a:extLst>
            </p:cNvPr>
            <p:cNvSpPr/>
            <p:nvPr/>
          </p:nvSpPr>
          <p:spPr bwMode="auto">
            <a:xfrm>
              <a:off x="4494119" y="1828679"/>
              <a:ext cx="797813" cy="797813"/>
            </a:xfrm>
            <a:prstGeom prst="ellipse">
              <a:avLst/>
            </a:prstGeom>
            <a:solidFill>
              <a:schemeClr val="bg1"/>
            </a:solidFill>
            <a:ln w="28575">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11" name="TextBox 10">
              <a:extLst>
                <a:ext uri="{FF2B5EF4-FFF2-40B4-BE49-F238E27FC236}">
                  <a16:creationId xmlns:a16="http://schemas.microsoft.com/office/drawing/2014/main" id="{7F150FEC-DF72-48B4-ACCF-FF3AC5C7A965}"/>
                </a:ext>
              </a:extLst>
            </p:cNvPr>
            <p:cNvSpPr txBox="1"/>
            <p:nvPr/>
          </p:nvSpPr>
          <p:spPr>
            <a:xfrm>
              <a:off x="5349267" y="2085591"/>
              <a:ext cx="2429652" cy="283989"/>
            </a:xfrm>
            <a:prstGeom prst="rect">
              <a:avLst/>
            </a:prstGeom>
            <a:noFill/>
          </p:spPr>
          <p:txBody>
            <a:bodyPr wrap="square" lIns="107992" tIns="0" rIns="0" bIns="0" rtlCol="0" anchor="ctr">
              <a:spAutoFit/>
            </a:bodyPr>
            <a:lstStyle/>
            <a:p>
              <a:pPr>
                <a:lnSpc>
                  <a:spcPct val="110000"/>
                </a:lnSpc>
              </a:pPr>
              <a:r>
                <a:rPr lang="en-US" b="1" dirty="0">
                  <a:cs typeface="Segoe UI" panose="020B0502040204020203" pitchFamily="34" charset="0"/>
                </a:rPr>
                <a:t>Emergent (EMER)</a:t>
              </a:r>
              <a:endParaRPr lang="en-US" b="1" dirty="0">
                <a:solidFill>
                  <a:srgbClr val="000000"/>
                </a:solidFill>
                <a:cs typeface="Arial" charset="0"/>
              </a:endParaRPr>
            </a:p>
          </p:txBody>
        </p:sp>
        <p:sp>
          <p:nvSpPr>
            <p:cNvPr id="79" name="Freeform 69">
              <a:extLst>
                <a:ext uri="{FF2B5EF4-FFF2-40B4-BE49-F238E27FC236}">
                  <a16:creationId xmlns:a16="http://schemas.microsoft.com/office/drawing/2014/main" id="{0039D51B-3830-4F40-9EDD-37EECC5EFCC0}"/>
                </a:ext>
              </a:extLst>
            </p:cNvPr>
            <p:cNvSpPr>
              <a:spLocks noEditPoints="1"/>
            </p:cNvSpPr>
            <p:nvPr/>
          </p:nvSpPr>
          <p:spPr bwMode="auto">
            <a:xfrm>
              <a:off x="4735179" y="1971553"/>
              <a:ext cx="315692" cy="512064"/>
            </a:xfrm>
            <a:custGeom>
              <a:avLst/>
              <a:gdLst>
                <a:gd name="T0" fmla="*/ 79 w 205"/>
                <a:gd name="T1" fmla="*/ 288 h 288"/>
                <a:gd name="T2" fmla="*/ 76 w 205"/>
                <a:gd name="T3" fmla="*/ 288 h 288"/>
                <a:gd name="T4" fmla="*/ 73 w 205"/>
                <a:gd name="T5" fmla="*/ 281 h 288"/>
                <a:gd name="T6" fmla="*/ 95 w 205"/>
                <a:gd name="T7" fmla="*/ 180 h 288"/>
                <a:gd name="T8" fmla="*/ 7 w 205"/>
                <a:gd name="T9" fmla="*/ 180 h 288"/>
                <a:gd name="T10" fmla="*/ 1 w 205"/>
                <a:gd name="T11" fmla="*/ 177 h 288"/>
                <a:gd name="T12" fmla="*/ 2 w 205"/>
                <a:gd name="T13" fmla="*/ 171 h 288"/>
                <a:gd name="T14" fmla="*/ 122 w 205"/>
                <a:gd name="T15" fmla="*/ 3 h 288"/>
                <a:gd name="T16" fmla="*/ 129 w 205"/>
                <a:gd name="T17" fmla="*/ 1 h 288"/>
                <a:gd name="T18" fmla="*/ 132 w 205"/>
                <a:gd name="T19" fmla="*/ 8 h 288"/>
                <a:gd name="T20" fmla="*/ 110 w 205"/>
                <a:gd name="T21" fmla="*/ 108 h 288"/>
                <a:gd name="T22" fmla="*/ 199 w 205"/>
                <a:gd name="T23" fmla="*/ 108 h 288"/>
                <a:gd name="T24" fmla="*/ 204 w 205"/>
                <a:gd name="T25" fmla="*/ 111 h 288"/>
                <a:gd name="T26" fmla="*/ 204 w 205"/>
                <a:gd name="T27" fmla="*/ 118 h 288"/>
                <a:gd name="T28" fmla="*/ 84 w 205"/>
                <a:gd name="T29" fmla="*/ 286 h 288"/>
                <a:gd name="T30" fmla="*/ 79 w 205"/>
                <a:gd name="T31" fmla="*/ 288 h 288"/>
                <a:gd name="T32" fmla="*/ 18 w 205"/>
                <a:gd name="T33" fmla="*/ 168 h 288"/>
                <a:gd name="T34" fmla="*/ 103 w 205"/>
                <a:gd name="T35" fmla="*/ 168 h 288"/>
                <a:gd name="T36" fmla="*/ 107 w 205"/>
                <a:gd name="T37" fmla="*/ 170 h 288"/>
                <a:gd name="T38" fmla="*/ 108 w 205"/>
                <a:gd name="T39" fmla="*/ 176 h 288"/>
                <a:gd name="T40" fmla="*/ 91 w 205"/>
                <a:gd name="T41" fmla="*/ 255 h 288"/>
                <a:gd name="T42" fmla="*/ 187 w 205"/>
                <a:gd name="T43" fmla="*/ 120 h 288"/>
                <a:gd name="T44" fmla="*/ 103 w 205"/>
                <a:gd name="T45" fmla="*/ 120 h 288"/>
                <a:gd name="T46" fmla="*/ 98 w 205"/>
                <a:gd name="T47" fmla="*/ 118 h 288"/>
                <a:gd name="T48" fmla="*/ 97 w 205"/>
                <a:gd name="T49" fmla="*/ 113 h 288"/>
                <a:gd name="T50" fmla="*/ 114 w 205"/>
                <a:gd name="T51" fmla="*/ 34 h 288"/>
                <a:gd name="T52" fmla="*/ 18 w 205"/>
                <a:gd name="T53" fmla="*/ 16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05" h="288">
                  <a:moveTo>
                    <a:pt x="79" y="288"/>
                  </a:moveTo>
                  <a:cubicBezTo>
                    <a:pt x="78" y="288"/>
                    <a:pt x="77" y="288"/>
                    <a:pt x="76" y="288"/>
                  </a:cubicBezTo>
                  <a:cubicBezTo>
                    <a:pt x="74" y="287"/>
                    <a:pt x="72" y="284"/>
                    <a:pt x="73" y="281"/>
                  </a:cubicBezTo>
                  <a:cubicBezTo>
                    <a:pt x="95" y="180"/>
                    <a:pt x="95" y="180"/>
                    <a:pt x="95" y="180"/>
                  </a:cubicBezTo>
                  <a:cubicBezTo>
                    <a:pt x="7" y="180"/>
                    <a:pt x="7" y="180"/>
                    <a:pt x="7" y="180"/>
                  </a:cubicBezTo>
                  <a:cubicBezTo>
                    <a:pt x="4" y="180"/>
                    <a:pt x="2" y="179"/>
                    <a:pt x="1" y="177"/>
                  </a:cubicBezTo>
                  <a:cubicBezTo>
                    <a:pt x="0" y="175"/>
                    <a:pt x="0" y="173"/>
                    <a:pt x="2" y="171"/>
                  </a:cubicBezTo>
                  <a:cubicBezTo>
                    <a:pt x="122" y="3"/>
                    <a:pt x="122" y="3"/>
                    <a:pt x="122" y="3"/>
                  </a:cubicBezTo>
                  <a:cubicBezTo>
                    <a:pt x="123" y="0"/>
                    <a:pt x="126" y="0"/>
                    <a:pt x="129" y="1"/>
                  </a:cubicBezTo>
                  <a:cubicBezTo>
                    <a:pt x="132" y="2"/>
                    <a:pt x="133" y="5"/>
                    <a:pt x="132" y="8"/>
                  </a:cubicBezTo>
                  <a:cubicBezTo>
                    <a:pt x="110" y="108"/>
                    <a:pt x="110" y="108"/>
                    <a:pt x="110" y="108"/>
                  </a:cubicBezTo>
                  <a:cubicBezTo>
                    <a:pt x="199" y="108"/>
                    <a:pt x="199" y="108"/>
                    <a:pt x="199" y="108"/>
                  </a:cubicBezTo>
                  <a:cubicBezTo>
                    <a:pt x="201" y="108"/>
                    <a:pt x="203" y="109"/>
                    <a:pt x="204" y="111"/>
                  </a:cubicBezTo>
                  <a:cubicBezTo>
                    <a:pt x="205" y="113"/>
                    <a:pt x="205" y="116"/>
                    <a:pt x="204" y="118"/>
                  </a:cubicBezTo>
                  <a:cubicBezTo>
                    <a:pt x="84" y="286"/>
                    <a:pt x="84" y="286"/>
                    <a:pt x="84" y="286"/>
                  </a:cubicBezTo>
                  <a:cubicBezTo>
                    <a:pt x="82" y="287"/>
                    <a:pt x="81" y="288"/>
                    <a:pt x="79" y="288"/>
                  </a:cubicBezTo>
                  <a:close/>
                  <a:moveTo>
                    <a:pt x="18" y="168"/>
                  </a:moveTo>
                  <a:cubicBezTo>
                    <a:pt x="103" y="168"/>
                    <a:pt x="103" y="168"/>
                    <a:pt x="103" y="168"/>
                  </a:cubicBezTo>
                  <a:cubicBezTo>
                    <a:pt x="104" y="168"/>
                    <a:pt x="106" y="169"/>
                    <a:pt x="107" y="170"/>
                  </a:cubicBezTo>
                  <a:cubicBezTo>
                    <a:pt x="108" y="172"/>
                    <a:pt x="109" y="174"/>
                    <a:pt x="108" y="176"/>
                  </a:cubicBezTo>
                  <a:cubicBezTo>
                    <a:pt x="91" y="255"/>
                    <a:pt x="91" y="255"/>
                    <a:pt x="91" y="255"/>
                  </a:cubicBezTo>
                  <a:cubicBezTo>
                    <a:pt x="187" y="120"/>
                    <a:pt x="187" y="120"/>
                    <a:pt x="187" y="120"/>
                  </a:cubicBezTo>
                  <a:cubicBezTo>
                    <a:pt x="103" y="120"/>
                    <a:pt x="103" y="120"/>
                    <a:pt x="103" y="120"/>
                  </a:cubicBezTo>
                  <a:cubicBezTo>
                    <a:pt x="101" y="120"/>
                    <a:pt x="99" y="119"/>
                    <a:pt x="98" y="118"/>
                  </a:cubicBezTo>
                  <a:cubicBezTo>
                    <a:pt x="97" y="117"/>
                    <a:pt x="96" y="115"/>
                    <a:pt x="97" y="113"/>
                  </a:cubicBezTo>
                  <a:cubicBezTo>
                    <a:pt x="114" y="34"/>
                    <a:pt x="114" y="34"/>
                    <a:pt x="114" y="34"/>
                  </a:cubicBezTo>
                  <a:lnTo>
                    <a:pt x="18" y="168"/>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dirty="0">
                <a:latin typeface="+mn-lt"/>
              </a:endParaRPr>
            </a:p>
          </p:txBody>
        </p:sp>
      </p:grpSp>
      <p:grpSp>
        <p:nvGrpSpPr>
          <p:cNvPr id="88" name="Group 87">
            <a:extLst>
              <a:ext uri="{FF2B5EF4-FFF2-40B4-BE49-F238E27FC236}">
                <a16:creationId xmlns:a16="http://schemas.microsoft.com/office/drawing/2014/main" id="{3B720872-AF6C-47B9-97EF-8CACEC0B072A}"/>
              </a:ext>
            </a:extLst>
          </p:cNvPr>
          <p:cNvGrpSpPr/>
          <p:nvPr/>
        </p:nvGrpSpPr>
        <p:grpSpPr>
          <a:xfrm>
            <a:off x="495775" y="6139277"/>
            <a:ext cx="11036617" cy="560504"/>
            <a:chOff x="256289" y="6112835"/>
            <a:chExt cx="11036617" cy="560504"/>
          </a:xfrm>
        </p:grpSpPr>
        <p:sp>
          <p:nvSpPr>
            <p:cNvPr id="89" name="Rectangle 88">
              <a:extLst>
                <a:ext uri="{FF2B5EF4-FFF2-40B4-BE49-F238E27FC236}">
                  <a16:creationId xmlns:a16="http://schemas.microsoft.com/office/drawing/2014/main" id="{E48AE448-DB9C-4871-891B-BE95FC405F95}"/>
                </a:ext>
              </a:extLst>
            </p:cNvPr>
            <p:cNvSpPr/>
            <p:nvPr/>
          </p:nvSpPr>
          <p:spPr>
            <a:xfrm>
              <a:off x="869599" y="6112835"/>
              <a:ext cx="10423307" cy="560503"/>
            </a:xfrm>
            <a:prstGeom prst="rect">
              <a:avLst/>
            </a:prstGeom>
            <a:solidFill>
              <a:schemeClr val="bg1"/>
            </a:solidFill>
            <a:ln w="19050">
              <a:solidFill>
                <a:srgbClr val="D0D0C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solidFill>
                    <a:schemeClr val="bg2"/>
                  </a:solidFill>
                  <a:latin typeface="Neue Haas Grotesk Text Pro" panose="020B0504020202020204" pitchFamily="34" charset="0"/>
                  <a:cs typeface="Arial" panose="020B0604020202020204" pitchFamily="34" charset="0"/>
                </a:rPr>
                <a:t>You have already learned about each Work Order type in detail in the </a:t>
              </a:r>
              <a:r>
                <a:rPr lang="en-US" sz="1600" b="1" dirty="0">
                  <a:solidFill>
                    <a:schemeClr val="bg2"/>
                  </a:solidFill>
                  <a:latin typeface="Neue Haas Grotesk Text Pro" panose="020B0504020202020204" pitchFamily="34" charset="0"/>
                  <a:cs typeface="Arial" panose="020B0604020202020204" pitchFamily="34" charset="0"/>
                </a:rPr>
                <a:t>Maximo Basics for AWM </a:t>
              </a:r>
              <a:r>
                <a:rPr lang="en-US" sz="1600" dirty="0">
                  <a:solidFill>
                    <a:schemeClr val="bg2"/>
                  </a:solidFill>
                  <a:latin typeface="Neue Haas Grotesk Text Pro" panose="020B0504020202020204" pitchFamily="34" charset="0"/>
                  <a:cs typeface="Arial" panose="020B0604020202020204" pitchFamily="34" charset="0"/>
                </a:rPr>
                <a:t>course. Refer to that course for details.</a:t>
              </a:r>
            </a:p>
          </p:txBody>
        </p:sp>
        <p:grpSp>
          <p:nvGrpSpPr>
            <p:cNvPr id="90" name="Group 89">
              <a:extLst>
                <a:ext uri="{FF2B5EF4-FFF2-40B4-BE49-F238E27FC236}">
                  <a16:creationId xmlns:a16="http://schemas.microsoft.com/office/drawing/2014/main" id="{E8A042AF-0DAC-4C0E-9D7A-72132FF9634B}"/>
                </a:ext>
              </a:extLst>
            </p:cNvPr>
            <p:cNvGrpSpPr/>
            <p:nvPr/>
          </p:nvGrpSpPr>
          <p:grpSpPr>
            <a:xfrm>
              <a:off x="256289" y="6112836"/>
              <a:ext cx="617471" cy="560503"/>
              <a:chOff x="306929" y="6112836"/>
              <a:chExt cx="617471" cy="560503"/>
            </a:xfrm>
          </p:grpSpPr>
          <p:sp>
            <p:nvSpPr>
              <p:cNvPr id="91" name="Rectangle 90">
                <a:extLst>
                  <a:ext uri="{FF2B5EF4-FFF2-40B4-BE49-F238E27FC236}">
                    <a16:creationId xmlns:a16="http://schemas.microsoft.com/office/drawing/2014/main" id="{F0C84374-5BEE-470A-A321-FB6782EB50F4}"/>
                  </a:ext>
                </a:extLst>
              </p:cNvPr>
              <p:cNvSpPr/>
              <p:nvPr/>
            </p:nvSpPr>
            <p:spPr>
              <a:xfrm>
                <a:off x="306929" y="6112836"/>
                <a:ext cx="617471" cy="560503"/>
              </a:xfrm>
              <a:prstGeom prst="rect">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bg2"/>
                  </a:solidFill>
                  <a:latin typeface="Neue Haas Grotesk Text Pro" panose="020B0504020202020204" pitchFamily="34" charset="0"/>
                  <a:cs typeface="Arial" panose="020B0604020202020204" pitchFamily="34" charset="0"/>
                </a:endParaRPr>
              </a:p>
            </p:txBody>
          </p:sp>
          <p:pic>
            <p:nvPicPr>
              <p:cNvPr id="92" name="Picture 91">
                <a:extLst>
                  <a:ext uri="{FF2B5EF4-FFF2-40B4-BE49-F238E27FC236}">
                    <a16:creationId xmlns:a16="http://schemas.microsoft.com/office/drawing/2014/main" id="{2363758E-1E6E-48BE-B3EB-5AAB08B9F074}"/>
                  </a:ext>
                </a:extLst>
              </p:cNvPr>
              <p:cNvPicPr/>
              <p:nvPr/>
            </p:nvPicPr>
            <p:blipFill>
              <a:blip r:embed="rId4"/>
              <a:stretch>
                <a:fillRect/>
              </a:stretch>
            </p:blipFill>
            <p:spPr>
              <a:xfrm>
                <a:off x="384048" y="6164488"/>
                <a:ext cx="457200" cy="457200"/>
              </a:xfrm>
              <a:prstGeom prst="rect">
                <a:avLst/>
              </a:prstGeom>
            </p:spPr>
          </p:pic>
        </p:grpSp>
      </p:grpSp>
    </p:spTree>
    <p:custDataLst>
      <p:tags r:id="rId1"/>
    </p:custDataLst>
    <p:extLst>
      <p:ext uri="{BB962C8B-B14F-4D97-AF65-F5344CB8AC3E}">
        <p14:creationId xmlns:p14="http://schemas.microsoft.com/office/powerpoint/2010/main" val="1103893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6F6A0-4B1B-40F4-BA6A-CA5637C85B53}"/>
              </a:ext>
            </a:extLst>
          </p:cNvPr>
          <p:cNvSpPr>
            <a:spLocks noGrp="1"/>
          </p:cNvSpPr>
          <p:nvPr>
            <p:ph type="title"/>
          </p:nvPr>
        </p:nvSpPr>
        <p:spPr/>
        <p:txBody>
          <a:bodyPr/>
          <a:lstStyle/>
          <a:p>
            <a:r>
              <a:rPr lang="en-US" dirty="0"/>
              <a:t>GTM Work Types/Sub Types in Maximo </a:t>
            </a:r>
          </a:p>
        </p:txBody>
      </p:sp>
      <p:sp>
        <p:nvSpPr>
          <p:cNvPr id="3" name="Text Placeholder 2">
            <a:extLst>
              <a:ext uri="{FF2B5EF4-FFF2-40B4-BE49-F238E27FC236}">
                <a16:creationId xmlns:a16="http://schemas.microsoft.com/office/drawing/2014/main" id="{84DAE449-21D6-4D84-A96A-F5C9F170F4BF}"/>
              </a:ext>
            </a:extLst>
          </p:cNvPr>
          <p:cNvSpPr>
            <a:spLocks noGrp="1"/>
          </p:cNvSpPr>
          <p:nvPr>
            <p:ph type="body" sz="quarter" idx="10"/>
          </p:nvPr>
        </p:nvSpPr>
        <p:spPr>
          <a:xfrm>
            <a:off x="384048" y="906217"/>
            <a:ext cx="11430000" cy="830997"/>
          </a:xfrm>
        </p:spPr>
        <p:txBody>
          <a:bodyPr/>
          <a:lstStyle/>
          <a:p>
            <a:r>
              <a:rPr lang="en-US" dirty="0"/>
              <a:t>The graphic below displays a sample list of the </a:t>
            </a:r>
            <a:r>
              <a:rPr lang="en-US" b="1" dirty="0"/>
              <a:t>Work Types</a:t>
            </a:r>
            <a:r>
              <a:rPr lang="en-US" dirty="0"/>
              <a:t> and </a:t>
            </a:r>
            <a:r>
              <a:rPr lang="en-US" b="1" dirty="0"/>
              <a:t>Sub Types </a:t>
            </a:r>
            <a:r>
              <a:rPr lang="en-US" dirty="0"/>
              <a:t>available for use in Maximo, along with the corresponding SAP Types. A more detailed list is available for review in the quick reference guide </a:t>
            </a:r>
            <a:r>
              <a:rPr lang="en-US" b="1" dirty="0"/>
              <a:t>Maximo Work Types and Sub Types</a:t>
            </a:r>
            <a:r>
              <a:rPr lang="en-US" dirty="0"/>
              <a:t>.</a:t>
            </a:r>
          </a:p>
        </p:txBody>
      </p:sp>
      <p:pic>
        <p:nvPicPr>
          <p:cNvPr id="6" name="Picture 5">
            <a:extLst>
              <a:ext uri="{FF2B5EF4-FFF2-40B4-BE49-F238E27FC236}">
                <a16:creationId xmlns:a16="http://schemas.microsoft.com/office/drawing/2014/main" id="{58B584FD-D5E7-4682-B97B-12510A544393}"/>
              </a:ext>
            </a:extLst>
          </p:cNvPr>
          <p:cNvPicPr>
            <a:picLocks noChangeAspect="1"/>
          </p:cNvPicPr>
          <p:nvPr/>
        </p:nvPicPr>
        <p:blipFill>
          <a:blip r:embed="rId3"/>
          <a:stretch>
            <a:fillRect/>
          </a:stretch>
        </p:blipFill>
        <p:spPr>
          <a:xfrm>
            <a:off x="1332048" y="1737215"/>
            <a:ext cx="8633197" cy="4973898"/>
          </a:xfrm>
          <a:prstGeom prst="rect">
            <a:avLst/>
          </a:prstGeom>
        </p:spPr>
      </p:pic>
    </p:spTree>
    <p:extLst>
      <p:ext uri="{BB962C8B-B14F-4D97-AF65-F5344CB8AC3E}">
        <p14:creationId xmlns:p14="http://schemas.microsoft.com/office/powerpoint/2010/main" val="39960879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0413879-A8D8-43F9-8AB6-71D0A690AABE}"/>
              </a:ext>
            </a:extLst>
          </p:cNvPr>
          <p:cNvSpPr>
            <a:spLocks noGrp="1"/>
          </p:cNvSpPr>
          <p:nvPr>
            <p:ph type="body" sz="quarter" idx="10"/>
          </p:nvPr>
        </p:nvSpPr>
        <p:spPr>
          <a:xfrm>
            <a:off x="384048" y="962017"/>
            <a:ext cx="11430000" cy="5533196"/>
          </a:xfrm>
        </p:spPr>
        <p:txBody>
          <a:bodyPr/>
          <a:lstStyle/>
          <a:p>
            <a:r>
              <a:rPr lang="en-US" sz="1800" dirty="0"/>
              <a:t>The following is a high-level Work Order Completion and Closure process. In this course, we focus on the subprocesses that are completed in Maximo.</a:t>
            </a:r>
            <a:r>
              <a:rPr lang="en-US" sz="1800" b="1" i="1" dirty="0">
                <a:solidFill>
                  <a:srgbClr val="FF0000"/>
                </a:solidFill>
              </a:rPr>
              <a:t> </a:t>
            </a:r>
          </a:p>
        </p:txBody>
      </p:sp>
      <p:sp>
        <p:nvSpPr>
          <p:cNvPr id="3" name="Title 2">
            <a:extLst>
              <a:ext uri="{FF2B5EF4-FFF2-40B4-BE49-F238E27FC236}">
                <a16:creationId xmlns:a16="http://schemas.microsoft.com/office/drawing/2014/main" id="{D4963C23-A55B-48E0-B178-255002840A38}"/>
              </a:ext>
            </a:extLst>
          </p:cNvPr>
          <p:cNvSpPr>
            <a:spLocks noGrp="1"/>
          </p:cNvSpPr>
          <p:nvPr>
            <p:ph type="title"/>
          </p:nvPr>
        </p:nvSpPr>
        <p:spPr/>
        <p:txBody>
          <a:bodyPr/>
          <a:lstStyle/>
          <a:p>
            <a:r>
              <a:rPr lang="en-US" dirty="0"/>
              <a:t>Overview of the Work Order Completion and Closure Process</a:t>
            </a:r>
          </a:p>
        </p:txBody>
      </p:sp>
      <p:grpSp>
        <p:nvGrpSpPr>
          <p:cNvPr id="46" name="Group 45">
            <a:extLst>
              <a:ext uri="{FF2B5EF4-FFF2-40B4-BE49-F238E27FC236}">
                <a16:creationId xmlns:a16="http://schemas.microsoft.com/office/drawing/2014/main" id="{37C3DBCF-DC00-4129-AD12-B2476EAE1031}"/>
              </a:ext>
            </a:extLst>
          </p:cNvPr>
          <p:cNvGrpSpPr/>
          <p:nvPr/>
        </p:nvGrpSpPr>
        <p:grpSpPr>
          <a:xfrm>
            <a:off x="9954789" y="5779354"/>
            <a:ext cx="2188301" cy="1018284"/>
            <a:chOff x="9954789" y="5462116"/>
            <a:chExt cx="2188301" cy="1018284"/>
          </a:xfrm>
        </p:grpSpPr>
        <p:sp>
          <p:nvSpPr>
            <p:cNvPr id="39" name="Rectangle 38">
              <a:extLst>
                <a:ext uri="{FF2B5EF4-FFF2-40B4-BE49-F238E27FC236}">
                  <a16:creationId xmlns:a16="http://schemas.microsoft.com/office/drawing/2014/main" id="{D1518DC6-E1D9-4663-966A-0610C0A93780}"/>
                </a:ext>
              </a:extLst>
            </p:cNvPr>
            <p:cNvSpPr/>
            <p:nvPr/>
          </p:nvSpPr>
          <p:spPr>
            <a:xfrm>
              <a:off x="9954789" y="5796211"/>
              <a:ext cx="2103120" cy="626703"/>
            </a:xfrm>
            <a:prstGeom prst="rect">
              <a:avLst/>
            </a:prstGeom>
            <a:solidFill>
              <a:schemeClr val="bg1"/>
            </a:solidFill>
            <a:ln>
              <a:solidFill>
                <a:srgbClr val="D0D0CE"/>
              </a:solidFill>
              <a:prstDash val="solid"/>
            </a:ln>
            <a:effectLst/>
          </p:spPr>
        </p:sp>
        <p:sp>
          <p:nvSpPr>
            <p:cNvPr id="40" name="Rectangle 39">
              <a:extLst>
                <a:ext uri="{FF2B5EF4-FFF2-40B4-BE49-F238E27FC236}">
                  <a16:creationId xmlns:a16="http://schemas.microsoft.com/office/drawing/2014/main" id="{4E9832CF-0BDF-4AFB-B0B5-D7D142C294B9}"/>
                </a:ext>
              </a:extLst>
            </p:cNvPr>
            <p:cNvSpPr/>
            <p:nvPr/>
          </p:nvSpPr>
          <p:spPr>
            <a:xfrm>
              <a:off x="9954789" y="5462116"/>
              <a:ext cx="2116006" cy="405655"/>
            </a:xfrm>
            <a:prstGeom prst="rect">
              <a:avLst/>
            </a:prstGeom>
            <a:solidFill>
              <a:srgbClr val="646464"/>
            </a:solidFill>
            <a:ln>
              <a:noFill/>
              <a:prstDash val="dash"/>
            </a:ln>
            <a:effectLst/>
          </p:spPr>
        </p:sp>
        <p:sp>
          <p:nvSpPr>
            <p:cNvPr id="41" name="TextBox 40">
              <a:extLst>
                <a:ext uri="{FF2B5EF4-FFF2-40B4-BE49-F238E27FC236}">
                  <a16:creationId xmlns:a16="http://schemas.microsoft.com/office/drawing/2014/main" id="{9E1B9881-81A8-4F50-9216-0189C50CA081}"/>
                </a:ext>
              </a:extLst>
            </p:cNvPr>
            <p:cNvSpPr txBox="1"/>
            <p:nvPr/>
          </p:nvSpPr>
          <p:spPr>
            <a:xfrm>
              <a:off x="10050379" y="5878434"/>
              <a:ext cx="1355043" cy="350865"/>
            </a:xfrm>
            <a:prstGeom prst="rect">
              <a:avLst/>
            </a:prstGeom>
            <a:noFill/>
          </p:spPr>
          <p:txBody>
            <a:bodyPr wrap="square" lIns="0" tIns="91440" rIns="0" bIns="91440" rtlCol="0">
              <a:spAutoFit/>
            </a:bodyPr>
            <a:lstStyle/>
            <a:p>
              <a:pPr>
                <a:lnSpc>
                  <a:spcPct val="90000"/>
                </a:lnSpc>
                <a:spcAft>
                  <a:spcPts val="600"/>
                </a:spcAft>
              </a:pPr>
              <a:r>
                <a:rPr lang="en-US" sz="1200" b="1" dirty="0">
                  <a:gradFill>
                    <a:gsLst>
                      <a:gs pos="2917">
                        <a:schemeClr val="tx1"/>
                      </a:gs>
                      <a:gs pos="30000">
                        <a:schemeClr val="tx1"/>
                      </a:gs>
                    </a:gsLst>
                    <a:lin ang="5400000" scaled="0"/>
                  </a:gradFill>
                  <a:latin typeface="Neue Haas Grotesk Text Pro" panose="020B0504020202020204" pitchFamily="34" charset="0"/>
                </a:rPr>
                <a:t>Action in Maximo</a:t>
              </a:r>
            </a:p>
          </p:txBody>
        </p:sp>
        <p:sp>
          <p:nvSpPr>
            <p:cNvPr id="42" name="TextBox 41">
              <a:extLst>
                <a:ext uri="{FF2B5EF4-FFF2-40B4-BE49-F238E27FC236}">
                  <a16:creationId xmlns:a16="http://schemas.microsoft.com/office/drawing/2014/main" id="{3B9758A8-BCB5-412F-99D7-1CD2AB410D71}"/>
                </a:ext>
              </a:extLst>
            </p:cNvPr>
            <p:cNvSpPr txBox="1"/>
            <p:nvPr/>
          </p:nvSpPr>
          <p:spPr>
            <a:xfrm>
              <a:off x="10099289" y="5565315"/>
              <a:ext cx="1355043" cy="221599"/>
            </a:xfrm>
            <a:prstGeom prst="rect">
              <a:avLst/>
            </a:prstGeom>
            <a:noFill/>
          </p:spPr>
          <p:txBody>
            <a:bodyPr wrap="square" lIns="0" tIns="0" rIns="0" bIns="0" rtlCol="0">
              <a:spAutoFit/>
            </a:bodyPr>
            <a:lstStyle/>
            <a:p>
              <a:pPr>
                <a:lnSpc>
                  <a:spcPct val="90000"/>
                </a:lnSpc>
                <a:spcAft>
                  <a:spcPts val="600"/>
                </a:spcAft>
              </a:pPr>
              <a:r>
                <a:rPr lang="en-US" sz="1600" b="1" dirty="0">
                  <a:solidFill>
                    <a:schemeClr val="bg1"/>
                  </a:solidFill>
                  <a:latin typeface="Neue Haas Grotesk Text Pro" panose="020B0504020202020204" pitchFamily="34" charset="0"/>
                </a:rPr>
                <a:t>Legend</a:t>
              </a:r>
            </a:p>
          </p:txBody>
        </p:sp>
        <p:sp>
          <p:nvSpPr>
            <p:cNvPr id="43" name="Oval 42">
              <a:extLst>
                <a:ext uri="{FF2B5EF4-FFF2-40B4-BE49-F238E27FC236}">
                  <a16:creationId xmlns:a16="http://schemas.microsoft.com/office/drawing/2014/main" id="{1E35F4E9-5D6D-4AAD-B0B3-4C8927D23451}"/>
                </a:ext>
              </a:extLst>
            </p:cNvPr>
            <p:cNvSpPr/>
            <p:nvPr/>
          </p:nvSpPr>
          <p:spPr bwMode="auto">
            <a:xfrm>
              <a:off x="11770862" y="5948638"/>
              <a:ext cx="131682" cy="139046"/>
            </a:xfrm>
            <a:prstGeom prst="ellipse">
              <a:avLst/>
            </a:prstGeom>
            <a:solidFill>
              <a:srgbClr val="007DBA"/>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GB" sz="2400" dirty="0">
                <a:gradFill>
                  <a:gsLst>
                    <a:gs pos="0">
                      <a:srgbClr val="FFFFFF"/>
                    </a:gs>
                    <a:gs pos="100000">
                      <a:srgbClr val="FFFFFF"/>
                    </a:gs>
                  </a:gsLst>
                  <a:lin ang="5400000" scaled="0"/>
                </a:gradFill>
                <a:ea typeface="Segoe UI" pitchFamily="34" charset="0"/>
                <a:cs typeface="Segoe UI" pitchFamily="34" charset="0"/>
              </a:endParaRPr>
            </a:p>
          </p:txBody>
        </p:sp>
        <p:sp>
          <p:nvSpPr>
            <p:cNvPr id="44" name="TextBox 43">
              <a:extLst>
                <a:ext uri="{FF2B5EF4-FFF2-40B4-BE49-F238E27FC236}">
                  <a16:creationId xmlns:a16="http://schemas.microsoft.com/office/drawing/2014/main" id="{6802D450-B36A-4084-87AC-84E30D292832}"/>
                </a:ext>
              </a:extLst>
            </p:cNvPr>
            <p:cNvSpPr txBox="1"/>
            <p:nvPr/>
          </p:nvSpPr>
          <p:spPr>
            <a:xfrm>
              <a:off x="10041639" y="6129535"/>
              <a:ext cx="2101451" cy="350865"/>
            </a:xfrm>
            <a:prstGeom prst="rect">
              <a:avLst/>
            </a:prstGeom>
            <a:noFill/>
          </p:spPr>
          <p:txBody>
            <a:bodyPr wrap="square" lIns="0" tIns="91440" rIns="0" bIns="91440" rtlCol="0">
              <a:spAutoFit/>
            </a:bodyPr>
            <a:lstStyle/>
            <a:p>
              <a:pPr>
                <a:lnSpc>
                  <a:spcPct val="90000"/>
                </a:lnSpc>
                <a:spcAft>
                  <a:spcPts val="600"/>
                </a:spcAft>
              </a:pPr>
              <a:r>
                <a:rPr lang="en-US" sz="1200" b="1" dirty="0">
                  <a:gradFill>
                    <a:gsLst>
                      <a:gs pos="2917">
                        <a:schemeClr val="tx1"/>
                      </a:gs>
                      <a:gs pos="30000">
                        <a:schemeClr val="tx1"/>
                      </a:gs>
                    </a:gsLst>
                    <a:lin ang="5400000" scaled="0"/>
                  </a:gradFill>
                  <a:latin typeface="Neue Haas Grotesk Text Pro" panose="020B0504020202020204" pitchFamily="34" charset="0"/>
                </a:rPr>
                <a:t>Action in ClickMobile</a:t>
              </a:r>
            </a:p>
          </p:txBody>
        </p:sp>
        <p:sp>
          <p:nvSpPr>
            <p:cNvPr id="45" name="Oval 44">
              <a:extLst>
                <a:ext uri="{FF2B5EF4-FFF2-40B4-BE49-F238E27FC236}">
                  <a16:creationId xmlns:a16="http://schemas.microsoft.com/office/drawing/2014/main" id="{785188A7-8C57-452E-87BB-91C393FC5D2B}"/>
                </a:ext>
              </a:extLst>
            </p:cNvPr>
            <p:cNvSpPr/>
            <p:nvPr/>
          </p:nvSpPr>
          <p:spPr bwMode="auto">
            <a:xfrm>
              <a:off x="11770862" y="6208864"/>
              <a:ext cx="131682" cy="139046"/>
            </a:xfrm>
            <a:prstGeom prst="ellipse">
              <a:avLst/>
            </a:prstGeom>
            <a:solidFill>
              <a:srgbClr val="FF69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GB" sz="2400" dirty="0">
                <a:gradFill>
                  <a:gsLst>
                    <a:gs pos="0">
                      <a:srgbClr val="FFFFFF"/>
                    </a:gs>
                    <a:gs pos="100000">
                      <a:srgbClr val="FFFFFF"/>
                    </a:gs>
                  </a:gsLst>
                  <a:lin ang="5400000" scaled="0"/>
                </a:gradFill>
                <a:ea typeface="Segoe UI" pitchFamily="34" charset="0"/>
                <a:cs typeface="Segoe UI" pitchFamily="34" charset="0"/>
              </a:endParaRPr>
            </a:p>
          </p:txBody>
        </p:sp>
      </p:grpSp>
      <p:sp>
        <p:nvSpPr>
          <p:cNvPr id="67" name="Rectangle 66">
            <a:extLst>
              <a:ext uri="{FF2B5EF4-FFF2-40B4-BE49-F238E27FC236}">
                <a16:creationId xmlns:a16="http://schemas.microsoft.com/office/drawing/2014/main" id="{B8C864AC-30DC-41AC-9DFB-936DFF139441}"/>
              </a:ext>
            </a:extLst>
          </p:cNvPr>
          <p:cNvSpPr/>
          <p:nvPr/>
        </p:nvSpPr>
        <p:spPr>
          <a:xfrm>
            <a:off x="1263981" y="1779297"/>
            <a:ext cx="2204255" cy="354794"/>
          </a:xfrm>
          <a:prstGeom prst="rect">
            <a:avLst/>
          </a:prstGeom>
          <a:solidFill>
            <a:srgbClr val="D0D0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Neue Haas Grotesk Text Pro" panose="020B0504020202020204" pitchFamily="34" charset="0"/>
                <a:cs typeface="Arial" panose="020B0604020202020204" pitchFamily="34" charset="0"/>
              </a:rPr>
              <a:t>Operations Technician</a:t>
            </a:r>
          </a:p>
        </p:txBody>
      </p:sp>
      <p:sp>
        <p:nvSpPr>
          <p:cNvPr id="70" name="Rectangle 69">
            <a:extLst>
              <a:ext uri="{FF2B5EF4-FFF2-40B4-BE49-F238E27FC236}">
                <a16:creationId xmlns:a16="http://schemas.microsoft.com/office/drawing/2014/main" id="{1DCA63E8-BECF-4F5E-AED7-525A268C5A18}"/>
              </a:ext>
            </a:extLst>
          </p:cNvPr>
          <p:cNvSpPr/>
          <p:nvPr/>
        </p:nvSpPr>
        <p:spPr>
          <a:xfrm>
            <a:off x="1263512" y="2148180"/>
            <a:ext cx="2205193" cy="860565"/>
          </a:xfrm>
          <a:prstGeom prst="rect">
            <a:avLst/>
          </a:prstGeom>
          <a:noFill/>
          <a:ln w="28575">
            <a:solidFill>
              <a:srgbClr val="FF6900"/>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71450" indent="-171450">
              <a:buFont typeface="Arial" panose="020B0604020202020204" pitchFamily="34" charset="0"/>
              <a:buChar char="•"/>
            </a:pPr>
            <a:r>
              <a:rPr lang="en-US" sz="1200" dirty="0">
                <a:solidFill>
                  <a:schemeClr val="tx1"/>
                </a:solidFill>
                <a:latin typeface="Neue Haas Grotesk Text Pro" panose="020B0504020202020204" pitchFamily="34" charset="0"/>
              </a:rPr>
              <a:t>Completes the field work and updates the Work Order’s status to </a:t>
            </a:r>
            <a:r>
              <a:rPr lang="en-US" sz="1200" b="1" dirty="0">
                <a:solidFill>
                  <a:schemeClr val="tx1"/>
                </a:solidFill>
                <a:latin typeface="Neue Haas Grotesk Text Pro" panose="020B0504020202020204" pitchFamily="34" charset="0"/>
              </a:rPr>
              <a:t>Field Complete</a:t>
            </a:r>
            <a:r>
              <a:rPr lang="en-US" sz="1200" dirty="0">
                <a:solidFill>
                  <a:schemeClr val="tx1"/>
                </a:solidFill>
                <a:latin typeface="Neue Haas Grotesk Text Pro" panose="020B0504020202020204" pitchFamily="34" charset="0"/>
              </a:rPr>
              <a:t> </a:t>
            </a:r>
          </a:p>
        </p:txBody>
      </p:sp>
      <p:sp>
        <p:nvSpPr>
          <p:cNvPr id="85" name="Rectangle 84">
            <a:extLst>
              <a:ext uri="{FF2B5EF4-FFF2-40B4-BE49-F238E27FC236}">
                <a16:creationId xmlns:a16="http://schemas.microsoft.com/office/drawing/2014/main" id="{6E1EE58D-644A-4A4F-AE2D-9950C82FDCE3}"/>
              </a:ext>
            </a:extLst>
          </p:cNvPr>
          <p:cNvSpPr/>
          <p:nvPr/>
        </p:nvSpPr>
        <p:spPr>
          <a:xfrm>
            <a:off x="5427341" y="3615435"/>
            <a:ext cx="2671184" cy="859536"/>
          </a:xfrm>
          <a:prstGeom prst="rect">
            <a:avLst/>
          </a:prstGeom>
          <a:noFill/>
          <a:ln w="28575">
            <a:solidFill>
              <a:srgbClr val="FF6900"/>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71450" indent="-171450">
              <a:buFont typeface="Arial" panose="020B0604020202020204" pitchFamily="34" charset="0"/>
              <a:buChar char="•"/>
            </a:pPr>
            <a:r>
              <a:rPr lang="en-US" sz="1200" dirty="0">
                <a:solidFill>
                  <a:schemeClr val="tx1"/>
                </a:solidFill>
              </a:rPr>
              <a:t>Reviews/approves certain work orders depending on type</a:t>
            </a:r>
          </a:p>
          <a:p>
            <a:pPr marL="171450" indent="-171450">
              <a:buFont typeface="Arial" panose="020B0604020202020204" pitchFamily="34" charset="0"/>
              <a:buChar char="•"/>
            </a:pPr>
            <a:r>
              <a:rPr lang="en-US" sz="1200" dirty="0">
                <a:solidFill>
                  <a:schemeClr val="tx1"/>
                </a:solidFill>
              </a:rPr>
              <a:t>Approves the Work Order and updates its status to </a:t>
            </a:r>
            <a:r>
              <a:rPr lang="en-US" sz="1200" b="1" dirty="0">
                <a:solidFill>
                  <a:schemeClr val="tx1"/>
                </a:solidFill>
              </a:rPr>
              <a:t>Completed</a:t>
            </a:r>
            <a:endParaRPr lang="en-US" sz="1200" dirty="0">
              <a:solidFill>
                <a:schemeClr val="tx1"/>
              </a:solidFill>
            </a:endParaRPr>
          </a:p>
        </p:txBody>
      </p:sp>
      <p:sp>
        <p:nvSpPr>
          <p:cNvPr id="94" name="Rectangle 93">
            <a:extLst>
              <a:ext uri="{FF2B5EF4-FFF2-40B4-BE49-F238E27FC236}">
                <a16:creationId xmlns:a16="http://schemas.microsoft.com/office/drawing/2014/main" id="{B4997666-97CF-426A-B5A1-2854DBDC3319}"/>
              </a:ext>
            </a:extLst>
          </p:cNvPr>
          <p:cNvSpPr/>
          <p:nvPr/>
        </p:nvSpPr>
        <p:spPr>
          <a:xfrm>
            <a:off x="8295857" y="3040080"/>
            <a:ext cx="2961927" cy="429768"/>
          </a:xfrm>
          <a:prstGeom prst="rect">
            <a:avLst/>
          </a:prstGeom>
          <a:solidFill>
            <a:srgbClr val="D0D0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Neue Haas Grotesk Text Pro" panose="020B0504020202020204" pitchFamily="34" charset="0"/>
                <a:cs typeface="Arial" panose="020B0604020202020204" pitchFamily="34" charset="0"/>
              </a:rPr>
              <a:t>Automated Subprocess in Maximo</a:t>
            </a:r>
          </a:p>
        </p:txBody>
      </p:sp>
      <p:sp>
        <p:nvSpPr>
          <p:cNvPr id="93" name="Rectangle 92">
            <a:extLst>
              <a:ext uri="{FF2B5EF4-FFF2-40B4-BE49-F238E27FC236}">
                <a16:creationId xmlns:a16="http://schemas.microsoft.com/office/drawing/2014/main" id="{FBB631BF-3C9E-479D-9B61-30AEEF9F29DC}"/>
              </a:ext>
            </a:extLst>
          </p:cNvPr>
          <p:cNvSpPr/>
          <p:nvPr/>
        </p:nvSpPr>
        <p:spPr>
          <a:xfrm>
            <a:off x="8295289" y="3516843"/>
            <a:ext cx="2963187" cy="1066054"/>
          </a:xfrm>
          <a:prstGeom prst="rect">
            <a:avLst/>
          </a:prstGeom>
          <a:noFill/>
          <a:ln w="28575">
            <a:solidFill>
              <a:srgbClr val="007DBA"/>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233363" lvl="0" indent="-233363" defTabSz="685676">
              <a:spcBef>
                <a:spcPts val="752"/>
              </a:spcBef>
              <a:spcAft>
                <a:spcPts val="152"/>
              </a:spcAft>
              <a:buFont typeface="Arial" panose="020B0604020202020204" pitchFamily="34" charset="0"/>
              <a:buChar char="•"/>
              <a:defRPr/>
            </a:pPr>
            <a:r>
              <a:rPr lang="en-US" sz="1200" dirty="0">
                <a:solidFill>
                  <a:srgbClr val="000000"/>
                </a:solidFill>
              </a:rPr>
              <a:t>Maximo auto-updates the Work Order’s status to </a:t>
            </a:r>
            <a:r>
              <a:rPr lang="en-US" sz="1200" b="1" dirty="0">
                <a:solidFill>
                  <a:srgbClr val="000000"/>
                </a:solidFill>
              </a:rPr>
              <a:t>Closed</a:t>
            </a:r>
            <a:endParaRPr lang="en-US" sz="1200" dirty="0">
              <a:solidFill>
                <a:srgbClr val="000000"/>
              </a:solidFill>
            </a:endParaRPr>
          </a:p>
          <a:p>
            <a:pPr marL="233363" lvl="0" indent="-233363" defTabSz="685676">
              <a:spcBef>
                <a:spcPts val="752"/>
              </a:spcBef>
              <a:spcAft>
                <a:spcPts val="152"/>
              </a:spcAft>
              <a:buFont typeface="Arial" panose="020B0604020202020204" pitchFamily="34" charset="0"/>
              <a:buChar char="•"/>
              <a:defRPr/>
            </a:pPr>
            <a:r>
              <a:rPr lang="en-US" sz="1200" dirty="0">
                <a:solidFill>
                  <a:srgbClr val="000000"/>
                </a:solidFill>
              </a:rPr>
              <a:t>The </a:t>
            </a:r>
            <a:r>
              <a:rPr lang="en-US" sz="1200" b="1" dirty="0">
                <a:solidFill>
                  <a:srgbClr val="000000"/>
                </a:solidFill>
              </a:rPr>
              <a:t>Maximo Support Analyst</a:t>
            </a:r>
            <a:r>
              <a:rPr lang="en-US" sz="1200" dirty="0">
                <a:solidFill>
                  <a:srgbClr val="000000"/>
                </a:solidFill>
              </a:rPr>
              <a:t> is only involved if there is an integration error</a:t>
            </a:r>
          </a:p>
        </p:txBody>
      </p:sp>
      <p:grpSp>
        <p:nvGrpSpPr>
          <p:cNvPr id="53" name="Group 52">
            <a:extLst>
              <a:ext uri="{FF2B5EF4-FFF2-40B4-BE49-F238E27FC236}">
                <a16:creationId xmlns:a16="http://schemas.microsoft.com/office/drawing/2014/main" id="{CAFC2BFA-D0D0-4CE8-A9D9-DFDBEEF6FD87}"/>
              </a:ext>
            </a:extLst>
          </p:cNvPr>
          <p:cNvGrpSpPr/>
          <p:nvPr/>
        </p:nvGrpSpPr>
        <p:grpSpPr>
          <a:xfrm>
            <a:off x="1124425" y="6053785"/>
            <a:ext cx="8682093" cy="656926"/>
            <a:chOff x="256289" y="6016413"/>
            <a:chExt cx="8682093" cy="656926"/>
          </a:xfrm>
        </p:grpSpPr>
        <p:sp>
          <p:nvSpPr>
            <p:cNvPr id="54" name="Rectangle 53">
              <a:extLst>
                <a:ext uri="{FF2B5EF4-FFF2-40B4-BE49-F238E27FC236}">
                  <a16:creationId xmlns:a16="http://schemas.microsoft.com/office/drawing/2014/main" id="{C76CB781-C94C-47CA-BBD2-4A674EA26137}"/>
                </a:ext>
              </a:extLst>
            </p:cNvPr>
            <p:cNvSpPr/>
            <p:nvPr/>
          </p:nvSpPr>
          <p:spPr>
            <a:xfrm>
              <a:off x="869599" y="6016413"/>
              <a:ext cx="8068783" cy="656925"/>
            </a:xfrm>
            <a:prstGeom prst="rect">
              <a:avLst/>
            </a:prstGeom>
            <a:solidFill>
              <a:schemeClr val="bg1"/>
            </a:solidFill>
            <a:ln w="19050">
              <a:solidFill>
                <a:srgbClr val="D0D0C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0325" lvl="0">
                <a:lnSpc>
                  <a:spcPct val="90000"/>
                </a:lnSpc>
                <a:spcAft>
                  <a:spcPts val="600"/>
                </a:spcAft>
                <a:defRPr/>
              </a:pPr>
              <a:r>
                <a:rPr lang="en-US" sz="1350" dirty="0">
                  <a:solidFill>
                    <a:schemeClr val="bg2"/>
                  </a:solidFill>
                  <a:latin typeface="Neue Haas Grotesk Text Pro" panose="020B0504020202020204" pitchFamily="34" charset="0"/>
                  <a:cs typeface="Arial" panose="020B0604020202020204" pitchFamily="34" charset="0"/>
                </a:rPr>
                <a:t>Operations Technicians can refer to the </a:t>
              </a:r>
              <a:r>
                <a:rPr lang="en-US" sz="1350" b="1" dirty="0">
                  <a:solidFill>
                    <a:schemeClr val="bg2"/>
                  </a:solidFill>
                  <a:latin typeface="Neue Haas Grotesk Text Pro" panose="020B0504020202020204" pitchFamily="34" charset="0"/>
                  <a:cs typeface="Arial" panose="020B0604020202020204" pitchFamily="34" charset="0"/>
                </a:rPr>
                <a:t>Execute Work</a:t>
              </a:r>
              <a:r>
                <a:rPr lang="en-US" sz="1350" dirty="0">
                  <a:solidFill>
                    <a:schemeClr val="bg2"/>
                  </a:solidFill>
                  <a:latin typeface="Neue Haas Grotesk Text Pro" panose="020B0504020202020204" pitchFamily="34" charset="0"/>
                  <a:cs typeface="Arial" panose="020B0604020202020204" pitchFamily="34" charset="0"/>
                </a:rPr>
                <a:t> course while Area Supervisors can refer to the </a:t>
              </a:r>
              <a:r>
                <a:rPr lang="en-US" sz="1350" b="1" dirty="0">
                  <a:solidFill>
                    <a:schemeClr val="bg2"/>
                  </a:solidFill>
                  <a:latin typeface="Neue Haas Grotesk Text Pro" panose="020B0504020202020204" pitchFamily="34" charset="0"/>
                  <a:cs typeface="Arial" panose="020B0604020202020204" pitchFamily="34" charset="0"/>
                </a:rPr>
                <a:t>Supervisor’s Activities </a:t>
              </a:r>
              <a:r>
                <a:rPr lang="en-US" sz="1350" dirty="0">
                  <a:solidFill>
                    <a:schemeClr val="bg2"/>
                  </a:solidFill>
                  <a:latin typeface="Neue Haas Grotesk Text Pro" panose="020B0504020202020204" pitchFamily="34" charset="0"/>
                  <a:cs typeface="Arial" panose="020B0604020202020204" pitchFamily="34" charset="0"/>
                </a:rPr>
                <a:t>course to learn about the subprocesses that are completed in </a:t>
              </a:r>
              <a:r>
                <a:rPr lang="en-US" sz="1350" b="1" dirty="0">
                  <a:solidFill>
                    <a:schemeClr val="bg2"/>
                  </a:solidFill>
                  <a:latin typeface="Neue Haas Grotesk Text Pro" panose="020B0504020202020204" pitchFamily="34" charset="0"/>
                  <a:cs typeface="Arial" panose="020B0604020202020204" pitchFamily="34" charset="0"/>
                </a:rPr>
                <a:t>ClickMobile</a:t>
              </a:r>
              <a:r>
                <a:rPr lang="en-US" sz="1350" dirty="0">
                  <a:solidFill>
                    <a:schemeClr val="bg2"/>
                  </a:solidFill>
                  <a:latin typeface="Neue Haas Grotesk Text Pro" panose="020B0504020202020204" pitchFamily="34" charset="0"/>
                  <a:cs typeface="Arial" panose="020B0604020202020204" pitchFamily="34" charset="0"/>
                </a:rPr>
                <a:t>.</a:t>
              </a:r>
            </a:p>
          </p:txBody>
        </p:sp>
        <p:grpSp>
          <p:nvGrpSpPr>
            <p:cNvPr id="55" name="Group 54">
              <a:extLst>
                <a:ext uri="{FF2B5EF4-FFF2-40B4-BE49-F238E27FC236}">
                  <a16:creationId xmlns:a16="http://schemas.microsoft.com/office/drawing/2014/main" id="{A8AE8CD0-C639-4B37-81F1-B90B67068FC3}"/>
                </a:ext>
              </a:extLst>
            </p:cNvPr>
            <p:cNvGrpSpPr/>
            <p:nvPr/>
          </p:nvGrpSpPr>
          <p:grpSpPr>
            <a:xfrm>
              <a:off x="256289" y="6016414"/>
              <a:ext cx="617471" cy="656925"/>
              <a:chOff x="306929" y="6016414"/>
              <a:chExt cx="617471" cy="656925"/>
            </a:xfrm>
          </p:grpSpPr>
          <p:sp>
            <p:nvSpPr>
              <p:cNvPr id="56" name="Rectangle 55">
                <a:extLst>
                  <a:ext uri="{FF2B5EF4-FFF2-40B4-BE49-F238E27FC236}">
                    <a16:creationId xmlns:a16="http://schemas.microsoft.com/office/drawing/2014/main" id="{830000BE-E02A-43E7-B651-CD45DF154796}"/>
                  </a:ext>
                </a:extLst>
              </p:cNvPr>
              <p:cNvSpPr/>
              <p:nvPr/>
            </p:nvSpPr>
            <p:spPr>
              <a:xfrm>
                <a:off x="306929" y="6016414"/>
                <a:ext cx="617471" cy="656925"/>
              </a:xfrm>
              <a:prstGeom prst="rect">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bg2"/>
                  </a:solidFill>
                  <a:latin typeface="Neue Haas Grotesk Text Pro" panose="020B0504020202020204" pitchFamily="34" charset="0"/>
                  <a:cs typeface="Arial" panose="020B0604020202020204" pitchFamily="34" charset="0"/>
                </a:endParaRPr>
              </a:p>
            </p:txBody>
          </p:sp>
          <p:pic>
            <p:nvPicPr>
              <p:cNvPr id="62" name="Picture 61">
                <a:extLst>
                  <a:ext uri="{FF2B5EF4-FFF2-40B4-BE49-F238E27FC236}">
                    <a16:creationId xmlns:a16="http://schemas.microsoft.com/office/drawing/2014/main" id="{9E9679D5-88D0-4A63-92AF-A44B82CF550D}"/>
                  </a:ext>
                </a:extLst>
              </p:cNvPr>
              <p:cNvPicPr/>
              <p:nvPr/>
            </p:nvPicPr>
            <p:blipFill>
              <a:blip r:embed="rId3"/>
              <a:stretch>
                <a:fillRect/>
              </a:stretch>
            </p:blipFill>
            <p:spPr>
              <a:xfrm>
                <a:off x="387064" y="6116276"/>
                <a:ext cx="457200" cy="457200"/>
              </a:xfrm>
              <a:prstGeom prst="rect">
                <a:avLst/>
              </a:prstGeom>
            </p:spPr>
          </p:pic>
        </p:grpSp>
      </p:grpSp>
      <p:cxnSp>
        <p:nvCxnSpPr>
          <p:cNvPr id="51" name="Straight Arrow Connector 50">
            <a:extLst>
              <a:ext uri="{FF2B5EF4-FFF2-40B4-BE49-F238E27FC236}">
                <a16:creationId xmlns:a16="http://schemas.microsoft.com/office/drawing/2014/main" id="{2195C303-7CBD-4430-A498-0E03D81DF9F3}"/>
              </a:ext>
            </a:extLst>
          </p:cNvPr>
          <p:cNvCxnSpPr>
            <a:cxnSpLocks/>
          </p:cNvCxnSpPr>
          <p:nvPr/>
        </p:nvCxnSpPr>
        <p:spPr>
          <a:xfrm>
            <a:off x="11243777" y="3994916"/>
            <a:ext cx="180576" cy="354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 name="Flowchart: Process 3">
            <a:extLst>
              <a:ext uri="{FF2B5EF4-FFF2-40B4-BE49-F238E27FC236}">
                <a16:creationId xmlns:a16="http://schemas.microsoft.com/office/drawing/2014/main" id="{167A716B-1745-4F25-9CF8-39C5077CA455}"/>
              </a:ext>
            </a:extLst>
          </p:cNvPr>
          <p:cNvSpPr/>
          <p:nvPr/>
        </p:nvSpPr>
        <p:spPr bwMode="auto">
          <a:xfrm>
            <a:off x="5035296" y="1699694"/>
            <a:ext cx="2353056" cy="769083"/>
          </a:xfrm>
          <a:prstGeom prst="flowChartProcess">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59" name="TextBox 58">
            <a:extLst>
              <a:ext uri="{FF2B5EF4-FFF2-40B4-BE49-F238E27FC236}">
                <a16:creationId xmlns:a16="http://schemas.microsoft.com/office/drawing/2014/main" id="{C1319113-45D4-41ED-BF1B-52975EE58F50}"/>
              </a:ext>
            </a:extLst>
          </p:cNvPr>
          <p:cNvSpPr txBox="1"/>
          <p:nvPr/>
        </p:nvSpPr>
        <p:spPr>
          <a:xfrm>
            <a:off x="3871124" y="2113160"/>
            <a:ext cx="1219783" cy="1022588"/>
          </a:xfrm>
          <a:prstGeom prst="rect">
            <a:avLst/>
          </a:prstGeom>
          <a:noFill/>
        </p:spPr>
        <p:txBody>
          <a:bodyPr wrap="square" lIns="182880" tIns="146304" rIns="182880" bIns="146304" rtlCol="0">
            <a:spAutoFit/>
          </a:bodyPr>
          <a:lstStyle/>
          <a:p>
            <a:pPr algn="ctr">
              <a:lnSpc>
                <a:spcPct val="90000"/>
              </a:lnSpc>
              <a:spcAft>
                <a:spcPts val="600"/>
              </a:spcAft>
            </a:pPr>
            <a:r>
              <a:rPr lang="en-US" sz="1000" dirty="0"/>
              <a:t>Does the Work Order require Supervisor’s review?</a:t>
            </a:r>
          </a:p>
        </p:txBody>
      </p:sp>
      <p:sp>
        <p:nvSpPr>
          <p:cNvPr id="60" name="Diamond 59">
            <a:extLst>
              <a:ext uri="{FF2B5EF4-FFF2-40B4-BE49-F238E27FC236}">
                <a16:creationId xmlns:a16="http://schemas.microsoft.com/office/drawing/2014/main" id="{DC3FB4A2-2178-426E-8BB2-E80BE950FA6C}"/>
              </a:ext>
            </a:extLst>
          </p:cNvPr>
          <p:cNvSpPr/>
          <p:nvPr/>
        </p:nvSpPr>
        <p:spPr>
          <a:xfrm>
            <a:off x="3779167" y="2079834"/>
            <a:ext cx="1403698" cy="995665"/>
          </a:xfrm>
          <a:prstGeom prst="diamond">
            <a:avLst/>
          </a:prstGeom>
          <a:noFill/>
          <a:ln w="12700">
            <a:solidFill>
              <a:schemeClr val="tx1"/>
            </a:solidFill>
          </a:ln>
        </p:spPr>
        <p:style>
          <a:lnRef idx="2">
            <a:schemeClr val="dk1"/>
          </a:lnRef>
          <a:fillRef idx="1">
            <a:schemeClr val="lt1"/>
          </a:fillRef>
          <a:effectRef idx="0">
            <a:schemeClr val="dk1"/>
          </a:effectRef>
          <a:fontRef idx="minor">
            <a:schemeClr val="dk1"/>
          </a:fontRef>
        </p:style>
        <p:txBody>
          <a:bodyPr lIns="0" tIns="0" rIns="0" bIns="0" rtlCol="0" anchor="ctr">
            <a:noAutofit/>
          </a:bodyPr>
          <a:lstStyle/>
          <a:p>
            <a:pPr algn="ctr"/>
            <a:endParaRPr lang="en-US" sz="1100" dirty="0">
              <a:solidFill>
                <a:schemeClr val="tx1"/>
              </a:solidFill>
              <a:latin typeface="Neue Haas Grotesk Text Pro" panose="020B0504020202020204" pitchFamily="34" charset="0"/>
            </a:endParaRPr>
          </a:p>
        </p:txBody>
      </p:sp>
      <p:cxnSp>
        <p:nvCxnSpPr>
          <p:cNvPr id="19" name="Straight Arrow Connector 18">
            <a:extLst>
              <a:ext uri="{FF2B5EF4-FFF2-40B4-BE49-F238E27FC236}">
                <a16:creationId xmlns:a16="http://schemas.microsoft.com/office/drawing/2014/main" id="{EF1E4CEA-FDC6-40AA-8D9E-38A92CD6541A}"/>
              </a:ext>
            </a:extLst>
          </p:cNvPr>
          <p:cNvCxnSpPr>
            <a:stCxn id="70" idx="3"/>
            <a:endCxn id="60" idx="1"/>
          </p:cNvCxnSpPr>
          <p:nvPr/>
        </p:nvCxnSpPr>
        <p:spPr>
          <a:xfrm flipV="1">
            <a:off x="3468705" y="2577667"/>
            <a:ext cx="310462" cy="796"/>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FA4ABA11-CB94-4A8F-B98C-386BD90B6BAF}"/>
              </a:ext>
            </a:extLst>
          </p:cNvPr>
          <p:cNvSpPr txBox="1"/>
          <p:nvPr/>
        </p:nvSpPr>
        <p:spPr>
          <a:xfrm>
            <a:off x="4357220" y="3262550"/>
            <a:ext cx="596958" cy="433965"/>
          </a:xfrm>
          <a:prstGeom prst="rect">
            <a:avLst/>
          </a:prstGeom>
          <a:noFill/>
        </p:spPr>
        <p:txBody>
          <a:bodyPr wrap="none" lIns="182880" tIns="146304" rIns="182880" bIns="146304" rtlCol="0">
            <a:spAutoFit/>
          </a:bodyPr>
          <a:lstStyle/>
          <a:p>
            <a:pPr>
              <a:lnSpc>
                <a:spcPct val="90000"/>
              </a:lnSpc>
              <a:spcAft>
                <a:spcPts val="600"/>
              </a:spcAft>
            </a:pPr>
            <a:r>
              <a:rPr lang="en-US" sz="1000" dirty="0">
                <a:gradFill>
                  <a:gsLst>
                    <a:gs pos="2917">
                      <a:schemeClr val="tx1"/>
                    </a:gs>
                    <a:gs pos="30000">
                      <a:schemeClr val="tx1"/>
                    </a:gs>
                  </a:gsLst>
                  <a:lin ang="5400000" scaled="0"/>
                </a:gradFill>
              </a:rPr>
              <a:t>Yes</a:t>
            </a:r>
          </a:p>
        </p:txBody>
      </p:sp>
      <p:sp>
        <p:nvSpPr>
          <p:cNvPr id="76" name="Rectangle 75">
            <a:extLst>
              <a:ext uri="{FF2B5EF4-FFF2-40B4-BE49-F238E27FC236}">
                <a16:creationId xmlns:a16="http://schemas.microsoft.com/office/drawing/2014/main" id="{11F28215-2D30-4D4E-AB10-21BEDCB7CEFE}"/>
              </a:ext>
            </a:extLst>
          </p:cNvPr>
          <p:cNvSpPr/>
          <p:nvPr/>
        </p:nvSpPr>
        <p:spPr>
          <a:xfrm>
            <a:off x="5431827" y="2148180"/>
            <a:ext cx="2507489" cy="859536"/>
          </a:xfrm>
          <a:prstGeom prst="rect">
            <a:avLst/>
          </a:prstGeom>
          <a:noFill/>
          <a:ln w="28575">
            <a:solidFill>
              <a:srgbClr val="007DBA"/>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defTabSz="685676">
              <a:spcBef>
                <a:spcPts val="752"/>
              </a:spcBef>
              <a:spcAft>
                <a:spcPts val="152"/>
              </a:spcAft>
              <a:defRPr/>
            </a:pPr>
            <a:r>
              <a:rPr lang="en-US" sz="1200" dirty="0">
                <a:solidFill>
                  <a:srgbClr val="000000"/>
                </a:solidFill>
              </a:rPr>
              <a:t>Work Orders that do not require Supervisor's review will change to Complete status though an Automated Maximo process.</a:t>
            </a:r>
          </a:p>
        </p:txBody>
      </p:sp>
      <p:sp>
        <p:nvSpPr>
          <p:cNvPr id="84" name="TextBox 83">
            <a:extLst>
              <a:ext uri="{FF2B5EF4-FFF2-40B4-BE49-F238E27FC236}">
                <a16:creationId xmlns:a16="http://schemas.microsoft.com/office/drawing/2014/main" id="{EED0C75E-CF1A-42EE-A243-1828816B8BA7}"/>
              </a:ext>
            </a:extLst>
          </p:cNvPr>
          <p:cNvSpPr txBox="1"/>
          <p:nvPr/>
        </p:nvSpPr>
        <p:spPr>
          <a:xfrm>
            <a:off x="4934125" y="2127852"/>
            <a:ext cx="551115" cy="433965"/>
          </a:xfrm>
          <a:prstGeom prst="rect">
            <a:avLst/>
          </a:prstGeom>
          <a:noFill/>
        </p:spPr>
        <p:txBody>
          <a:bodyPr wrap="square" lIns="182880" tIns="146304" rIns="182880" bIns="146304" rtlCol="0">
            <a:spAutoFit/>
          </a:bodyPr>
          <a:lstStyle/>
          <a:p>
            <a:pPr>
              <a:lnSpc>
                <a:spcPct val="90000"/>
              </a:lnSpc>
              <a:spcAft>
                <a:spcPts val="600"/>
              </a:spcAft>
            </a:pPr>
            <a:r>
              <a:rPr lang="en-US" sz="1000" dirty="0">
                <a:gradFill>
                  <a:gsLst>
                    <a:gs pos="2917">
                      <a:schemeClr val="tx1"/>
                    </a:gs>
                    <a:gs pos="30000">
                      <a:schemeClr val="tx1"/>
                    </a:gs>
                  </a:gsLst>
                  <a:lin ang="5400000" scaled="0"/>
                </a:gradFill>
              </a:rPr>
              <a:t>No</a:t>
            </a:r>
          </a:p>
        </p:txBody>
      </p:sp>
      <p:cxnSp>
        <p:nvCxnSpPr>
          <p:cNvPr id="35" name="Connector: Elbow 34">
            <a:extLst>
              <a:ext uri="{FF2B5EF4-FFF2-40B4-BE49-F238E27FC236}">
                <a16:creationId xmlns:a16="http://schemas.microsoft.com/office/drawing/2014/main" id="{FDC415EA-7AA1-4325-A8FC-3F18367EA44E}"/>
              </a:ext>
            </a:extLst>
          </p:cNvPr>
          <p:cNvCxnSpPr>
            <a:cxnSpLocks/>
            <a:stCxn id="60" idx="3"/>
            <a:endCxn id="76" idx="1"/>
          </p:cNvCxnSpPr>
          <p:nvPr/>
        </p:nvCxnSpPr>
        <p:spPr>
          <a:xfrm>
            <a:off x="5182865" y="2577667"/>
            <a:ext cx="248962" cy="281"/>
          </a:xfrm>
          <a:prstGeom prst="bentConnector3">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87" name="Rectangle 86">
            <a:extLst>
              <a:ext uri="{FF2B5EF4-FFF2-40B4-BE49-F238E27FC236}">
                <a16:creationId xmlns:a16="http://schemas.microsoft.com/office/drawing/2014/main" id="{543601A5-F989-450D-B812-5C90D63BCE5B}"/>
              </a:ext>
            </a:extLst>
          </p:cNvPr>
          <p:cNvSpPr/>
          <p:nvPr/>
        </p:nvSpPr>
        <p:spPr>
          <a:xfrm>
            <a:off x="5427341" y="3155112"/>
            <a:ext cx="2671184" cy="429768"/>
          </a:xfrm>
          <a:prstGeom prst="rect">
            <a:avLst/>
          </a:prstGeom>
          <a:solidFill>
            <a:srgbClr val="D0D0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Neue Haas Grotesk Text Pro" panose="020B0504020202020204" pitchFamily="34" charset="0"/>
                <a:cs typeface="Arial" panose="020B0604020202020204" pitchFamily="34" charset="0"/>
              </a:rPr>
              <a:t>Area Supervisor</a:t>
            </a:r>
            <a:endParaRPr lang="en-US" sz="1200" b="1" dirty="0">
              <a:solidFill>
                <a:srgbClr val="FF0000"/>
              </a:solidFill>
              <a:latin typeface="Neue Haas Grotesk Text Pro" panose="020B0504020202020204" pitchFamily="34" charset="0"/>
              <a:cs typeface="Arial" panose="020B0604020202020204" pitchFamily="34" charset="0"/>
            </a:endParaRPr>
          </a:p>
        </p:txBody>
      </p:sp>
      <p:sp>
        <p:nvSpPr>
          <p:cNvPr id="95" name="Rectangle 94">
            <a:extLst>
              <a:ext uri="{FF2B5EF4-FFF2-40B4-BE49-F238E27FC236}">
                <a16:creationId xmlns:a16="http://schemas.microsoft.com/office/drawing/2014/main" id="{F3ADAA44-917E-4582-9A0C-925DA1201580}"/>
              </a:ext>
            </a:extLst>
          </p:cNvPr>
          <p:cNvSpPr/>
          <p:nvPr/>
        </p:nvSpPr>
        <p:spPr>
          <a:xfrm>
            <a:off x="5421138" y="1704323"/>
            <a:ext cx="2507489" cy="429768"/>
          </a:xfrm>
          <a:prstGeom prst="rect">
            <a:avLst/>
          </a:prstGeom>
          <a:solidFill>
            <a:srgbClr val="D0D0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Neue Haas Grotesk Text Pro" panose="020B0504020202020204" pitchFamily="34" charset="0"/>
                <a:cs typeface="Arial" panose="020B0604020202020204" pitchFamily="34" charset="0"/>
              </a:rPr>
              <a:t>Automated Subprocess in Maximo</a:t>
            </a:r>
          </a:p>
        </p:txBody>
      </p:sp>
      <p:cxnSp>
        <p:nvCxnSpPr>
          <p:cNvPr id="64" name="Straight Arrow Connector 63">
            <a:extLst>
              <a:ext uri="{FF2B5EF4-FFF2-40B4-BE49-F238E27FC236}">
                <a16:creationId xmlns:a16="http://schemas.microsoft.com/office/drawing/2014/main" id="{CF964D44-32FD-4E9D-A23B-10D1EE7A0861}"/>
              </a:ext>
            </a:extLst>
          </p:cNvPr>
          <p:cNvCxnSpPr>
            <a:cxnSpLocks/>
            <a:endCxn id="70" idx="1"/>
          </p:cNvCxnSpPr>
          <p:nvPr/>
        </p:nvCxnSpPr>
        <p:spPr>
          <a:xfrm flipV="1">
            <a:off x="926129" y="2578463"/>
            <a:ext cx="337383" cy="3637"/>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99" name="TextBox 98">
            <a:extLst>
              <a:ext uri="{FF2B5EF4-FFF2-40B4-BE49-F238E27FC236}">
                <a16:creationId xmlns:a16="http://schemas.microsoft.com/office/drawing/2014/main" id="{6ACBA639-52DC-4B25-AF39-C76107D8CE56}"/>
              </a:ext>
            </a:extLst>
          </p:cNvPr>
          <p:cNvSpPr txBox="1"/>
          <p:nvPr/>
        </p:nvSpPr>
        <p:spPr>
          <a:xfrm>
            <a:off x="236868" y="4982819"/>
            <a:ext cx="782783" cy="464743"/>
          </a:xfrm>
          <a:prstGeom prst="rect">
            <a:avLst/>
          </a:prstGeom>
          <a:noFill/>
        </p:spPr>
        <p:txBody>
          <a:bodyPr wrap="square" lIns="182880" tIns="146304" rIns="182880" bIns="146304" rtlCol="0">
            <a:spAutoFit/>
          </a:bodyPr>
          <a:lstStyle/>
          <a:p>
            <a:pPr algn="ctr"/>
            <a:r>
              <a:rPr lang="en-US" sz="1100" b="1" dirty="0">
                <a:solidFill>
                  <a:schemeClr val="bg1"/>
                </a:solidFill>
                <a:latin typeface="Neue Haas Grotesk Text Pro" panose="020B0504020202020204" pitchFamily="34" charset="0"/>
              </a:rPr>
              <a:t>Start</a:t>
            </a:r>
          </a:p>
        </p:txBody>
      </p:sp>
      <p:sp>
        <p:nvSpPr>
          <p:cNvPr id="102" name="Rectangle 101">
            <a:extLst>
              <a:ext uri="{FF2B5EF4-FFF2-40B4-BE49-F238E27FC236}">
                <a16:creationId xmlns:a16="http://schemas.microsoft.com/office/drawing/2014/main" id="{0B776422-F2E7-4879-9C4A-8492580BB261}"/>
              </a:ext>
            </a:extLst>
          </p:cNvPr>
          <p:cNvSpPr/>
          <p:nvPr/>
        </p:nvSpPr>
        <p:spPr>
          <a:xfrm>
            <a:off x="1263512" y="4508831"/>
            <a:ext cx="2671184" cy="1389211"/>
          </a:xfrm>
          <a:prstGeom prst="rect">
            <a:avLst/>
          </a:prstGeom>
          <a:noFill/>
          <a:ln w="28575">
            <a:solidFill>
              <a:srgbClr val="007DBA"/>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71450" indent="-171450">
              <a:buFont typeface="Arial" panose="020B0604020202020204" pitchFamily="34" charset="0"/>
              <a:buChar char="•"/>
            </a:pPr>
            <a:r>
              <a:rPr lang="en-US" sz="1200" dirty="0">
                <a:solidFill>
                  <a:schemeClr val="tx1"/>
                </a:solidFill>
              </a:rPr>
              <a:t>R</a:t>
            </a:r>
            <a:r>
              <a:rPr lang="en-US" sz="1200" dirty="0"/>
              <a:t>eceives a Work Order with the </a:t>
            </a:r>
            <a:r>
              <a:rPr lang="en-US" sz="1200" b="1" dirty="0"/>
              <a:t>Waiting on Completion</a:t>
            </a:r>
            <a:r>
              <a:rPr lang="en-US" sz="1200" dirty="0"/>
              <a:t> status</a:t>
            </a:r>
          </a:p>
          <a:p>
            <a:pPr marL="171450" indent="-171450">
              <a:buFont typeface="Arial" panose="020B0604020202020204" pitchFamily="34" charset="0"/>
              <a:buChar char="•"/>
            </a:pPr>
            <a:r>
              <a:rPr lang="en-US" sz="1200" dirty="0"/>
              <a:t>Reviews the Work Order, coordinates with the Contractor, gets data, and updates </a:t>
            </a:r>
            <a:r>
              <a:rPr lang="en-US" sz="1200" dirty="0">
                <a:solidFill>
                  <a:schemeClr val="tx1"/>
                </a:solidFill>
              </a:rPr>
              <a:t>the Work Order’s status to </a:t>
            </a:r>
            <a:r>
              <a:rPr lang="en-US" sz="1200" b="1" dirty="0">
                <a:solidFill>
                  <a:schemeClr val="tx1"/>
                </a:solidFill>
              </a:rPr>
              <a:t>Field Complete</a:t>
            </a:r>
            <a:endParaRPr lang="en-US" sz="1200" dirty="0">
              <a:solidFill>
                <a:schemeClr val="tx1"/>
              </a:solidFill>
            </a:endParaRPr>
          </a:p>
        </p:txBody>
      </p:sp>
      <p:cxnSp>
        <p:nvCxnSpPr>
          <p:cNvPr id="68" name="Connector: Elbow 67">
            <a:extLst>
              <a:ext uri="{FF2B5EF4-FFF2-40B4-BE49-F238E27FC236}">
                <a16:creationId xmlns:a16="http://schemas.microsoft.com/office/drawing/2014/main" id="{E8D995D1-A096-4ED5-9D38-976B2D49FD1F}"/>
              </a:ext>
            </a:extLst>
          </p:cNvPr>
          <p:cNvCxnSpPr>
            <a:stCxn id="60" idx="2"/>
            <a:endCxn id="85" idx="1"/>
          </p:cNvCxnSpPr>
          <p:nvPr/>
        </p:nvCxnSpPr>
        <p:spPr>
          <a:xfrm rot="16200000" flipH="1">
            <a:off x="4469326" y="3087188"/>
            <a:ext cx="969704" cy="946325"/>
          </a:xfrm>
          <a:prstGeom prst="bentConnector2">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107" name="Flowchart: Process 106">
            <a:extLst>
              <a:ext uri="{FF2B5EF4-FFF2-40B4-BE49-F238E27FC236}">
                <a16:creationId xmlns:a16="http://schemas.microsoft.com/office/drawing/2014/main" id="{2F244612-A8D7-48E7-A30A-A15D3CF9F808}"/>
              </a:ext>
            </a:extLst>
          </p:cNvPr>
          <p:cNvSpPr/>
          <p:nvPr/>
        </p:nvSpPr>
        <p:spPr bwMode="auto">
          <a:xfrm>
            <a:off x="4481015" y="4991689"/>
            <a:ext cx="2547313" cy="906353"/>
          </a:xfrm>
          <a:prstGeom prst="flowChartProcess">
            <a:avLst/>
          </a:prstGeom>
          <a:noFill/>
          <a:ln w="28575">
            <a:solidFill>
              <a:srgbClr val="007DBA"/>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685676">
              <a:spcBef>
                <a:spcPts val="752"/>
              </a:spcBef>
              <a:spcAft>
                <a:spcPts val="152"/>
              </a:spcAft>
            </a:pPr>
            <a:r>
              <a:rPr lang="en-US" sz="1200" dirty="0">
                <a:solidFill>
                  <a:srgbClr val="000000"/>
                </a:solidFill>
              </a:rPr>
              <a:t>Once the associated PO’s are complete with the Work Order, the Work Order Lead will Complete the Work Order</a:t>
            </a:r>
          </a:p>
        </p:txBody>
      </p:sp>
      <p:sp>
        <p:nvSpPr>
          <p:cNvPr id="108" name="Rectangle 107">
            <a:extLst>
              <a:ext uri="{FF2B5EF4-FFF2-40B4-BE49-F238E27FC236}">
                <a16:creationId xmlns:a16="http://schemas.microsoft.com/office/drawing/2014/main" id="{0071741F-1E64-4E5E-A10E-5B2079546F0B}"/>
              </a:ext>
            </a:extLst>
          </p:cNvPr>
          <p:cNvSpPr/>
          <p:nvPr/>
        </p:nvSpPr>
        <p:spPr>
          <a:xfrm>
            <a:off x="1264648" y="4058428"/>
            <a:ext cx="2670048" cy="429768"/>
          </a:xfrm>
          <a:prstGeom prst="rect">
            <a:avLst/>
          </a:prstGeom>
          <a:solidFill>
            <a:srgbClr val="D0D0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Work Order Lead</a:t>
            </a:r>
            <a:endParaRPr lang="en-US" sz="1200" b="1" dirty="0">
              <a:solidFill>
                <a:schemeClr val="tx1"/>
              </a:solidFill>
              <a:latin typeface="Neue Haas Grotesk Text Pro" panose="020B0504020202020204" pitchFamily="34" charset="0"/>
              <a:cs typeface="Arial" panose="020B0604020202020204" pitchFamily="34" charset="0"/>
            </a:endParaRPr>
          </a:p>
        </p:txBody>
      </p:sp>
      <p:sp>
        <p:nvSpPr>
          <p:cNvPr id="109" name="Rectangle 108">
            <a:extLst>
              <a:ext uri="{FF2B5EF4-FFF2-40B4-BE49-F238E27FC236}">
                <a16:creationId xmlns:a16="http://schemas.microsoft.com/office/drawing/2014/main" id="{BC254D19-0664-4D2B-B57D-EE888234E93A}"/>
              </a:ext>
            </a:extLst>
          </p:cNvPr>
          <p:cNvSpPr/>
          <p:nvPr/>
        </p:nvSpPr>
        <p:spPr>
          <a:xfrm>
            <a:off x="4481015" y="4726384"/>
            <a:ext cx="2547313" cy="224021"/>
          </a:xfrm>
          <a:prstGeom prst="rect">
            <a:avLst/>
          </a:prstGeom>
          <a:solidFill>
            <a:srgbClr val="D0D0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Work Order Lead</a:t>
            </a:r>
            <a:endParaRPr lang="en-US" sz="1200" b="1" dirty="0">
              <a:solidFill>
                <a:schemeClr val="tx1"/>
              </a:solidFill>
              <a:latin typeface="Neue Haas Grotesk Text Pro" panose="020B0504020202020204" pitchFamily="34" charset="0"/>
              <a:cs typeface="Arial" panose="020B0604020202020204" pitchFamily="34" charset="0"/>
            </a:endParaRPr>
          </a:p>
        </p:txBody>
      </p:sp>
      <p:cxnSp>
        <p:nvCxnSpPr>
          <p:cNvPr id="96" name="Straight Arrow Connector 95">
            <a:extLst>
              <a:ext uri="{FF2B5EF4-FFF2-40B4-BE49-F238E27FC236}">
                <a16:creationId xmlns:a16="http://schemas.microsoft.com/office/drawing/2014/main" id="{311935BD-E87C-4C36-B3FA-9017B1BA5FDF}"/>
              </a:ext>
            </a:extLst>
          </p:cNvPr>
          <p:cNvCxnSpPr>
            <a:cxnSpLocks/>
            <a:endCxn id="107" idx="1"/>
          </p:cNvCxnSpPr>
          <p:nvPr/>
        </p:nvCxnSpPr>
        <p:spPr>
          <a:xfrm>
            <a:off x="3934696" y="5444866"/>
            <a:ext cx="546319" cy="0"/>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DDEB26FB-DFC9-4D9C-BFC2-9A46783F36DA}"/>
              </a:ext>
            </a:extLst>
          </p:cNvPr>
          <p:cNvCxnSpPr>
            <a:cxnSpLocks/>
            <a:endCxn id="102" idx="1"/>
          </p:cNvCxnSpPr>
          <p:nvPr/>
        </p:nvCxnSpPr>
        <p:spPr>
          <a:xfrm flipV="1">
            <a:off x="924430" y="5203437"/>
            <a:ext cx="339082" cy="5319"/>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13" name="Straight Arrow Connector 112">
            <a:extLst>
              <a:ext uri="{FF2B5EF4-FFF2-40B4-BE49-F238E27FC236}">
                <a16:creationId xmlns:a16="http://schemas.microsoft.com/office/drawing/2014/main" id="{189E53B0-14C2-4674-8405-FFA34D099BBE}"/>
              </a:ext>
            </a:extLst>
          </p:cNvPr>
          <p:cNvCxnSpPr>
            <a:stCxn id="85" idx="3"/>
            <a:endCxn id="93" idx="1"/>
          </p:cNvCxnSpPr>
          <p:nvPr/>
        </p:nvCxnSpPr>
        <p:spPr>
          <a:xfrm>
            <a:off x="8098525" y="4045203"/>
            <a:ext cx="196764" cy="4667"/>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15" name="Connector: Elbow 114">
            <a:extLst>
              <a:ext uri="{FF2B5EF4-FFF2-40B4-BE49-F238E27FC236}">
                <a16:creationId xmlns:a16="http://schemas.microsoft.com/office/drawing/2014/main" id="{7F6BA99A-3FDF-4C8D-B481-A87224F2C4C8}"/>
              </a:ext>
            </a:extLst>
          </p:cNvPr>
          <p:cNvCxnSpPr>
            <a:stCxn id="76" idx="3"/>
            <a:endCxn id="94" idx="0"/>
          </p:cNvCxnSpPr>
          <p:nvPr/>
        </p:nvCxnSpPr>
        <p:spPr>
          <a:xfrm>
            <a:off x="7939316" y="2577948"/>
            <a:ext cx="1837505" cy="462132"/>
          </a:xfrm>
          <a:prstGeom prst="bentConnector2">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17" name="Connector: Elbow 116">
            <a:extLst>
              <a:ext uri="{FF2B5EF4-FFF2-40B4-BE49-F238E27FC236}">
                <a16:creationId xmlns:a16="http://schemas.microsoft.com/office/drawing/2014/main" id="{05A37C87-95C0-4BE1-AB74-AFB7D007BDA8}"/>
              </a:ext>
            </a:extLst>
          </p:cNvPr>
          <p:cNvCxnSpPr>
            <a:cxnSpLocks/>
            <a:stCxn id="107" idx="3"/>
            <a:endCxn id="85" idx="2"/>
          </p:cNvCxnSpPr>
          <p:nvPr/>
        </p:nvCxnSpPr>
        <p:spPr>
          <a:xfrm flipH="1" flipV="1">
            <a:off x="6762933" y="4474971"/>
            <a:ext cx="265395" cy="969895"/>
          </a:xfrm>
          <a:prstGeom prst="bentConnector4">
            <a:avLst>
              <a:gd name="adj1" fmla="val -86136"/>
              <a:gd name="adj2" fmla="val 73362"/>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BDC8BEE1-1733-4D38-B466-ED04F0FF841B}"/>
              </a:ext>
            </a:extLst>
          </p:cNvPr>
          <p:cNvSpPr txBox="1"/>
          <p:nvPr/>
        </p:nvSpPr>
        <p:spPr>
          <a:xfrm>
            <a:off x="8195313" y="1550902"/>
            <a:ext cx="1946218" cy="794064"/>
          </a:xfrm>
          <a:prstGeom prst="rect">
            <a:avLst/>
          </a:prstGeom>
          <a:noFill/>
          <a:ln>
            <a:solidFill>
              <a:schemeClr val="tx1"/>
            </a:solidFill>
            <a:prstDash val="dash"/>
          </a:ln>
        </p:spPr>
        <p:txBody>
          <a:bodyPr wrap="square" lIns="182880" tIns="146304" rIns="182880" bIns="146304" rtlCol="0">
            <a:spAutoFit/>
          </a:bodyPr>
          <a:lstStyle/>
          <a:p>
            <a:pPr>
              <a:lnSpc>
                <a:spcPct val="90000"/>
              </a:lnSpc>
              <a:spcAft>
                <a:spcPts val="600"/>
              </a:spcAft>
            </a:pPr>
            <a:r>
              <a:rPr lang="en-US" sz="1200" dirty="0">
                <a:solidFill>
                  <a:srgbClr val="000000"/>
                </a:solidFill>
              </a:rPr>
              <a:t>After </a:t>
            </a:r>
            <a:r>
              <a:rPr lang="en-US" sz="1200" b="1" dirty="0">
                <a:solidFill>
                  <a:srgbClr val="000000"/>
                </a:solidFill>
              </a:rPr>
              <a:t>180 days</a:t>
            </a:r>
            <a:r>
              <a:rPr lang="en-US" sz="1200" dirty="0">
                <a:solidFill>
                  <a:srgbClr val="000000"/>
                </a:solidFill>
              </a:rPr>
              <a:t>, work orders are automatically </a:t>
            </a:r>
            <a:r>
              <a:rPr lang="en-US" sz="1200" b="1" dirty="0">
                <a:solidFill>
                  <a:srgbClr val="000000"/>
                </a:solidFill>
              </a:rPr>
              <a:t>closed</a:t>
            </a:r>
          </a:p>
        </p:txBody>
      </p:sp>
      <p:sp>
        <p:nvSpPr>
          <p:cNvPr id="57" name="Rectangle 56">
            <a:extLst>
              <a:ext uri="{FF2B5EF4-FFF2-40B4-BE49-F238E27FC236}">
                <a16:creationId xmlns:a16="http://schemas.microsoft.com/office/drawing/2014/main" id="{46608B32-FA20-47F2-915E-DBD05A99778A}"/>
              </a:ext>
            </a:extLst>
          </p:cNvPr>
          <p:cNvSpPr/>
          <p:nvPr/>
        </p:nvSpPr>
        <p:spPr>
          <a:xfrm>
            <a:off x="8134150" y="1301441"/>
            <a:ext cx="2082185" cy="382783"/>
          </a:xfrm>
          <a:prstGeom prst="rect">
            <a:avLst/>
          </a:prstGeom>
          <a:solidFill>
            <a:srgbClr val="D0D0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Neue Haas Grotesk Text Pro" panose="020B0504020202020204" pitchFamily="34" charset="0"/>
                <a:cs typeface="Arial" panose="020B0604020202020204" pitchFamily="34" charset="0"/>
              </a:rPr>
              <a:t>Automatic Closure</a:t>
            </a:r>
          </a:p>
        </p:txBody>
      </p:sp>
      <p:cxnSp>
        <p:nvCxnSpPr>
          <p:cNvPr id="14" name="Straight Arrow Connector 13">
            <a:extLst>
              <a:ext uri="{FF2B5EF4-FFF2-40B4-BE49-F238E27FC236}">
                <a16:creationId xmlns:a16="http://schemas.microsoft.com/office/drawing/2014/main" id="{1C3A1B62-E8C9-48C4-B0C2-CD91F578CDDC}"/>
              </a:ext>
            </a:extLst>
          </p:cNvPr>
          <p:cNvCxnSpPr>
            <a:cxnSpLocks/>
            <a:stCxn id="7" idx="2"/>
          </p:cNvCxnSpPr>
          <p:nvPr/>
        </p:nvCxnSpPr>
        <p:spPr>
          <a:xfrm>
            <a:off x="9168422" y="2344966"/>
            <a:ext cx="0" cy="248785"/>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65" name="Oval 64">
            <a:extLst>
              <a:ext uri="{FF2B5EF4-FFF2-40B4-BE49-F238E27FC236}">
                <a16:creationId xmlns:a16="http://schemas.microsoft.com/office/drawing/2014/main" id="{2C824292-D2DD-4A88-857F-B29D7C306CFA}"/>
              </a:ext>
            </a:extLst>
          </p:cNvPr>
          <p:cNvSpPr>
            <a:spLocks noChangeAspect="1"/>
          </p:cNvSpPr>
          <p:nvPr/>
        </p:nvSpPr>
        <p:spPr>
          <a:xfrm>
            <a:off x="130600" y="2148180"/>
            <a:ext cx="839500" cy="836762"/>
          </a:xfrm>
          <a:prstGeom prst="ellipse">
            <a:avLst/>
          </a:prstGeom>
          <a:solidFill>
            <a:srgbClr val="4A773C"/>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bg1"/>
                </a:solidFill>
                <a:latin typeface="Neue Haas Grotesk Text Pro" panose="020B0504020202020204" pitchFamily="34" charset="0"/>
                <a:cs typeface="Arial" panose="020B0604020202020204" pitchFamily="34" charset="0"/>
              </a:rPr>
              <a:t>Start</a:t>
            </a:r>
          </a:p>
        </p:txBody>
      </p:sp>
      <p:sp>
        <p:nvSpPr>
          <p:cNvPr id="66" name="Oval 65">
            <a:extLst>
              <a:ext uri="{FF2B5EF4-FFF2-40B4-BE49-F238E27FC236}">
                <a16:creationId xmlns:a16="http://schemas.microsoft.com/office/drawing/2014/main" id="{1D72079E-F91E-4FDE-AAEB-69A083775115}"/>
              </a:ext>
            </a:extLst>
          </p:cNvPr>
          <p:cNvSpPr>
            <a:spLocks noChangeAspect="1"/>
          </p:cNvSpPr>
          <p:nvPr/>
        </p:nvSpPr>
        <p:spPr>
          <a:xfrm>
            <a:off x="176671" y="4777977"/>
            <a:ext cx="839500" cy="836762"/>
          </a:xfrm>
          <a:prstGeom prst="ellipse">
            <a:avLst/>
          </a:prstGeom>
          <a:solidFill>
            <a:srgbClr val="4A773C"/>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bg1"/>
                </a:solidFill>
                <a:latin typeface="Neue Haas Grotesk Text Pro" panose="020B0504020202020204" pitchFamily="34" charset="0"/>
                <a:cs typeface="Arial" panose="020B0604020202020204" pitchFamily="34" charset="0"/>
              </a:rPr>
              <a:t>Start</a:t>
            </a:r>
          </a:p>
        </p:txBody>
      </p:sp>
      <p:sp>
        <p:nvSpPr>
          <p:cNvPr id="69" name="Oval 68">
            <a:extLst>
              <a:ext uri="{FF2B5EF4-FFF2-40B4-BE49-F238E27FC236}">
                <a16:creationId xmlns:a16="http://schemas.microsoft.com/office/drawing/2014/main" id="{44D1CC49-53D8-4619-A9FE-5C44C361A658}"/>
              </a:ext>
            </a:extLst>
          </p:cNvPr>
          <p:cNvSpPr>
            <a:spLocks noChangeAspect="1"/>
          </p:cNvSpPr>
          <p:nvPr/>
        </p:nvSpPr>
        <p:spPr>
          <a:xfrm>
            <a:off x="11424353" y="3579590"/>
            <a:ext cx="797867" cy="797867"/>
          </a:xfrm>
          <a:prstGeom prst="ellipse">
            <a:avLst/>
          </a:prstGeom>
          <a:solidFill>
            <a:srgbClr val="C8102E"/>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Neue Haas Grotesk Text Pro" panose="020B0504020202020204" pitchFamily="34" charset="0"/>
                <a:cs typeface="Arial" panose="020B0604020202020204" pitchFamily="34" charset="0"/>
              </a:rPr>
              <a:t>End</a:t>
            </a:r>
          </a:p>
        </p:txBody>
      </p:sp>
    </p:spTree>
    <p:extLst>
      <p:ext uri="{BB962C8B-B14F-4D97-AF65-F5344CB8AC3E}">
        <p14:creationId xmlns:p14="http://schemas.microsoft.com/office/powerpoint/2010/main" val="23631750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E40FAA7-2CE4-4501-942A-2D10AC782B9C}"/>
              </a:ext>
            </a:extLst>
          </p:cNvPr>
          <p:cNvSpPr>
            <a:spLocks noGrp="1"/>
          </p:cNvSpPr>
          <p:nvPr>
            <p:ph type="title"/>
          </p:nvPr>
        </p:nvSpPr>
        <p:spPr>
          <a:prstGeom prst="rect">
            <a:avLst/>
          </a:prstGeom>
        </p:spPr>
        <p:txBody>
          <a:bodyPr>
            <a:normAutofit/>
          </a:bodyPr>
          <a:lstStyle/>
          <a:p>
            <a:r>
              <a:rPr lang="en-US" dirty="0"/>
              <a:t>Work Order Completion – Work Order Lead Tasks</a:t>
            </a:r>
          </a:p>
        </p:txBody>
      </p:sp>
      <p:sp>
        <p:nvSpPr>
          <p:cNvPr id="5" name="Text Placeholder 4">
            <a:extLst>
              <a:ext uri="{FF2B5EF4-FFF2-40B4-BE49-F238E27FC236}">
                <a16:creationId xmlns:a16="http://schemas.microsoft.com/office/drawing/2014/main" id="{625F4A19-4DD8-460D-A394-82E4FB675461}"/>
              </a:ext>
            </a:extLst>
          </p:cNvPr>
          <p:cNvSpPr>
            <a:spLocks noGrp="1"/>
          </p:cNvSpPr>
          <p:nvPr>
            <p:ph type="body" sz="quarter" idx="10"/>
          </p:nvPr>
        </p:nvSpPr>
        <p:spPr>
          <a:xfrm>
            <a:off x="384048" y="1035244"/>
            <a:ext cx="11430000" cy="5533196"/>
          </a:xfrm>
        </p:spPr>
        <p:txBody>
          <a:bodyPr/>
          <a:lstStyle/>
          <a:p>
            <a:r>
              <a:rPr lang="en-US" sz="1800" dirty="0"/>
              <a:t>The </a:t>
            </a:r>
            <a:r>
              <a:rPr lang="en-US" sz="1800" b="1" dirty="0"/>
              <a:t>Work Order Lead </a:t>
            </a:r>
            <a:r>
              <a:rPr lang="en-US" sz="1800" dirty="0"/>
              <a:t>field is only populated for completing Work Orders that are not scheduled and dispatched in the mobile solution. In such cases, the Work Order Lead is required to coordinate with the Contractor, get data, and finish the work completion actions in Maximo. </a:t>
            </a:r>
          </a:p>
        </p:txBody>
      </p:sp>
      <p:sp>
        <p:nvSpPr>
          <p:cNvPr id="18" name="Rectangle 17">
            <a:extLst>
              <a:ext uri="{FF2B5EF4-FFF2-40B4-BE49-F238E27FC236}">
                <a16:creationId xmlns:a16="http://schemas.microsoft.com/office/drawing/2014/main" id="{4F85C6FB-2F1A-45C6-A26A-3885DD00BB4A}"/>
              </a:ext>
            </a:extLst>
          </p:cNvPr>
          <p:cNvSpPr/>
          <p:nvPr/>
        </p:nvSpPr>
        <p:spPr>
          <a:xfrm>
            <a:off x="2910001" y="2173081"/>
            <a:ext cx="1921928" cy="1042416"/>
          </a:xfrm>
          <a:prstGeom prst="rect">
            <a:avLst/>
          </a:prstGeom>
          <a:noFill/>
          <a:ln w="28575">
            <a:solidFill>
              <a:srgbClr val="007DBA"/>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685676">
              <a:spcBef>
                <a:spcPts val="752"/>
              </a:spcBef>
              <a:spcAft>
                <a:spcPts val="152"/>
              </a:spcAft>
            </a:pPr>
            <a:endParaRPr lang="en-US" sz="1100" dirty="0">
              <a:latin typeface="Neue Haas Grotesk Text Pro" panose="020B0504020202020204" pitchFamily="34" charset="0"/>
            </a:endParaRPr>
          </a:p>
        </p:txBody>
      </p:sp>
      <p:cxnSp>
        <p:nvCxnSpPr>
          <p:cNvPr id="19" name="Straight Arrow Connector 18">
            <a:extLst>
              <a:ext uri="{FF2B5EF4-FFF2-40B4-BE49-F238E27FC236}">
                <a16:creationId xmlns:a16="http://schemas.microsoft.com/office/drawing/2014/main" id="{A80DEF1A-E2FD-4CE6-9877-A534BAB9823A}"/>
              </a:ext>
            </a:extLst>
          </p:cNvPr>
          <p:cNvCxnSpPr>
            <a:cxnSpLocks/>
          </p:cNvCxnSpPr>
          <p:nvPr/>
        </p:nvCxnSpPr>
        <p:spPr>
          <a:xfrm>
            <a:off x="2514370" y="2681732"/>
            <a:ext cx="395632"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5" name="Rectangle 74">
            <a:extLst>
              <a:ext uri="{FF2B5EF4-FFF2-40B4-BE49-F238E27FC236}">
                <a16:creationId xmlns:a16="http://schemas.microsoft.com/office/drawing/2014/main" id="{6779B21C-ABE5-441F-8009-186D5E005417}"/>
              </a:ext>
            </a:extLst>
          </p:cNvPr>
          <p:cNvSpPr/>
          <p:nvPr/>
        </p:nvSpPr>
        <p:spPr>
          <a:xfrm rot="16200000">
            <a:off x="-1550896" y="3988252"/>
            <a:ext cx="4206240" cy="365760"/>
          </a:xfrm>
          <a:prstGeom prst="rect">
            <a:avLst/>
          </a:prstGeom>
          <a:solidFill>
            <a:srgbClr val="D0D0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Neue Haas Grotesk Text Pro" panose="020B0504020202020204" pitchFamily="34" charset="0"/>
                <a:cs typeface="Arial" panose="020B0604020202020204" pitchFamily="34" charset="0"/>
              </a:rPr>
              <a:t>Work Order Lead</a:t>
            </a:r>
          </a:p>
        </p:txBody>
      </p:sp>
      <p:sp>
        <p:nvSpPr>
          <p:cNvPr id="31" name="Rectangle 30">
            <a:extLst>
              <a:ext uri="{FF2B5EF4-FFF2-40B4-BE49-F238E27FC236}">
                <a16:creationId xmlns:a16="http://schemas.microsoft.com/office/drawing/2014/main" id="{2405EC30-1886-4701-929A-793D2807B47F}"/>
              </a:ext>
            </a:extLst>
          </p:cNvPr>
          <p:cNvSpPr/>
          <p:nvPr/>
        </p:nvSpPr>
        <p:spPr>
          <a:xfrm>
            <a:off x="5211586" y="2160524"/>
            <a:ext cx="1921928" cy="1042416"/>
          </a:xfrm>
          <a:prstGeom prst="rect">
            <a:avLst/>
          </a:prstGeom>
          <a:noFill/>
          <a:ln w="28575">
            <a:solidFill>
              <a:srgbClr val="007DBA"/>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676">
              <a:spcBef>
                <a:spcPts val="752"/>
              </a:spcBef>
              <a:spcAft>
                <a:spcPts val="152"/>
              </a:spcAft>
            </a:pPr>
            <a:r>
              <a:rPr lang="en-US" sz="1100" dirty="0">
                <a:latin typeface="Neue Haas Grotesk Text Pro" panose="020B0504020202020204" pitchFamily="34" charset="0"/>
              </a:rPr>
              <a:t>Review Work Order details</a:t>
            </a:r>
          </a:p>
        </p:txBody>
      </p:sp>
      <p:cxnSp>
        <p:nvCxnSpPr>
          <p:cNvPr id="32" name="Straight Arrow Connector 31">
            <a:extLst>
              <a:ext uri="{FF2B5EF4-FFF2-40B4-BE49-F238E27FC236}">
                <a16:creationId xmlns:a16="http://schemas.microsoft.com/office/drawing/2014/main" id="{305EDFD0-B77B-4CE6-B572-87790906E6E0}"/>
              </a:ext>
            </a:extLst>
          </p:cNvPr>
          <p:cNvCxnSpPr>
            <a:cxnSpLocks/>
          </p:cNvCxnSpPr>
          <p:nvPr/>
        </p:nvCxnSpPr>
        <p:spPr>
          <a:xfrm>
            <a:off x="4850994" y="2681732"/>
            <a:ext cx="360593"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B4B28D06-312C-443D-A6F4-B0F28D5E12D9}"/>
              </a:ext>
            </a:extLst>
          </p:cNvPr>
          <p:cNvSpPr/>
          <p:nvPr/>
        </p:nvSpPr>
        <p:spPr>
          <a:xfrm>
            <a:off x="7527581" y="2147967"/>
            <a:ext cx="1921928" cy="1042416"/>
          </a:xfrm>
          <a:prstGeom prst="rect">
            <a:avLst/>
          </a:prstGeom>
          <a:noFill/>
          <a:ln w="12700">
            <a:solidFill>
              <a:schemeClr val="tx1"/>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676">
              <a:spcBef>
                <a:spcPts val="752"/>
              </a:spcBef>
              <a:spcAft>
                <a:spcPts val="152"/>
              </a:spcAft>
            </a:pPr>
            <a:r>
              <a:rPr lang="en-US" sz="1100" dirty="0">
                <a:latin typeface="Neue Haas Grotesk Text Pro" panose="020B0504020202020204" pitchFamily="34" charset="0"/>
              </a:rPr>
              <a:t>Communicate Work Order details to the Contractor</a:t>
            </a:r>
          </a:p>
        </p:txBody>
      </p:sp>
      <p:sp>
        <p:nvSpPr>
          <p:cNvPr id="36" name="Rectangle 35">
            <a:extLst>
              <a:ext uri="{FF2B5EF4-FFF2-40B4-BE49-F238E27FC236}">
                <a16:creationId xmlns:a16="http://schemas.microsoft.com/office/drawing/2014/main" id="{F24D7834-2C8D-43FA-9010-0CD60EC51EB6}"/>
              </a:ext>
            </a:extLst>
          </p:cNvPr>
          <p:cNvSpPr/>
          <p:nvPr/>
        </p:nvSpPr>
        <p:spPr>
          <a:xfrm>
            <a:off x="9870758" y="3618428"/>
            <a:ext cx="1921928" cy="1042416"/>
          </a:xfrm>
          <a:prstGeom prst="rect">
            <a:avLst/>
          </a:prstGeom>
          <a:noFill/>
          <a:ln w="12700">
            <a:solidFill>
              <a:schemeClr val="tx1"/>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676">
              <a:spcBef>
                <a:spcPts val="752"/>
              </a:spcBef>
              <a:spcAft>
                <a:spcPts val="152"/>
              </a:spcAft>
            </a:pPr>
            <a:r>
              <a:rPr lang="en-US" sz="1100" dirty="0">
                <a:latin typeface="Neue Haas Grotesk Text Pro" panose="020B0504020202020204" pitchFamily="34" charset="0"/>
              </a:rPr>
              <a:t>Initiate the Supply Chain Management (SCM) Self-Service Receiving process </a:t>
            </a:r>
            <a:r>
              <a:rPr lang="en-US" sz="1100" dirty="0">
                <a:solidFill>
                  <a:schemeClr val="tx1"/>
                </a:solidFill>
                <a:latin typeface="Neue Haas Grotesk Text Pro" panose="020B0504020202020204" pitchFamily="34" charset="0"/>
              </a:rPr>
              <a:t>in Oracle</a:t>
            </a:r>
          </a:p>
        </p:txBody>
      </p:sp>
      <p:sp>
        <p:nvSpPr>
          <p:cNvPr id="38" name="Rectangle 37">
            <a:extLst>
              <a:ext uri="{FF2B5EF4-FFF2-40B4-BE49-F238E27FC236}">
                <a16:creationId xmlns:a16="http://schemas.microsoft.com/office/drawing/2014/main" id="{33135855-7008-4C5F-A36F-F6BF1B8A9421}"/>
              </a:ext>
            </a:extLst>
          </p:cNvPr>
          <p:cNvSpPr/>
          <p:nvPr/>
        </p:nvSpPr>
        <p:spPr>
          <a:xfrm>
            <a:off x="4391791" y="3615049"/>
            <a:ext cx="1921928" cy="1042416"/>
          </a:xfrm>
          <a:prstGeom prst="rect">
            <a:avLst/>
          </a:prstGeom>
          <a:noFill/>
          <a:ln w="28575">
            <a:solidFill>
              <a:srgbClr val="007DBA"/>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685676">
              <a:spcBef>
                <a:spcPts val="752"/>
              </a:spcBef>
              <a:spcAft>
                <a:spcPts val="152"/>
              </a:spcAft>
            </a:pPr>
            <a:endParaRPr lang="en-US" sz="1100" dirty="0">
              <a:latin typeface="Neue Haas Grotesk Text Pro" panose="020B0504020202020204" pitchFamily="34" charset="0"/>
            </a:endParaRPr>
          </a:p>
        </p:txBody>
      </p:sp>
      <p:sp>
        <p:nvSpPr>
          <p:cNvPr id="41" name="Diamond 40">
            <a:extLst>
              <a:ext uri="{FF2B5EF4-FFF2-40B4-BE49-F238E27FC236}">
                <a16:creationId xmlns:a16="http://schemas.microsoft.com/office/drawing/2014/main" id="{342A7F1D-E818-407B-A855-1E66A63D9820}"/>
              </a:ext>
            </a:extLst>
          </p:cNvPr>
          <p:cNvSpPr/>
          <p:nvPr/>
        </p:nvSpPr>
        <p:spPr>
          <a:xfrm>
            <a:off x="7363470" y="3480826"/>
            <a:ext cx="2181219" cy="1316606"/>
          </a:xfrm>
          <a:prstGeom prst="diamond">
            <a:avLst/>
          </a:prstGeom>
          <a:noFill/>
          <a:ln w="12700">
            <a:solidFill>
              <a:schemeClr val="tx1"/>
            </a:solidFill>
          </a:ln>
        </p:spPr>
        <p:style>
          <a:lnRef idx="2">
            <a:schemeClr val="dk1"/>
          </a:lnRef>
          <a:fillRef idx="1">
            <a:schemeClr val="lt1"/>
          </a:fillRef>
          <a:effectRef idx="0">
            <a:schemeClr val="dk1"/>
          </a:effectRef>
          <a:fontRef idx="minor">
            <a:schemeClr val="dk1"/>
          </a:fontRef>
        </p:style>
        <p:txBody>
          <a:bodyPr lIns="0" tIns="0" rIns="0" bIns="0" rtlCol="0" anchor="ctr">
            <a:noAutofit/>
          </a:bodyPr>
          <a:lstStyle/>
          <a:p>
            <a:pPr algn="ctr"/>
            <a:endParaRPr lang="en-US" sz="1100" dirty="0">
              <a:solidFill>
                <a:schemeClr val="tx1"/>
              </a:solidFill>
              <a:latin typeface="Neue Haas Grotesk Text Pro" panose="020B0504020202020204" pitchFamily="34" charset="0"/>
            </a:endParaRPr>
          </a:p>
        </p:txBody>
      </p:sp>
      <p:sp>
        <p:nvSpPr>
          <p:cNvPr id="42" name="TextBox 41">
            <a:extLst>
              <a:ext uri="{FF2B5EF4-FFF2-40B4-BE49-F238E27FC236}">
                <a16:creationId xmlns:a16="http://schemas.microsoft.com/office/drawing/2014/main" id="{590AEE36-DBE1-4789-ADBD-357D458922BE}"/>
              </a:ext>
            </a:extLst>
          </p:cNvPr>
          <p:cNvSpPr txBox="1"/>
          <p:nvPr/>
        </p:nvSpPr>
        <p:spPr>
          <a:xfrm>
            <a:off x="6329587" y="3712727"/>
            <a:ext cx="1197993" cy="554848"/>
          </a:xfrm>
          <a:prstGeom prst="rect">
            <a:avLst/>
          </a:prstGeom>
          <a:noFill/>
        </p:spPr>
        <p:txBody>
          <a:bodyPr wrap="square" lIns="0" rIns="0" rtlCol="0">
            <a:noAutofit/>
          </a:bodyPr>
          <a:lstStyle/>
          <a:p>
            <a:pPr algn="ctr" defTabSz="914400" eaLnBrk="1" fontAlgn="auto" hangingPunct="1">
              <a:lnSpc>
                <a:spcPct val="100000"/>
              </a:lnSpc>
              <a:spcBef>
                <a:spcPts val="0"/>
              </a:spcBef>
              <a:spcAft>
                <a:spcPts val="0"/>
              </a:spcAft>
              <a:buClrTx/>
              <a:buFontTx/>
              <a:buNone/>
            </a:pPr>
            <a:r>
              <a:rPr lang="en-GB" sz="1100" dirty="0">
                <a:latin typeface="Neue Haas Grotesk Text Pro" panose="020B0504020202020204" pitchFamily="34" charset="0"/>
              </a:rPr>
              <a:t>Completion or failure details only</a:t>
            </a:r>
            <a:endParaRPr lang="en-US" sz="1100" dirty="0">
              <a:latin typeface="Neue Haas Grotesk Text Pro" panose="020B0504020202020204" pitchFamily="34" charset="0"/>
            </a:endParaRPr>
          </a:p>
        </p:txBody>
      </p:sp>
      <p:cxnSp>
        <p:nvCxnSpPr>
          <p:cNvPr id="43" name="Straight Arrow Connector 42">
            <a:extLst>
              <a:ext uri="{FF2B5EF4-FFF2-40B4-BE49-F238E27FC236}">
                <a16:creationId xmlns:a16="http://schemas.microsoft.com/office/drawing/2014/main" id="{9E46FC18-7FFB-4D7D-B1C9-8214FBBFB986}"/>
              </a:ext>
            </a:extLst>
          </p:cNvPr>
          <p:cNvCxnSpPr>
            <a:cxnSpLocks/>
          </p:cNvCxnSpPr>
          <p:nvPr/>
        </p:nvCxnSpPr>
        <p:spPr>
          <a:xfrm flipH="1" flipV="1">
            <a:off x="6313719" y="4136511"/>
            <a:ext cx="1049751" cy="287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4" name="Rectangle 43">
            <a:extLst>
              <a:ext uri="{FF2B5EF4-FFF2-40B4-BE49-F238E27FC236}">
                <a16:creationId xmlns:a16="http://schemas.microsoft.com/office/drawing/2014/main" id="{BD999DDD-12CA-4859-B56C-6B88B72CC8EA}"/>
              </a:ext>
            </a:extLst>
          </p:cNvPr>
          <p:cNvSpPr/>
          <p:nvPr/>
        </p:nvSpPr>
        <p:spPr>
          <a:xfrm>
            <a:off x="2050500" y="3615049"/>
            <a:ext cx="1921928" cy="1042416"/>
          </a:xfrm>
          <a:prstGeom prst="rect">
            <a:avLst/>
          </a:prstGeom>
          <a:noFill/>
          <a:ln w="28575">
            <a:solidFill>
              <a:srgbClr val="007DBA"/>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685676">
              <a:spcBef>
                <a:spcPts val="752"/>
              </a:spcBef>
              <a:spcAft>
                <a:spcPts val="152"/>
              </a:spcAft>
            </a:pPr>
            <a:endParaRPr lang="en-US" sz="1100" dirty="0">
              <a:latin typeface="Neue Haas Grotesk Text Pro" panose="020B0504020202020204" pitchFamily="34" charset="0"/>
            </a:endParaRPr>
          </a:p>
        </p:txBody>
      </p:sp>
      <p:sp>
        <p:nvSpPr>
          <p:cNvPr id="11" name="TextBox 10">
            <a:extLst>
              <a:ext uri="{FF2B5EF4-FFF2-40B4-BE49-F238E27FC236}">
                <a16:creationId xmlns:a16="http://schemas.microsoft.com/office/drawing/2014/main" id="{F6FBBEEC-3C1D-4695-ABCA-CDDFC0392C3B}"/>
              </a:ext>
            </a:extLst>
          </p:cNvPr>
          <p:cNvSpPr txBox="1"/>
          <p:nvPr/>
        </p:nvSpPr>
        <p:spPr>
          <a:xfrm>
            <a:off x="2790825" y="2275667"/>
            <a:ext cx="2198411" cy="972574"/>
          </a:xfrm>
          <a:prstGeom prst="rect">
            <a:avLst/>
          </a:prstGeom>
          <a:noFill/>
        </p:spPr>
        <p:txBody>
          <a:bodyPr wrap="square" lIns="182880" tIns="146304" rIns="182880" bIns="146304" rtlCol="0">
            <a:spAutoFit/>
          </a:bodyPr>
          <a:lstStyle/>
          <a:p>
            <a:pPr algn="ctr" defTabSz="685676">
              <a:spcBef>
                <a:spcPts val="752"/>
              </a:spcBef>
              <a:spcAft>
                <a:spcPts val="152"/>
              </a:spcAft>
            </a:pPr>
            <a:r>
              <a:rPr lang="en-US" sz="1100" dirty="0">
                <a:solidFill>
                  <a:schemeClr val="dk1"/>
                </a:solidFill>
                <a:latin typeface="Neue Haas Grotesk Text Pro" panose="020B0504020202020204" pitchFamily="34" charset="0"/>
              </a:rPr>
              <a:t>Receive a Work Order with the </a:t>
            </a:r>
            <a:r>
              <a:rPr lang="en-US" sz="1100" b="1" dirty="0">
                <a:solidFill>
                  <a:schemeClr val="dk1"/>
                </a:solidFill>
                <a:latin typeface="Neue Haas Grotesk Text Pro" panose="020B0504020202020204" pitchFamily="34" charset="0"/>
              </a:rPr>
              <a:t>Waiting on Completion</a:t>
            </a:r>
            <a:r>
              <a:rPr lang="en-US" sz="1100" dirty="0">
                <a:solidFill>
                  <a:schemeClr val="dk1"/>
                </a:solidFill>
                <a:latin typeface="Neue Haas Grotesk Text Pro" panose="020B0504020202020204" pitchFamily="34" charset="0"/>
              </a:rPr>
              <a:t> status in the inbox/Assignments</a:t>
            </a:r>
          </a:p>
        </p:txBody>
      </p:sp>
      <p:sp>
        <p:nvSpPr>
          <p:cNvPr id="47" name="TextBox 46">
            <a:extLst>
              <a:ext uri="{FF2B5EF4-FFF2-40B4-BE49-F238E27FC236}">
                <a16:creationId xmlns:a16="http://schemas.microsoft.com/office/drawing/2014/main" id="{0910C4F8-A24F-4C9C-B221-B4BD9E729697}"/>
              </a:ext>
            </a:extLst>
          </p:cNvPr>
          <p:cNvSpPr txBox="1"/>
          <p:nvPr/>
        </p:nvSpPr>
        <p:spPr>
          <a:xfrm>
            <a:off x="1912258" y="3820891"/>
            <a:ext cx="2198411" cy="803297"/>
          </a:xfrm>
          <a:prstGeom prst="rect">
            <a:avLst/>
          </a:prstGeom>
          <a:noFill/>
        </p:spPr>
        <p:txBody>
          <a:bodyPr wrap="square" lIns="182880" tIns="146304" rIns="182880" bIns="146304" rtlCol="0">
            <a:spAutoFit/>
          </a:bodyPr>
          <a:lstStyle/>
          <a:p>
            <a:pPr algn="ctr" defTabSz="685676">
              <a:spcBef>
                <a:spcPts val="752"/>
              </a:spcBef>
              <a:spcAft>
                <a:spcPts val="152"/>
              </a:spcAft>
            </a:pPr>
            <a:r>
              <a:rPr lang="en-US" sz="1100" dirty="0">
                <a:latin typeface="Neue Haas Grotesk Text Pro" panose="020B0504020202020204" pitchFamily="34" charset="0"/>
              </a:rPr>
              <a:t>Update the status of the Work Order to </a:t>
            </a:r>
            <a:r>
              <a:rPr lang="en-US" sz="1100" b="1" dirty="0">
                <a:latin typeface="Neue Haas Grotesk Text Pro" panose="020B0504020202020204" pitchFamily="34" charset="0"/>
              </a:rPr>
              <a:t>Field Complete</a:t>
            </a:r>
            <a:endParaRPr lang="en-US" sz="1100" dirty="0">
              <a:latin typeface="Neue Haas Grotesk Text Pro" panose="020B0504020202020204" pitchFamily="34" charset="0"/>
            </a:endParaRPr>
          </a:p>
        </p:txBody>
      </p:sp>
      <p:cxnSp>
        <p:nvCxnSpPr>
          <p:cNvPr id="48" name="Straight Arrow Connector 47">
            <a:extLst>
              <a:ext uri="{FF2B5EF4-FFF2-40B4-BE49-F238E27FC236}">
                <a16:creationId xmlns:a16="http://schemas.microsoft.com/office/drawing/2014/main" id="{B629D6AF-A4CD-4CE6-B50E-EC25619C6B2B}"/>
              </a:ext>
            </a:extLst>
          </p:cNvPr>
          <p:cNvCxnSpPr>
            <a:cxnSpLocks/>
          </p:cNvCxnSpPr>
          <p:nvPr/>
        </p:nvCxnSpPr>
        <p:spPr>
          <a:xfrm>
            <a:off x="7133514" y="2681732"/>
            <a:ext cx="360593"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1CE6A164-97E7-4222-BFAE-1256E6B00869}"/>
              </a:ext>
            </a:extLst>
          </p:cNvPr>
          <p:cNvCxnSpPr>
            <a:cxnSpLocks/>
          </p:cNvCxnSpPr>
          <p:nvPr/>
        </p:nvCxnSpPr>
        <p:spPr>
          <a:xfrm>
            <a:off x="9449509" y="2681732"/>
            <a:ext cx="360593"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4" name="Rectangle 53">
            <a:extLst>
              <a:ext uri="{FF2B5EF4-FFF2-40B4-BE49-F238E27FC236}">
                <a16:creationId xmlns:a16="http://schemas.microsoft.com/office/drawing/2014/main" id="{0078B6DE-BA68-48C0-B7E5-31D2D495CAD7}"/>
              </a:ext>
            </a:extLst>
          </p:cNvPr>
          <p:cNvSpPr/>
          <p:nvPr/>
        </p:nvSpPr>
        <p:spPr>
          <a:xfrm>
            <a:off x="4391791" y="5195937"/>
            <a:ext cx="1921928" cy="777643"/>
          </a:xfrm>
          <a:prstGeom prst="rect">
            <a:avLst/>
          </a:prstGeom>
          <a:noFill/>
          <a:ln w="12700">
            <a:solidFill>
              <a:schemeClr val="tx1"/>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676">
              <a:spcBef>
                <a:spcPts val="752"/>
              </a:spcBef>
              <a:spcAft>
                <a:spcPts val="152"/>
              </a:spcAft>
            </a:pPr>
            <a:r>
              <a:rPr lang="en-US" sz="1100" dirty="0">
                <a:latin typeface="Neue Haas Grotesk Text Pro" panose="020B0504020202020204" pitchFamily="34" charset="0"/>
              </a:rPr>
              <a:t>Initiate the Capture Material Actuals subprocess</a:t>
            </a:r>
          </a:p>
        </p:txBody>
      </p:sp>
      <p:cxnSp>
        <p:nvCxnSpPr>
          <p:cNvPr id="20" name="Connector: Elbow 19">
            <a:extLst>
              <a:ext uri="{FF2B5EF4-FFF2-40B4-BE49-F238E27FC236}">
                <a16:creationId xmlns:a16="http://schemas.microsoft.com/office/drawing/2014/main" id="{422EFBD9-FC85-4D15-A761-2BE744A4CDCE}"/>
              </a:ext>
            </a:extLst>
          </p:cNvPr>
          <p:cNvCxnSpPr>
            <a:cxnSpLocks/>
            <a:stCxn id="41" idx="2"/>
            <a:endCxn id="54" idx="3"/>
          </p:cNvCxnSpPr>
          <p:nvPr/>
        </p:nvCxnSpPr>
        <p:spPr>
          <a:xfrm rot="5400000">
            <a:off x="6990237" y="4120915"/>
            <a:ext cx="787327" cy="2140361"/>
          </a:xfrm>
          <a:prstGeom prst="bentConnector2">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9D0FA181-1F62-4E5E-A722-A359D236B492}"/>
              </a:ext>
            </a:extLst>
          </p:cNvPr>
          <p:cNvCxnSpPr>
            <a:cxnSpLocks/>
          </p:cNvCxnSpPr>
          <p:nvPr/>
        </p:nvCxnSpPr>
        <p:spPr>
          <a:xfrm flipH="1">
            <a:off x="3972429" y="4137947"/>
            <a:ext cx="419362"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Connector: Elbow 60">
            <a:extLst>
              <a:ext uri="{FF2B5EF4-FFF2-40B4-BE49-F238E27FC236}">
                <a16:creationId xmlns:a16="http://schemas.microsoft.com/office/drawing/2014/main" id="{F73C2B48-A994-47AF-AE77-26C4CFEE766D}"/>
              </a:ext>
            </a:extLst>
          </p:cNvPr>
          <p:cNvCxnSpPr>
            <a:cxnSpLocks/>
          </p:cNvCxnSpPr>
          <p:nvPr/>
        </p:nvCxnSpPr>
        <p:spPr>
          <a:xfrm rot="10800000">
            <a:off x="9544690" y="4137694"/>
            <a:ext cx="326069" cy="507"/>
          </a:xfrm>
          <a:prstGeom prst="bentConnector3">
            <a:avLst>
              <a:gd name="adj1" fmla="val 50000"/>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A8F26124-E1D1-427C-B141-DDD98472B214}"/>
              </a:ext>
            </a:extLst>
          </p:cNvPr>
          <p:cNvSpPr txBox="1"/>
          <p:nvPr/>
        </p:nvSpPr>
        <p:spPr>
          <a:xfrm>
            <a:off x="6481331" y="5167291"/>
            <a:ext cx="1084907" cy="554848"/>
          </a:xfrm>
          <a:prstGeom prst="rect">
            <a:avLst/>
          </a:prstGeom>
          <a:noFill/>
        </p:spPr>
        <p:txBody>
          <a:bodyPr wrap="square" lIns="0" rIns="0" rtlCol="0">
            <a:noAutofit/>
          </a:bodyPr>
          <a:lstStyle/>
          <a:p>
            <a:r>
              <a:rPr lang="en-GB" sz="1100" dirty="0">
                <a:latin typeface="Neue Haas Grotesk Text Pro" panose="020B0504020202020204" pitchFamily="34" charset="0"/>
              </a:rPr>
              <a:t>Materials used during work</a:t>
            </a:r>
            <a:endParaRPr lang="en-US" sz="1100" dirty="0">
              <a:latin typeface="Neue Haas Grotesk Text Pro" panose="020B0504020202020204" pitchFamily="34" charset="0"/>
            </a:endParaRPr>
          </a:p>
        </p:txBody>
      </p:sp>
      <p:sp>
        <p:nvSpPr>
          <p:cNvPr id="81" name="TextBox 80">
            <a:extLst>
              <a:ext uri="{FF2B5EF4-FFF2-40B4-BE49-F238E27FC236}">
                <a16:creationId xmlns:a16="http://schemas.microsoft.com/office/drawing/2014/main" id="{1C1A322D-FC12-4BB2-8624-C65D73C2F8FA}"/>
              </a:ext>
            </a:extLst>
          </p:cNvPr>
          <p:cNvSpPr txBox="1"/>
          <p:nvPr/>
        </p:nvSpPr>
        <p:spPr>
          <a:xfrm>
            <a:off x="4309518" y="3830813"/>
            <a:ext cx="2198411" cy="634020"/>
          </a:xfrm>
          <a:prstGeom prst="rect">
            <a:avLst/>
          </a:prstGeom>
          <a:noFill/>
        </p:spPr>
        <p:txBody>
          <a:bodyPr wrap="square" lIns="182880" tIns="146304" rIns="182880" bIns="146304" rtlCol="0">
            <a:spAutoFit/>
          </a:bodyPr>
          <a:lstStyle/>
          <a:p>
            <a:pPr algn="ctr" defTabSz="685676">
              <a:spcBef>
                <a:spcPts val="752"/>
              </a:spcBef>
              <a:spcAft>
                <a:spcPts val="152"/>
              </a:spcAft>
            </a:pPr>
            <a:r>
              <a:rPr lang="en-US" sz="1100" dirty="0">
                <a:latin typeface="Neue Haas Grotesk Text Pro" panose="020B0504020202020204" pitchFamily="34" charset="0"/>
              </a:rPr>
              <a:t>Enter field completion or failure details</a:t>
            </a:r>
          </a:p>
        </p:txBody>
      </p:sp>
      <p:cxnSp>
        <p:nvCxnSpPr>
          <p:cNvPr id="73" name="Connector: Elbow 72">
            <a:extLst>
              <a:ext uri="{FF2B5EF4-FFF2-40B4-BE49-F238E27FC236}">
                <a16:creationId xmlns:a16="http://schemas.microsoft.com/office/drawing/2014/main" id="{2686EA1E-AFC5-4113-AFB6-F432F7D00CB5}"/>
              </a:ext>
            </a:extLst>
          </p:cNvPr>
          <p:cNvCxnSpPr>
            <a:cxnSpLocks/>
          </p:cNvCxnSpPr>
          <p:nvPr/>
        </p:nvCxnSpPr>
        <p:spPr>
          <a:xfrm rot="5400000">
            <a:off x="1195510" y="4236158"/>
            <a:ext cx="937059" cy="737256"/>
          </a:xfrm>
          <a:prstGeom prst="bentConnector3">
            <a:avLst>
              <a:gd name="adj1" fmla="val 622"/>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049D2AF2-6F51-44C8-872B-C92426CFA827}"/>
              </a:ext>
            </a:extLst>
          </p:cNvPr>
          <p:cNvSpPr/>
          <p:nvPr/>
        </p:nvSpPr>
        <p:spPr>
          <a:xfrm>
            <a:off x="9838175" y="2135810"/>
            <a:ext cx="1921928" cy="1042416"/>
          </a:xfrm>
          <a:prstGeom prst="rect">
            <a:avLst/>
          </a:prstGeom>
          <a:noFill/>
          <a:ln w="12700">
            <a:solidFill>
              <a:schemeClr val="tx1"/>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685676">
              <a:spcBef>
                <a:spcPts val="752"/>
              </a:spcBef>
              <a:spcAft>
                <a:spcPts val="152"/>
              </a:spcAft>
            </a:pPr>
            <a:r>
              <a:rPr lang="en-US" sz="1100" dirty="0">
                <a:latin typeface="Neue Haas Grotesk Text Pro" panose="020B0504020202020204" pitchFamily="34" charset="0"/>
              </a:rPr>
              <a:t>Receive a notification from the Contractor that the Work Order has reached the completion milestone or is partially complete</a:t>
            </a:r>
          </a:p>
        </p:txBody>
      </p:sp>
      <p:cxnSp>
        <p:nvCxnSpPr>
          <p:cNvPr id="45" name="Straight Arrow Connector 44">
            <a:extLst>
              <a:ext uri="{FF2B5EF4-FFF2-40B4-BE49-F238E27FC236}">
                <a16:creationId xmlns:a16="http://schemas.microsoft.com/office/drawing/2014/main" id="{5E8165B5-9207-49E1-B0B1-8EC7F72C3C78}"/>
              </a:ext>
            </a:extLst>
          </p:cNvPr>
          <p:cNvCxnSpPr>
            <a:cxnSpLocks/>
            <a:endCxn id="36" idx="0"/>
          </p:cNvCxnSpPr>
          <p:nvPr/>
        </p:nvCxnSpPr>
        <p:spPr>
          <a:xfrm flipH="1">
            <a:off x="10831722" y="3181483"/>
            <a:ext cx="5154" cy="43694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0" name="Rectangle 49">
            <a:extLst>
              <a:ext uri="{FF2B5EF4-FFF2-40B4-BE49-F238E27FC236}">
                <a16:creationId xmlns:a16="http://schemas.microsoft.com/office/drawing/2014/main" id="{14F4F4F6-DE31-4953-AAD4-0031F94CD268}"/>
              </a:ext>
            </a:extLst>
          </p:cNvPr>
          <p:cNvSpPr/>
          <p:nvPr/>
        </p:nvSpPr>
        <p:spPr>
          <a:xfrm>
            <a:off x="10421361" y="6236008"/>
            <a:ext cx="1679331" cy="554848"/>
          </a:xfrm>
          <a:prstGeom prst="rect">
            <a:avLst/>
          </a:prstGeom>
          <a:solidFill>
            <a:srgbClr val="FFFFFF">
              <a:lumMod val="95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74" b="0" i="0" u="none" strike="noStrike" kern="0" cap="none" spc="0" normalizeH="0" baseline="0" noProof="0" dirty="0">
              <a:ln>
                <a:noFill/>
              </a:ln>
              <a:solidFill>
                <a:srgbClr val="FFFFFF"/>
              </a:solidFill>
              <a:effectLst/>
              <a:uLnTx/>
              <a:uFillTx/>
              <a:latin typeface="Graphik"/>
              <a:ea typeface="+mn-ea"/>
              <a:cs typeface="+mn-cs"/>
            </a:endParaRPr>
          </a:p>
        </p:txBody>
      </p:sp>
      <p:grpSp>
        <p:nvGrpSpPr>
          <p:cNvPr id="52" name="Group 51">
            <a:extLst>
              <a:ext uri="{FF2B5EF4-FFF2-40B4-BE49-F238E27FC236}">
                <a16:creationId xmlns:a16="http://schemas.microsoft.com/office/drawing/2014/main" id="{F16650FC-4DC4-4465-B1D3-CA313188AAAE}"/>
              </a:ext>
            </a:extLst>
          </p:cNvPr>
          <p:cNvGrpSpPr/>
          <p:nvPr/>
        </p:nvGrpSpPr>
        <p:grpSpPr>
          <a:xfrm rot="5400000">
            <a:off x="11127754" y="5370912"/>
            <a:ext cx="266548" cy="1679331"/>
            <a:chOff x="205489" y="6594111"/>
            <a:chExt cx="376744" cy="2072413"/>
          </a:xfrm>
        </p:grpSpPr>
        <p:sp>
          <p:nvSpPr>
            <p:cNvPr id="53" name="Rectangle 52">
              <a:extLst>
                <a:ext uri="{FF2B5EF4-FFF2-40B4-BE49-F238E27FC236}">
                  <a16:creationId xmlns:a16="http://schemas.microsoft.com/office/drawing/2014/main" id="{F8A91DC5-AAF7-4E04-ACE1-2BD214D0A93F}"/>
                </a:ext>
              </a:extLst>
            </p:cNvPr>
            <p:cNvSpPr/>
            <p:nvPr/>
          </p:nvSpPr>
          <p:spPr>
            <a:xfrm>
              <a:off x="244072" y="6594111"/>
              <a:ext cx="318119" cy="2072413"/>
            </a:xfrm>
            <a:prstGeom prst="rect">
              <a:avLst/>
            </a:prstGeom>
            <a:solidFill>
              <a:schemeClr val="bg2"/>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49" b="0" i="0" u="none" strike="noStrike" kern="0" cap="none" spc="0" normalizeH="0" baseline="0" noProof="0" dirty="0">
                <a:ln>
                  <a:noFill/>
                </a:ln>
                <a:solidFill>
                  <a:srgbClr val="FFFFFF"/>
                </a:solidFill>
                <a:effectLst/>
                <a:uLnTx/>
                <a:uFillTx/>
                <a:latin typeface="Graphik"/>
                <a:ea typeface="+mn-ea"/>
                <a:cs typeface="+mn-cs"/>
              </a:endParaRPr>
            </a:p>
          </p:txBody>
        </p:sp>
        <p:sp>
          <p:nvSpPr>
            <p:cNvPr id="55" name="Rectangle 54">
              <a:extLst>
                <a:ext uri="{FF2B5EF4-FFF2-40B4-BE49-F238E27FC236}">
                  <a16:creationId xmlns:a16="http://schemas.microsoft.com/office/drawing/2014/main" id="{67AF3694-C8E8-4173-B7D8-7FA3DE583C36}"/>
                </a:ext>
              </a:extLst>
            </p:cNvPr>
            <p:cNvSpPr/>
            <p:nvPr/>
          </p:nvSpPr>
          <p:spPr>
            <a:xfrm rot="16200000">
              <a:off x="-113527" y="7403847"/>
              <a:ext cx="1014776" cy="376744"/>
            </a:xfrm>
            <a:prstGeom prst="rect">
              <a:avLst/>
            </a:prstGeom>
            <a:noFill/>
            <a:ln>
              <a:no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32" b="1" i="0" u="none" strike="noStrike" kern="0" cap="none" spc="0" normalizeH="0" baseline="0" noProof="0" dirty="0">
                  <a:ln w="0"/>
                  <a:solidFill>
                    <a:srgbClr val="FFFFFF"/>
                  </a:solidFill>
                  <a:effectLst/>
                  <a:uLnTx/>
                  <a:uFillTx/>
                  <a:latin typeface="Graphik"/>
                  <a:ea typeface="+mn-ea"/>
                  <a:cs typeface="+mn-cs"/>
                </a:rPr>
                <a:t>LEGEND</a:t>
              </a:r>
            </a:p>
          </p:txBody>
        </p:sp>
      </p:grpSp>
      <p:sp>
        <p:nvSpPr>
          <p:cNvPr id="56" name="Oval 55">
            <a:extLst>
              <a:ext uri="{FF2B5EF4-FFF2-40B4-BE49-F238E27FC236}">
                <a16:creationId xmlns:a16="http://schemas.microsoft.com/office/drawing/2014/main" id="{6B6D1EE4-B493-4FAF-8429-BC5599964AC6}"/>
              </a:ext>
            </a:extLst>
          </p:cNvPr>
          <p:cNvSpPr/>
          <p:nvPr/>
        </p:nvSpPr>
        <p:spPr bwMode="auto">
          <a:xfrm>
            <a:off x="10553480" y="6466754"/>
            <a:ext cx="169382" cy="169382"/>
          </a:xfrm>
          <a:prstGeom prst="ellipse">
            <a:avLst/>
          </a:prstGeom>
          <a:solidFill>
            <a:srgbClr val="007DBA"/>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GB" sz="2400" dirty="0">
              <a:gradFill>
                <a:gsLst>
                  <a:gs pos="0">
                    <a:srgbClr val="FFFFFF"/>
                  </a:gs>
                  <a:gs pos="100000">
                    <a:srgbClr val="FFFFFF"/>
                  </a:gs>
                </a:gsLst>
                <a:lin ang="5400000" scaled="0"/>
              </a:gradFill>
              <a:ea typeface="Segoe UI" pitchFamily="34" charset="0"/>
              <a:cs typeface="Segoe UI" pitchFamily="34" charset="0"/>
            </a:endParaRPr>
          </a:p>
        </p:txBody>
      </p:sp>
      <p:graphicFrame>
        <p:nvGraphicFramePr>
          <p:cNvPr id="57" name="Table 44">
            <a:extLst>
              <a:ext uri="{FF2B5EF4-FFF2-40B4-BE49-F238E27FC236}">
                <a16:creationId xmlns:a16="http://schemas.microsoft.com/office/drawing/2014/main" id="{D740C706-672C-4357-AC26-00C30B6B7E30}"/>
              </a:ext>
            </a:extLst>
          </p:cNvPr>
          <p:cNvGraphicFramePr>
            <a:graphicFrameLocks noGrp="1"/>
          </p:cNvGraphicFramePr>
          <p:nvPr>
            <p:extLst>
              <p:ext uri="{D42A27DB-BD31-4B8C-83A1-F6EECF244321}">
                <p14:modId xmlns:p14="http://schemas.microsoft.com/office/powerpoint/2010/main" val="3362183167"/>
              </p:ext>
            </p:extLst>
          </p:nvPr>
        </p:nvGraphicFramePr>
        <p:xfrm>
          <a:off x="10449774" y="6368028"/>
          <a:ext cx="1965470" cy="320040"/>
        </p:xfrm>
        <a:graphic>
          <a:graphicData uri="http://schemas.openxmlformats.org/drawingml/2006/table">
            <a:tbl>
              <a:tblPr firstRow="1" bandRow="1">
                <a:tableStyleId>{5C22544A-7EE6-4342-B048-85BDC9FD1C3A}</a:tableStyleId>
              </a:tblPr>
              <a:tblGrid>
                <a:gridCol w="286206">
                  <a:extLst>
                    <a:ext uri="{9D8B030D-6E8A-4147-A177-3AD203B41FA5}">
                      <a16:colId xmlns:a16="http://schemas.microsoft.com/office/drawing/2014/main" val="2238182837"/>
                    </a:ext>
                  </a:extLst>
                </a:gridCol>
                <a:gridCol w="1679264">
                  <a:extLst>
                    <a:ext uri="{9D8B030D-6E8A-4147-A177-3AD203B41FA5}">
                      <a16:colId xmlns:a16="http://schemas.microsoft.com/office/drawing/2014/main" val="2194601379"/>
                    </a:ext>
                  </a:extLst>
                </a:gridCol>
              </a:tblGrid>
              <a:tr h="0">
                <a:tc>
                  <a:txBody>
                    <a:bodyPr/>
                    <a:lstStyle/>
                    <a:p>
                      <a:endParaRPr lang="en-GB" sz="10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lang="en-US" sz="500" b="1" dirty="0">
                        <a:solidFill>
                          <a:schemeClr val="tx1"/>
                        </a:solidFill>
                      </a:endParaRPr>
                    </a:p>
                    <a:p>
                      <a:pPr marL="0" marR="0" lvl="0" indent="0" algn="l" defTabSz="914367" rtl="0" eaLnBrk="1" fontAlgn="auto" latinLnBrk="0" hangingPunct="1">
                        <a:lnSpc>
                          <a:spcPct val="100000"/>
                        </a:lnSpc>
                        <a:spcBef>
                          <a:spcPts val="0"/>
                        </a:spcBef>
                        <a:spcAft>
                          <a:spcPts val="0"/>
                        </a:spcAft>
                        <a:buClrTx/>
                        <a:buSzTx/>
                        <a:buFontTx/>
                        <a:buNone/>
                        <a:tabLst/>
                        <a:defRPr/>
                      </a:pPr>
                      <a:r>
                        <a:rPr lang="en-US" sz="1000" b="1" dirty="0">
                          <a:solidFill>
                            <a:schemeClr val="tx1"/>
                          </a:solidFill>
                        </a:rPr>
                        <a:t>Action in Maximo</a:t>
                      </a:r>
                      <a:endParaRPr lang="en-GB" sz="10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22991437"/>
                  </a:ext>
                </a:extLst>
              </a:tr>
            </a:tbl>
          </a:graphicData>
        </a:graphic>
      </p:graphicFrame>
      <p:sp>
        <p:nvSpPr>
          <p:cNvPr id="7" name="Rectangle 6">
            <a:extLst>
              <a:ext uri="{FF2B5EF4-FFF2-40B4-BE49-F238E27FC236}">
                <a16:creationId xmlns:a16="http://schemas.microsoft.com/office/drawing/2014/main" id="{1834A85D-6FD5-41F4-B241-09ADE02F33B8}"/>
              </a:ext>
            </a:extLst>
          </p:cNvPr>
          <p:cNvSpPr/>
          <p:nvPr/>
        </p:nvSpPr>
        <p:spPr>
          <a:xfrm>
            <a:off x="7774241" y="3597796"/>
            <a:ext cx="1373650" cy="938719"/>
          </a:xfrm>
          <a:prstGeom prst="rect">
            <a:avLst/>
          </a:prstGeom>
        </p:spPr>
        <p:txBody>
          <a:bodyPr wrap="square">
            <a:spAutoFit/>
          </a:bodyPr>
          <a:lstStyle/>
          <a:p>
            <a:pPr algn="ctr"/>
            <a:r>
              <a:rPr lang="en-US" sz="1100" dirty="0">
                <a:latin typeface="Neue Haas Grotesk Text Pro" panose="020B0504020202020204" pitchFamily="34" charset="0"/>
              </a:rPr>
              <a:t>Are the completion or failure and materials used details required?</a:t>
            </a:r>
          </a:p>
        </p:txBody>
      </p:sp>
      <p:cxnSp>
        <p:nvCxnSpPr>
          <p:cNvPr id="64" name="Straight Arrow Connector 63">
            <a:extLst>
              <a:ext uri="{FF2B5EF4-FFF2-40B4-BE49-F238E27FC236}">
                <a16:creationId xmlns:a16="http://schemas.microsoft.com/office/drawing/2014/main" id="{CFD6759D-48DF-417F-A7D7-E4C78205AF77}"/>
              </a:ext>
            </a:extLst>
          </p:cNvPr>
          <p:cNvCxnSpPr>
            <a:cxnSpLocks/>
          </p:cNvCxnSpPr>
          <p:nvPr/>
        </p:nvCxnSpPr>
        <p:spPr>
          <a:xfrm flipV="1">
            <a:off x="5432979" y="4661067"/>
            <a:ext cx="4174" cy="49373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 name="Oval 50">
            <a:extLst>
              <a:ext uri="{FF2B5EF4-FFF2-40B4-BE49-F238E27FC236}">
                <a16:creationId xmlns:a16="http://schemas.microsoft.com/office/drawing/2014/main" id="{2B20757F-D45B-42FC-8EB3-F90712B8F7C0}"/>
              </a:ext>
            </a:extLst>
          </p:cNvPr>
          <p:cNvSpPr>
            <a:spLocks noChangeAspect="1"/>
          </p:cNvSpPr>
          <p:nvPr/>
        </p:nvSpPr>
        <p:spPr>
          <a:xfrm>
            <a:off x="1714858" y="2265139"/>
            <a:ext cx="839500" cy="836762"/>
          </a:xfrm>
          <a:prstGeom prst="ellipse">
            <a:avLst/>
          </a:prstGeom>
          <a:solidFill>
            <a:srgbClr val="4A773C"/>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bg1"/>
                </a:solidFill>
                <a:latin typeface="Neue Haas Grotesk Text Pro" panose="020B0504020202020204" pitchFamily="34" charset="0"/>
                <a:cs typeface="Arial" panose="020B0604020202020204" pitchFamily="34" charset="0"/>
              </a:rPr>
              <a:t>Start</a:t>
            </a:r>
          </a:p>
        </p:txBody>
      </p:sp>
      <p:sp>
        <p:nvSpPr>
          <p:cNvPr id="66" name="Oval 65">
            <a:extLst>
              <a:ext uri="{FF2B5EF4-FFF2-40B4-BE49-F238E27FC236}">
                <a16:creationId xmlns:a16="http://schemas.microsoft.com/office/drawing/2014/main" id="{62080598-7089-46A1-9A12-73CC3AABA179}"/>
              </a:ext>
            </a:extLst>
          </p:cNvPr>
          <p:cNvSpPr>
            <a:spLocks noChangeAspect="1"/>
          </p:cNvSpPr>
          <p:nvPr/>
        </p:nvSpPr>
        <p:spPr>
          <a:xfrm>
            <a:off x="889125" y="5073316"/>
            <a:ext cx="797867" cy="797867"/>
          </a:xfrm>
          <a:prstGeom prst="ellipse">
            <a:avLst/>
          </a:prstGeom>
          <a:solidFill>
            <a:srgbClr val="C8102E"/>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Neue Haas Grotesk Text Pro" panose="020B0504020202020204" pitchFamily="34" charset="0"/>
                <a:cs typeface="Arial" panose="020B0604020202020204" pitchFamily="34" charset="0"/>
              </a:rPr>
              <a:t>End</a:t>
            </a:r>
          </a:p>
        </p:txBody>
      </p:sp>
    </p:spTree>
    <p:extLst>
      <p:ext uri="{BB962C8B-B14F-4D97-AF65-F5344CB8AC3E}">
        <p14:creationId xmlns:p14="http://schemas.microsoft.com/office/powerpoint/2010/main" val="238349235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1B01693-06B7-461E-B53F-EEAAA0982401}"/>
              </a:ext>
            </a:extLst>
          </p:cNvPr>
          <p:cNvPicPr>
            <a:picLocks noChangeAspect="1"/>
          </p:cNvPicPr>
          <p:nvPr/>
        </p:nvPicPr>
        <p:blipFill>
          <a:blip r:embed="rId3"/>
          <a:stretch>
            <a:fillRect/>
          </a:stretch>
        </p:blipFill>
        <p:spPr>
          <a:xfrm>
            <a:off x="2764971" y="2012787"/>
            <a:ext cx="9372601" cy="4679460"/>
          </a:xfrm>
          <a:prstGeom prst="rect">
            <a:avLst/>
          </a:prstGeom>
          <a:scene3d>
            <a:camera prst="orthographicFront"/>
            <a:lightRig rig="threePt" dir="t"/>
          </a:scene3d>
          <a:sp3d>
            <a:bevelT/>
          </a:sp3d>
        </p:spPr>
      </p:pic>
      <p:sp>
        <p:nvSpPr>
          <p:cNvPr id="8" name="AutoShape 18">
            <a:extLst>
              <a:ext uri="{FF2B5EF4-FFF2-40B4-BE49-F238E27FC236}">
                <a16:creationId xmlns:a16="http://schemas.microsoft.com/office/drawing/2014/main" id="{F545F2A8-9A5E-4146-BFE7-251E67B54C9A}"/>
              </a:ext>
            </a:extLst>
          </p:cNvPr>
          <p:cNvSpPr>
            <a:spLocks noChangeArrowheads="1"/>
          </p:cNvSpPr>
          <p:nvPr/>
        </p:nvSpPr>
        <p:spPr bwMode="auto">
          <a:xfrm>
            <a:off x="384048" y="2147958"/>
            <a:ext cx="2141439" cy="1531413"/>
          </a:xfrm>
          <a:prstGeom prst="wedgeRectCallout">
            <a:avLst>
              <a:gd name="adj1" fmla="val 107104"/>
              <a:gd name="adj2" fmla="val 81489"/>
            </a:avLst>
          </a:prstGeom>
          <a:solidFill>
            <a:srgbClr val="FFE04F">
              <a:alpha val="50999"/>
            </a:srgbClr>
          </a:solidFill>
          <a:ln w="9525">
            <a:solidFill>
              <a:schemeClr val="folHlink"/>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endParaRPr lang="en-US" dirty="0">
              <a:solidFill>
                <a:srgbClr val="002E62"/>
              </a:solidFill>
              <a:cs typeface="Arial" charset="0"/>
            </a:endParaRPr>
          </a:p>
        </p:txBody>
      </p:sp>
      <p:sp>
        <p:nvSpPr>
          <p:cNvPr id="2" name="Title 1">
            <a:extLst>
              <a:ext uri="{FF2B5EF4-FFF2-40B4-BE49-F238E27FC236}">
                <a16:creationId xmlns:a16="http://schemas.microsoft.com/office/drawing/2014/main" id="{A84CCBCD-3A0A-404A-86D2-4E1631397A94}"/>
              </a:ext>
            </a:extLst>
          </p:cNvPr>
          <p:cNvSpPr>
            <a:spLocks noGrp="1"/>
          </p:cNvSpPr>
          <p:nvPr>
            <p:ph type="title"/>
          </p:nvPr>
        </p:nvSpPr>
        <p:spPr/>
        <p:txBody>
          <a:bodyPr/>
          <a:lstStyle/>
          <a:p>
            <a:r>
              <a:rPr lang="en-US" dirty="0">
                <a:solidFill>
                  <a:schemeClr val="tx1"/>
                </a:solidFill>
              </a:rPr>
              <a:t>Maximo Navigation – Select a Site</a:t>
            </a:r>
          </a:p>
        </p:txBody>
      </p:sp>
      <p:sp>
        <p:nvSpPr>
          <p:cNvPr id="3" name="Text Placeholder 2">
            <a:extLst>
              <a:ext uri="{FF2B5EF4-FFF2-40B4-BE49-F238E27FC236}">
                <a16:creationId xmlns:a16="http://schemas.microsoft.com/office/drawing/2014/main" id="{69C1E0DA-73B5-4472-8C95-3845C779C63B}"/>
              </a:ext>
            </a:extLst>
          </p:cNvPr>
          <p:cNvSpPr>
            <a:spLocks noGrp="1"/>
          </p:cNvSpPr>
          <p:nvPr>
            <p:ph type="body" sz="quarter" idx="10"/>
          </p:nvPr>
        </p:nvSpPr>
        <p:spPr>
          <a:xfrm>
            <a:off x="384048" y="990600"/>
            <a:ext cx="11430000" cy="553998"/>
          </a:xfrm>
        </p:spPr>
        <p:txBody>
          <a:bodyPr/>
          <a:lstStyle/>
          <a:p>
            <a:r>
              <a:rPr lang="en-US" dirty="0"/>
              <a:t>Some users have access to multiple sites (e.g., GTMUS, GTMCAN, etc.). To manage sites, select the </a:t>
            </a:r>
            <a:r>
              <a:rPr lang="en-US" b="1" dirty="0"/>
              <a:t>Profile</a:t>
            </a:r>
            <a:r>
              <a:rPr lang="en-US" dirty="0"/>
              <a:t> icon, then select </a:t>
            </a:r>
            <a:r>
              <a:rPr lang="en-US" b="1" dirty="0"/>
              <a:t>Default information. </a:t>
            </a:r>
            <a:r>
              <a:rPr lang="en-US" dirty="0"/>
              <a:t>Update the </a:t>
            </a:r>
            <a:r>
              <a:rPr lang="en-US" b="1" dirty="0"/>
              <a:t>Default Insert Site </a:t>
            </a:r>
            <a:r>
              <a:rPr lang="en-US" dirty="0"/>
              <a:t>field as required.</a:t>
            </a:r>
            <a:endParaRPr lang="en-US" b="1" dirty="0"/>
          </a:p>
        </p:txBody>
      </p:sp>
      <p:pic>
        <p:nvPicPr>
          <p:cNvPr id="5" name="Picture 4">
            <a:extLst>
              <a:ext uri="{FF2B5EF4-FFF2-40B4-BE49-F238E27FC236}">
                <a16:creationId xmlns:a16="http://schemas.microsoft.com/office/drawing/2014/main" id="{BC9123CE-F830-4BAB-9FED-A04C96F04243}"/>
              </a:ext>
            </a:extLst>
          </p:cNvPr>
          <p:cNvPicPr>
            <a:picLocks noChangeAspect="1"/>
          </p:cNvPicPr>
          <p:nvPr/>
        </p:nvPicPr>
        <p:blipFill>
          <a:blip r:embed="rId4"/>
          <a:stretch>
            <a:fillRect/>
          </a:stretch>
        </p:blipFill>
        <p:spPr>
          <a:xfrm>
            <a:off x="479648" y="2242457"/>
            <a:ext cx="1948195" cy="1356143"/>
          </a:xfrm>
          <a:prstGeom prst="rect">
            <a:avLst/>
          </a:prstGeom>
        </p:spPr>
      </p:pic>
      <p:sp>
        <p:nvSpPr>
          <p:cNvPr id="9" name="Rectangle 8">
            <a:extLst>
              <a:ext uri="{FF2B5EF4-FFF2-40B4-BE49-F238E27FC236}">
                <a16:creationId xmlns:a16="http://schemas.microsoft.com/office/drawing/2014/main" id="{072B71E8-3048-4757-A6DE-B95452D5DB2B}"/>
              </a:ext>
            </a:extLst>
          </p:cNvPr>
          <p:cNvSpPr/>
          <p:nvPr/>
        </p:nvSpPr>
        <p:spPr>
          <a:xfrm>
            <a:off x="683905" y="2438666"/>
            <a:ext cx="1500495" cy="357708"/>
          </a:xfrm>
          <a:prstGeom prst="rect">
            <a:avLst/>
          </a:prstGeom>
          <a:noFill/>
          <a:ln w="28575">
            <a:solidFill>
              <a:srgbClr val="C8102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prstClr val="white"/>
              </a:solidFill>
              <a:latin typeface="Neue Haas Grotesk Text Pro" panose="020B0504020202020204" pitchFamily="34" charset="0"/>
            </a:endParaRPr>
          </a:p>
        </p:txBody>
      </p:sp>
      <p:sp>
        <p:nvSpPr>
          <p:cNvPr id="10" name="Rectangle 9">
            <a:extLst>
              <a:ext uri="{FF2B5EF4-FFF2-40B4-BE49-F238E27FC236}">
                <a16:creationId xmlns:a16="http://schemas.microsoft.com/office/drawing/2014/main" id="{F395587F-793D-4C3D-BF3B-F1A4113D6035}"/>
              </a:ext>
            </a:extLst>
          </p:cNvPr>
          <p:cNvSpPr/>
          <p:nvPr/>
        </p:nvSpPr>
        <p:spPr>
          <a:xfrm>
            <a:off x="11430000" y="1812238"/>
            <a:ext cx="282352" cy="626427"/>
          </a:xfrm>
          <a:prstGeom prst="rect">
            <a:avLst/>
          </a:prstGeom>
          <a:noFill/>
          <a:ln w="28575">
            <a:solidFill>
              <a:srgbClr val="C8102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prstClr val="white"/>
              </a:solidFill>
              <a:latin typeface="Neue Haas Grotesk Text Pro" panose="020B0504020202020204" pitchFamily="34" charset="0"/>
            </a:endParaRPr>
          </a:p>
        </p:txBody>
      </p:sp>
      <p:sp>
        <p:nvSpPr>
          <p:cNvPr id="11" name="Rectangle 10">
            <a:extLst>
              <a:ext uri="{FF2B5EF4-FFF2-40B4-BE49-F238E27FC236}">
                <a16:creationId xmlns:a16="http://schemas.microsoft.com/office/drawing/2014/main" id="{90BAD816-223F-4F15-9A1D-EB89BB160A60}"/>
              </a:ext>
            </a:extLst>
          </p:cNvPr>
          <p:cNvSpPr/>
          <p:nvPr/>
        </p:nvSpPr>
        <p:spPr>
          <a:xfrm>
            <a:off x="6781800" y="2796373"/>
            <a:ext cx="1513114" cy="379215"/>
          </a:xfrm>
          <a:prstGeom prst="rect">
            <a:avLst/>
          </a:prstGeom>
          <a:noFill/>
          <a:ln w="28575">
            <a:solidFill>
              <a:srgbClr val="C8102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prstClr val="white"/>
              </a:solidFill>
              <a:latin typeface="Neue Haas Grotesk Text Pro" panose="020B0504020202020204" pitchFamily="34" charset="0"/>
            </a:endParaRPr>
          </a:p>
        </p:txBody>
      </p:sp>
    </p:spTree>
    <p:extLst>
      <p:ext uri="{BB962C8B-B14F-4D97-AF65-F5344CB8AC3E}">
        <p14:creationId xmlns:p14="http://schemas.microsoft.com/office/powerpoint/2010/main" val="925696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3B7A657-9662-45B6-86D5-17A919862B5C}"/>
              </a:ext>
            </a:extLst>
          </p:cNvPr>
          <p:cNvSpPr>
            <a:spLocks noGrp="1"/>
          </p:cNvSpPr>
          <p:nvPr>
            <p:ph type="body" sz="quarter" idx="10"/>
          </p:nvPr>
        </p:nvSpPr>
        <p:spPr/>
        <p:txBody>
          <a:bodyPr/>
          <a:lstStyle/>
          <a:p>
            <a:r>
              <a:rPr lang="en-US" dirty="0"/>
              <a:t>Update the </a:t>
            </a:r>
            <a:r>
              <a:rPr lang="en-US" b="1" dirty="0"/>
              <a:t>LEAD</a:t>
            </a:r>
            <a:r>
              <a:rPr lang="en-US" dirty="0"/>
              <a:t> in the </a:t>
            </a:r>
            <a:r>
              <a:rPr lang="en-US" i="1" dirty="0"/>
              <a:t>Responsibility</a:t>
            </a:r>
            <a:r>
              <a:rPr lang="en-US" dirty="0"/>
              <a:t> section</a:t>
            </a:r>
          </a:p>
        </p:txBody>
      </p:sp>
      <p:sp>
        <p:nvSpPr>
          <p:cNvPr id="3" name="Title 2">
            <a:extLst>
              <a:ext uri="{FF2B5EF4-FFF2-40B4-BE49-F238E27FC236}">
                <a16:creationId xmlns:a16="http://schemas.microsoft.com/office/drawing/2014/main" id="{D0CFE65C-0E8E-4098-9AC4-8AD1273A7D97}"/>
              </a:ext>
            </a:extLst>
          </p:cNvPr>
          <p:cNvSpPr>
            <a:spLocks noGrp="1"/>
          </p:cNvSpPr>
          <p:nvPr>
            <p:ph type="title"/>
          </p:nvPr>
        </p:nvSpPr>
        <p:spPr/>
        <p:txBody>
          <a:bodyPr/>
          <a:lstStyle/>
          <a:p>
            <a:r>
              <a:rPr lang="en-US" dirty="0"/>
              <a:t>Responsibility section on the Work Order</a:t>
            </a:r>
          </a:p>
        </p:txBody>
      </p:sp>
      <p:pic>
        <p:nvPicPr>
          <p:cNvPr id="5" name="Picture 4">
            <a:extLst>
              <a:ext uri="{FF2B5EF4-FFF2-40B4-BE49-F238E27FC236}">
                <a16:creationId xmlns:a16="http://schemas.microsoft.com/office/drawing/2014/main" id="{C073B991-0701-407E-ADB0-1BBC3BDDD617}"/>
              </a:ext>
            </a:extLst>
          </p:cNvPr>
          <p:cNvPicPr>
            <a:picLocks noChangeAspect="1"/>
          </p:cNvPicPr>
          <p:nvPr/>
        </p:nvPicPr>
        <p:blipFill>
          <a:blip r:embed="rId3"/>
          <a:stretch>
            <a:fillRect/>
          </a:stretch>
        </p:blipFill>
        <p:spPr>
          <a:xfrm>
            <a:off x="377952" y="1954306"/>
            <a:ext cx="11430000" cy="4480855"/>
          </a:xfrm>
          <a:prstGeom prst="rect">
            <a:avLst/>
          </a:prstGeom>
        </p:spPr>
      </p:pic>
    </p:spTree>
    <p:extLst>
      <p:ext uri="{BB962C8B-B14F-4D97-AF65-F5344CB8AC3E}">
        <p14:creationId xmlns:p14="http://schemas.microsoft.com/office/powerpoint/2010/main" val="2439618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B9A9AEB-D5AC-43BB-BE5D-3B5DD160B770}"/>
              </a:ext>
            </a:extLst>
          </p:cNvPr>
          <p:cNvSpPr>
            <a:spLocks noGrp="1"/>
          </p:cNvSpPr>
          <p:nvPr>
            <p:ph type="body" sz="quarter" idx="10"/>
          </p:nvPr>
        </p:nvSpPr>
        <p:spPr/>
        <p:txBody>
          <a:bodyPr/>
          <a:lstStyle/>
          <a:p>
            <a:r>
              <a:rPr lang="en-US" dirty="0"/>
              <a:t>The </a:t>
            </a:r>
            <a:r>
              <a:rPr lang="en-US" b="1" dirty="0"/>
              <a:t>LEAD</a:t>
            </a:r>
            <a:r>
              <a:rPr lang="en-US" dirty="0"/>
              <a:t> selects </a:t>
            </a:r>
            <a:r>
              <a:rPr lang="en-US" b="1" dirty="0"/>
              <a:t>Route Workflow </a:t>
            </a:r>
            <a:r>
              <a:rPr lang="en-US" dirty="0"/>
              <a:t>to move status to </a:t>
            </a:r>
            <a:r>
              <a:rPr lang="en-US" b="1" dirty="0"/>
              <a:t>FLDCOMP</a:t>
            </a:r>
          </a:p>
        </p:txBody>
      </p:sp>
      <p:sp>
        <p:nvSpPr>
          <p:cNvPr id="3" name="Title 2">
            <a:extLst>
              <a:ext uri="{FF2B5EF4-FFF2-40B4-BE49-F238E27FC236}">
                <a16:creationId xmlns:a16="http://schemas.microsoft.com/office/drawing/2014/main" id="{B815B876-062C-4287-9D2C-666981AB668C}"/>
              </a:ext>
            </a:extLst>
          </p:cNvPr>
          <p:cNvSpPr>
            <a:spLocks noGrp="1"/>
          </p:cNvSpPr>
          <p:nvPr>
            <p:ph type="title"/>
          </p:nvPr>
        </p:nvSpPr>
        <p:spPr/>
        <p:txBody>
          <a:bodyPr/>
          <a:lstStyle/>
          <a:p>
            <a:r>
              <a:rPr lang="en-US" dirty="0"/>
              <a:t>FLDCOMP Status - Work Order in Maximo</a:t>
            </a:r>
          </a:p>
        </p:txBody>
      </p:sp>
      <p:pic>
        <p:nvPicPr>
          <p:cNvPr id="7" name="Picture 6">
            <a:extLst>
              <a:ext uri="{FF2B5EF4-FFF2-40B4-BE49-F238E27FC236}">
                <a16:creationId xmlns:a16="http://schemas.microsoft.com/office/drawing/2014/main" id="{43895EC8-D3F3-4082-860C-1CF8C7B95F1D}"/>
              </a:ext>
            </a:extLst>
          </p:cNvPr>
          <p:cNvPicPr>
            <a:picLocks noChangeAspect="1"/>
          </p:cNvPicPr>
          <p:nvPr/>
        </p:nvPicPr>
        <p:blipFill>
          <a:blip r:embed="rId2"/>
          <a:stretch>
            <a:fillRect/>
          </a:stretch>
        </p:blipFill>
        <p:spPr>
          <a:xfrm>
            <a:off x="747656" y="1788160"/>
            <a:ext cx="9646024" cy="4766181"/>
          </a:xfrm>
          <a:prstGeom prst="rect">
            <a:avLst/>
          </a:prstGeom>
        </p:spPr>
      </p:pic>
    </p:spTree>
    <p:extLst>
      <p:ext uri="{BB962C8B-B14F-4D97-AF65-F5344CB8AC3E}">
        <p14:creationId xmlns:p14="http://schemas.microsoft.com/office/powerpoint/2010/main" val="13042243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0612C10-B8C6-442C-B477-0846574115CA}"/>
              </a:ext>
            </a:extLst>
          </p:cNvPr>
          <p:cNvSpPr>
            <a:spLocks noGrp="1"/>
          </p:cNvSpPr>
          <p:nvPr>
            <p:ph type="body" sz="quarter" idx="10"/>
          </p:nvPr>
        </p:nvSpPr>
        <p:spPr/>
        <p:txBody>
          <a:bodyPr/>
          <a:lstStyle/>
          <a:p>
            <a:endParaRPr lang="en-US" dirty="0"/>
          </a:p>
        </p:txBody>
      </p:sp>
      <p:sp>
        <p:nvSpPr>
          <p:cNvPr id="3" name="Title 2">
            <a:extLst>
              <a:ext uri="{FF2B5EF4-FFF2-40B4-BE49-F238E27FC236}">
                <a16:creationId xmlns:a16="http://schemas.microsoft.com/office/drawing/2014/main" id="{98EABE11-4813-4884-B507-3522CA797312}"/>
              </a:ext>
            </a:extLst>
          </p:cNvPr>
          <p:cNvSpPr>
            <a:spLocks noGrp="1"/>
          </p:cNvSpPr>
          <p:nvPr>
            <p:ph type="title"/>
          </p:nvPr>
        </p:nvSpPr>
        <p:spPr/>
        <p:txBody>
          <a:bodyPr/>
          <a:lstStyle/>
          <a:p>
            <a:r>
              <a:rPr lang="en-US" dirty="0"/>
              <a:t>Failure Reporting – Required on CM and EM </a:t>
            </a:r>
          </a:p>
        </p:txBody>
      </p:sp>
      <p:pic>
        <p:nvPicPr>
          <p:cNvPr id="5" name="Picture 4">
            <a:extLst>
              <a:ext uri="{FF2B5EF4-FFF2-40B4-BE49-F238E27FC236}">
                <a16:creationId xmlns:a16="http://schemas.microsoft.com/office/drawing/2014/main" id="{63B633FF-8DA5-41A1-B2AA-85088B058FAF}"/>
              </a:ext>
            </a:extLst>
          </p:cNvPr>
          <p:cNvPicPr>
            <a:picLocks noChangeAspect="1"/>
          </p:cNvPicPr>
          <p:nvPr/>
        </p:nvPicPr>
        <p:blipFill>
          <a:blip r:embed="rId3"/>
          <a:stretch>
            <a:fillRect/>
          </a:stretch>
        </p:blipFill>
        <p:spPr>
          <a:xfrm>
            <a:off x="377952" y="982616"/>
            <a:ext cx="6453154" cy="3155806"/>
          </a:xfrm>
          <a:prstGeom prst="rect">
            <a:avLst/>
          </a:prstGeom>
        </p:spPr>
      </p:pic>
      <p:pic>
        <p:nvPicPr>
          <p:cNvPr id="7" name="Picture 6">
            <a:extLst>
              <a:ext uri="{FF2B5EF4-FFF2-40B4-BE49-F238E27FC236}">
                <a16:creationId xmlns:a16="http://schemas.microsoft.com/office/drawing/2014/main" id="{BB9FF58C-14D5-4569-BD19-0D323C99223B}"/>
              </a:ext>
            </a:extLst>
          </p:cNvPr>
          <p:cNvPicPr>
            <a:picLocks noChangeAspect="1"/>
          </p:cNvPicPr>
          <p:nvPr/>
        </p:nvPicPr>
        <p:blipFill>
          <a:blip r:embed="rId4"/>
          <a:stretch>
            <a:fillRect/>
          </a:stretch>
        </p:blipFill>
        <p:spPr>
          <a:xfrm>
            <a:off x="4446494" y="3428999"/>
            <a:ext cx="7619999" cy="3546473"/>
          </a:xfrm>
          <a:prstGeom prst="rect">
            <a:avLst/>
          </a:prstGeom>
        </p:spPr>
      </p:pic>
      <p:sp>
        <p:nvSpPr>
          <p:cNvPr id="6" name="Rectangle 5">
            <a:extLst>
              <a:ext uri="{FF2B5EF4-FFF2-40B4-BE49-F238E27FC236}">
                <a16:creationId xmlns:a16="http://schemas.microsoft.com/office/drawing/2014/main" id="{9DEDF47B-650A-4AEC-903F-2A9FD2661149}"/>
              </a:ext>
            </a:extLst>
          </p:cNvPr>
          <p:cNvSpPr/>
          <p:nvPr/>
        </p:nvSpPr>
        <p:spPr>
          <a:xfrm>
            <a:off x="4543646" y="6578009"/>
            <a:ext cx="1049079" cy="332438"/>
          </a:xfrm>
          <a:prstGeom prst="rect">
            <a:avLst/>
          </a:prstGeom>
          <a:noFill/>
          <a:ln w="28575">
            <a:solidFill>
              <a:srgbClr val="C8102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prstClr val="white"/>
              </a:solidFill>
              <a:latin typeface="Neue Haas Grotesk Text Pro" panose="020B0504020202020204" pitchFamily="34" charset="0"/>
            </a:endParaRPr>
          </a:p>
        </p:txBody>
      </p:sp>
      <p:sp>
        <p:nvSpPr>
          <p:cNvPr id="4" name="Arrow: Curved Right 3">
            <a:extLst>
              <a:ext uri="{FF2B5EF4-FFF2-40B4-BE49-F238E27FC236}">
                <a16:creationId xmlns:a16="http://schemas.microsoft.com/office/drawing/2014/main" id="{3EA7B69E-6531-45F3-9824-59CE8DB79C52}"/>
              </a:ext>
            </a:extLst>
          </p:cNvPr>
          <p:cNvSpPr/>
          <p:nvPr/>
        </p:nvSpPr>
        <p:spPr bwMode="auto">
          <a:xfrm rot="20688331">
            <a:off x="2978539" y="4093597"/>
            <a:ext cx="1122897" cy="2851106"/>
          </a:xfrm>
          <a:prstGeom prst="curvedRightArrow">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674810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1A2A097-47E4-4E8D-AF23-F988677494CE}"/>
              </a:ext>
            </a:extLst>
          </p:cNvPr>
          <p:cNvSpPr>
            <a:spLocks noGrp="1"/>
          </p:cNvSpPr>
          <p:nvPr>
            <p:ph type="body" sz="quarter" idx="10"/>
          </p:nvPr>
        </p:nvSpPr>
        <p:spPr>
          <a:xfrm>
            <a:off x="167268" y="970156"/>
            <a:ext cx="11646780" cy="5750684"/>
          </a:xfrm>
        </p:spPr>
        <p:txBody>
          <a:bodyPr/>
          <a:lstStyle/>
          <a:p>
            <a:r>
              <a:rPr lang="en-US" dirty="0"/>
              <a:t>The </a:t>
            </a:r>
            <a:r>
              <a:rPr lang="en-US" b="1" dirty="0"/>
              <a:t>Area Supervisor</a:t>
            </a:r>
            <a:r>
              <a:rPr lang="en-US" dirty="0"/>
              <a:t> finds the </a:t>
            </a:r>
            <a:r>
              <a:rPr lang="en-US" b="1" dirty="0"/>
              <a:t>Work Order number </a:t>
            </a:r>
            <a:r>
              <a:rPr lang="en-US" dirty="0"/>
              <a:t>in their start center</a:t>
            </a:r>
          </a:p>
          <a:p>
            <a:pPr marL="342900" indent="-342900">
              <a:buFont typeface="Arial" panose="020B0604020202020204" pitchFamily="34" charset="0"/>
              <a:buChar char="•"/>
            </a:pPr>
            <a:r>
              <a:rPr lang="en-US" dirty="0"/>
              <a:t>Select “</a:t>
            </a:r>
            <a:r>
              <a:rPr lang="en-US" b="1" dirty="0"/>
              <a:t>Complete work order</a:t>
            </a:r>
            <a:r>
              <a:rPr lang="en-US" dirty="0"/>
              <a:t>”</a:t>
            </a:r>
          </a:p>
          <a:p>
            <a:endParaRPr lang="en-US" dirty="0"/>
          </a:p>
          <a:p>
            <a:endParaRPr lang="en-US" dirty="0"/>
          </a:p>
        </p:txBody>
      </p:sp>
      <p:sp>
        <p:nvSpPr>
          <p:cNvPr id="3" name="Title 2">
            <a:extLst>
              <a:ext uri="{FF2B5EF4-FFF2-40B4-BE49-F238E27FC236}">
                <a16:creationId xmlns:a16="http://schemas.microsoft.com/office/drawing/2014/main" id="{9C8CD091-2FB0-43BC-A3BA-ABF5F9FF684B}"/>
              </a:ext>
            </a:extLst>
          </p:cNvPr>
          <p:cNvSpPr>
            <a:spLocks noGrp="1"/>
          </p:cNvSpPr>
          <p:nvPr>
            <p:ph type="title"/>
          </p:nvPr>
        </p:nvSpPr>
        <p:spPr/>
        <p:txBody>
          <a:bodyPr/>
          <a:lstStyle/>
          <a:p>
            <a:r>
              <a:rPr lang="en-US" dirty="0"/>
              <a:t>COMP Status work order in Maximo </a:t>
            </a:r>
          </a:p>
        </p:txBody>
      </p:sp>
      <p:pic>
        <p:nvPicPr>
          <p:cNvPr id="5" name="Picture 4">
            <a:extLst>
              <a:ext uri="{FF2B5EF4-FFF2-40B4-BE49-F238E27FC236}">
                <a16:creationId xmlns:a16="http://schemas.microsoft.com/office/drawing/2014/main" id="{8E9BF8DC-2A39-436C-9B27-9612CAFADB16}"/>
              </a:ext>
            </a:extLst>
          </p:cNvPr>
          <p:cNvPicPr>
            <a:picLocks noChangeAspect="1"/>
          </p:cNvPicPr>
          <p:nvPr/>
        </p:nvPicPr>
        <p:blipFill>
          <a:blip r:embed="rId2"/>
          <a:stretch>
            <a:fillRect/>
          </a:stretch>
        </p:blipFill>
        <p:spPr>
          <a:xfrm>
            <a:off x="646770" y="1974920"/>
            <a:ext cx="8333678" cy="3795693"/>
          </a:xfrm>
          <a:prstGeom prst="rect">
            <a:avLst/>
          </a:prstGeom>
        </p:spPr>
      </p:pic>
    </p:spTree>
    <p:extLst>
      <p:ext uri="{BB962C8B-B14F-4D97-AF65-F5344CB8AC3E}">
        <p14:creationId xmlns:p14="http://schemas.microsoft.com/office/powerpoint/2010/main" val="13031987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1FDBEE9-3BDF-49A4-B677-38554C648A26}"/>
              </a:ext>
            </a:extLst>
          </p:cNvPr>
          <p:cNvSpPr>
            <a:spLocks noGrp="1"/>
          </p:cNvSpPr>
          <p:nvPr>
            <p:ph type="body" sz="quarter" idx="10"/>
          </p:nvPr>
        </p:nvSpPr>
        <p:spPr/>
        <p:txBody>
          <a:bodyPr/>
          <a:lstStyle/>
          <a:p>
            <a:r>
              <a:rPr lang="en-US" dirty="0"/>
              <a:t>Complete a Work Order</a:t>
            </a:r>
          </a:p>
        </p:txBody>
      </p:sp>
      <p:sp>
        <p:nvSpPr>
          <p:cNvPr id="11" name="Text Placeholder 4">
            <a:extLst>
              <a:ext uri="{FF2B5EF4-FFF2-40B4-BE49-F238E27FC236}">
                <a16:creationId xmlns:a16="http://schemas.microsoft.com/office/drawing/2014/main" id="{DAF01AF7-8FED-47B0-883C-B649AA8FB486}"/>
              </a:ext>
            </a:extLst>
          </p:cNvPr>
          <p:cNvSpPr>
            <a:spLocks noGrp="1"/>
          </p:cNvSpPr>
          <p:nvPr>
            <p:ph type="body" sz="quarter" idx="11"/>
          </p:nvPr>
        </p:nvSpPr>
        <p:spPr>
          <a:xfrm>
            <a:off x="1258058" y="2338514"/>
            <a:ext cx="5371342" cy="3019288"/>
          </a:xfrm>
        </p:spPr>
        <p:txBody>
          <a:bodyPr/>
          <a:lstStyle/>
          <a:p>
            <a:r>
              <a:rPr lang="en-US" dirty="0"/>
              <a:t>Now that you have been introduced to the process of completing a Work Order, let’s look at the step-by-step process for completing a Work Order in Maximo.</a:t>
            </a:r>
          </a:p>
          <a:p>
            <a:endParaRPr lang="en-US" dirty="0"/>
          </a:p>
          <a:p>
            <a:r>
              <a:rPr lang="en-US" dirty="0"/>
              <a:t>The process for completing a work order in Maximo is a specific task managed by the Work Order Lead.</a:t>
            </a:r>
          </a:p>
          <a:p>
            <a:endParaRPr lang="en-US" dirty="0"/>
          </a:p>
          <a:p>
            <a:r>
              <a:rPr lang="en-US" dirty="0"/>
              <a:t>	</a:t>
            </a:r>
          </a:p>
          <a:p>
            <a:endParaRPr lang="en-US" dirty="0"/>
          </a:p>
        </p:txBody>
      </p:sp>
      <p:sp>
        <p:nvSpPr>
          <p:cNvPr id="3" name="Title 2">
            <a:extLst>
              <a:ext uri="{FF2B5EF4-FFF2-40B4-BE49-F238E27FC236}">
                <a16:creationId xmlns:a16="http://schemas.microsoft.com/office/drawing/2014/main" id="{12F08AFC-CF1D-43C7-88CB-9F440CDBF7ED}"/>
              </a:ext>
            </a:extLst>
          </p:cNvPr>
          <p:cNvSpPr>
            <a:spLocks noGrp="1"/>
          </p:cNvSpPr>
          <p:nvPr>
            <p:ph type="title"/>
          </p:nvPr>
        </p:nvSpPr>
        <p:spPr/>
        <p:txBody>
          <a:bodyPr/>
          <a:lstStyle/>
          <a:p>
            <a:r>
              <a:rPr lang="en-US" dirty="0"/>
              <a:t>Demonstration</a:t>
            </a:r>
          </a:p>
        </p:txBody>
      </p:sp>
    </p:spTree>
    <p:custDataLst>
      <p:tags r:id="rId1"/>
    </p:custDataLst>
    <p:extLst>
      <p:ext uri="{BB962C8B-B14F-4D97-AF65-F5344CB8AC3E}">
        <p14:creationId xmlns:p14="http://schemas.microsoft.com/office/powerpoint/2010/main" val="37301741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1FDBEE9-3BDF-49A4-B677-38554C648A26}"/>
              </a:ext>
            </a:extLst>
          </p:cNvPr>
          <p:cNvSpPr>
            <a:spLocks noGrp="1"/>
          </p:cNvSpPr>
          <p:nvPr>
            <p:ph type="body" sz="quarter" idx="10"/>
          </p:nvPr>
        </p:nvSpPr>
        <p:spPr/>
        <p:txBody>
          <a:bodyPr/>
          <a:lstStyle/>
          <a:p>
            <a:r>
              <a:rPr lang="en-US" dirty="0"/>
              <a:t>Complete a Work Order</a:t>
            </a:r>
          </a:p>
        </p:txBody>
      </p:sp>
      <p:sp>
        <p:nvSpPr>
          <p:cNvPr id="11" name="Text Placeholder 4">
            <a:extLst>
              <a:ext uri="{FF2B5EF4-FFF2-40B4-BE49-F238E27FC236}">
                <a16:creationId xmlns:a16="http://schemas.microsoft.com/office/drawing/2014/main" id="{DAF01AF7-8FED-47B0-883C-B649AA8FB486}"/>
              </a:ext>
            </a:extLst>
          </p:cNvPr>
          <p:cNvSpPr>
            <a:spLocks noGrp="1"/>
          </p:cNvSpPr>
          <p:nvPr>
            <p:ph type="body" sz="quarter" idx="11"/>
          </p:nvPr>
        </p:nvSpPr>
        <p:spPr>
          <a:xfrm>
            <a:off x="1258058" y="2338514"/>
            <a:ext cx="5371342" cy="1661993"/>
          </a:xfrm>
        </p:spPr>
        <p:txBody>
          <a:bodyPr/>
          <a:lstStyle/>
          <a:p>
            <a:r>
              <a:rPr lang="en-US" dirty="0"/>
              <a:t>Scenario: Work Order Lead has received a work order and must complete it to move it to a “Field Complete” status</a:t>
            </a:r>
          </a:p>
          <a:p>
            <a:endParaRPr lang="en-US" dirty="0"/>
          </a:p>
          <a:p>
            <a:r>
              <a:rPr lang="en-US" dirty="0"/>
              <a:t>	</a:t>
            </a:r>
          </a:p>
          <a:p>
            <a:endParaRPr lang="en-US" dirty="0"/>
          </a:p>
        </p:txBody>
      </p:sp>
      <p:sp>
        <p:nvSpPr>
          <p:cNvPr id="3" name="Title 2">
            <a:extLst>
              <a:ext uri="{FF2B5EF4-FFF2-40B4-BE49-F238E27FC236}">
                <a16:creationId xmlns:a16="http://schemas.microsoft.com/office/drawing/2014/main" id="{12F08AFC-CF1D-43C7-88CB-9F440CDBF7ED}"/>
              </a:ext>
            </a:extLst>
          </p:cNvPr>
          <p:cNvSpPr>
            <a:spLocks noGrp="1"/>
          </p:cNvSpPr>
          <p:nvPr>
            <p:ph type="title"/>
          </p:nvPr>
        </p:nvSpPr>
        <p:spPr/>
        <p:txBody>
          <a:bodyPr/>
          <a:lstStyle/>
          <a:p>
            <a:r>
              <a:rPr lang="en-US" dirty="0"/>
              <a:t>Practicum</a:t>
            </a:r>
          </a:p>
        </p:txBody>
      </p:sp>
    </p:spTree>
    <p:custDataLst>
      <p:tags r:id="rId1"/>
    </p:custDataLst>
    <p:extLst>
      <p:ext uri="{BB962C8B-B14F-4D97-AF65-F5344CB8AC3E}">
        <p14:creationId xmlns:p14="http://schemas.microsoft.com/office/powerpoint/2010/main" val="24351702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E6614B3-C847-4077-833C-BC7FEE17D3D0}"/>
              </a:ext>
            </a:extLst>
          </p:cNvPr>
          <p:cNvSpPr>
            <a:spLocks noGrp="1"/>
          </p:cNvSpPr>
          <p:nvPr>
            <p:ph type="body" sz="quarter" idx="10"/>
          </p:nvPr>
        </p:nvSpPr>
        <p:spPr/>
        <p:txBody>
          <a:bodyPr/>
          <a:lstStyle/>
          <a:p>
            <a:pPr defTabSz="685676">
              <a:spcBef>
                <a:spcPts val="752"/>
              </a:spcBef>
              <a:spcAft>
                <a:spcPts val="152"/>
              </a:spcAft>
            </a:pPr>
            <a:r>
              <a:rPr lang="en-US" dirty="0"/>
              <a:t>Identify if this sentence is true or false.</a:t>
            </a:r>
          </a:p>
          <a:p>
            <a:pPr defTabSz="685676">
              <a:spcBef>
                <a:spcPts val="752"/>
              </a:spcBef>
              <a:spcAft>
                <a:spcPts val="152"/>
              </a:spcAft>
            </a:pPr>
            <a:r>
              <a:rPr lang="en-US" dirty="0"/>
              <a:t>The </a:t>
            </a:r>
            <a:r>
              <a:rPr lang="en-US" b="1" dirty="0"/>
              <a:t>Work Order Lead </a:t>
            </a:r>
            <a:r>
              <a:rPr lang="en-US" dirty="0"/>
              <a:t>field is only populated for Work Orders that will be scheduled and dispatched in the mobile solution.</a:t>
            </a:r>
          </a:p>
        </p:txBody>
      </p:sp>
      <p:sp>
        <p:nvSpPr>
          <p:cNvPr id="5" name="Title 4">
            <a:extLst>
              <a:ext uri="{FF2B5EF4-FFF2-40B4-BE49-F238E27FC236}">
                <a16:creationId xmlns:a16="http://schemas.microsoft.com/office/drawing/2014/main" id="{8FFF2F96-B0C5-489B-97A9-EC5E55E0AE33}"/>
              </a:ext>
            </a:extLst>
          </p:cNvPr>
          <p:cNvSpPr>
            <a:spLocks noGrp="1"/>
          </p:cNvSpPr>
          <p:nvPr>
            <p:ph type="title"/>
          </p:nvPr>
        </p:nvSpPr>
        <p:spPr/>
        <p:txBody>
          <a:bodyPr/>
          <a:lstStyle/>
          <a:p>
            <a:r>
              <a:rPr lang="en-US" dirty="0"/>
              <a:t>Knowledge Check – 1</a:t>
            </a:r>
          </a:p>
        </p:txBody>
      </p:sp>
      <p:sp>
        <p:nvSpPr>
          <p:cNvPr id="7" name="Text Placeholder 3">
            <a:extLst>
              <a:ext uri="{FF2B5EF4-FFF2-40B4-BE49-F238E27FC236}">
                <a16:creationId xmlns:a16="http://schemas.microsoft.com/office/drawing/2014/main" id="{661D0BCC-ECF2-401D-9880-B3E6212EDC3D}"/>
              </a:ext>
            </a:extLst>
          </p:cNvPr>
          <p:cNvSpPr txBox="1">
            <a:spLocks/>
          </p:cNvSpPr>
          <p:nvPr/>
        </p:nvSpPr>
        <p:spPr>
          <a:xfrm>
            <a:off x="1775460" y="2488990"/>
            <a:ext cx="6695440" cy="492443"/>
          </a:xfrm>
          <a:prstGeom prst="rect">
            <a:avLst/>
          </a:prstGeom>
        </p:spPr>
        <p:txBody>
          <a:bodyPr wrap="square" lIns="0" tIns="0" rIns="0" bIns="0">
            <a:spAutoFit/>
          </a:bodyPr>
          <a:lstStyle>
            <a:lvl1pPr marL="457200" marR="0" indent="-457200" algn="l" defTabSz="914367" rtl="0" eaLnBrk="1" fontAlgn="auto" latinLnBrk="0" hangingPunct="1">
              <a:lnSpc>
                <a:spcPct val="90000"/>
              </a:lnSpc>
              <a:spcBef>
                <a:spcPct val="20000"/>
              </a:spcBef>
              <a:spcAft>
                <a:spcPts val="0"/>
              </a:spcAft>
              <a:buClrTx/>
              <a:buSzPct val="90000"/>
              <a:buFont typeface="+mj-lt"/>
              <a:buAutoNum type="alphaUcPeriod"/>
              <a:tabLst/>
              <a:defRPr sz="2000" kern="1200" spc="0" baseline="0">
                <a:solidFill>
                  <a:schemeClr val="tx1"/>
                </a:solidFill>
                <a:latin typeface="Neue Haas Grotesk Text Pro" panose="020B0504020202020204" pitchFamily="34" charset="0"/>
                <a:ea typeface="+mn-ea"/>
                <a:cs typeface="Segoe UI" panose="020B0502040204020203" pitchFamily="34" charset="0"/>
              </a:defRPr>
            </a:lvl1pPr>
            <a:lvl2pPr marL="448193" marR="0" indent="-224097" algn="l" defTabSz="914367" rtl="0" eaLnBrk="1" fontAlgn="auto" latinLnBrk="0" hangingPunct="1">
              <a:lnSpc>
                <a:spcPct val="90000"/>
              </a:lnSpc>
              <a:spcBef>
                <a:spcPct val="20000"/>
              </a:spcBef>
              <a:spcAft>
                <a:spcPts val="0"/>
              </a:spcAft>
              <a:buClrTx/>
              <a:buSzPct val="90000"/>
              <a:buFont typeface="Arial" panose="020B0604020202020204" pitchFamily="34" charset="0"/>
              <a:buChar char="•"/>
              <a:tabLst/>
              <a:defRPr sz="2000" kern="1200" spc="0" baseline="0">
                <a:solidFill>
                  <a:schemeClr val="tx1"/>
                </a:solidFill>
                <a:latin typeface="Segoe UI" panose="020B0502040204020203" pitchFamily="34" charset="0"/>
                <a:ea typeface="+mn-ea"/>
                <a:cs typeface="Segoe UI" panose="020B0502040204020203" pitchFamily="34" charset="0"/>
              </a:defRPr>
            </a:lvl2pPr>
            <a:lvl3pPr marL="672290" marR="0" indent="-224097" algn="l" defTabSz="914367" rtl="0" eaLnBrk="1" fontAlgn="auto" latinLnBrk="0" hangingPunct="1">
              <a:lnSpc>
                <a:spcPct val="90000"/>
              </a:lnSpc>
              <a:spcBef>
                <a:spcPct val="20000"/>
              </a:spcBef>
              <a:spcAft>
                <a:spcPts val="0"/>
              </a:spcAft>
              <a:buClrTx/>
              <a:buSzPct val="90000"/>
              <a:buFont typeface="Arial" panose="020B0604020202020204" pitchFamily="34" charset="0"/>
              <a:buChar char="•"/>
              <a:tabLst/>
              <a:defRPr sz="2000" kern="1200" spc="0" baseline="0">
                <a:solidFill>
                  <a:schemeClr val="tx1"/>
                </a:solidFill>
                <a:latin typeface="Segoe UI" panose="020B0502040204020203" pitchFamily="34" charset="0"/>
                <a:ea typeface="+mn-ea"/>
                <a:cs typeface="Segoe UI" panose="020B0502040204020203" pitchFamily="34" charset="0"/>
              </a:defRPr>
            </a:lvl3pPr>
            <a:lvl4pPr marL="896386" marR="0" indent="-224097" algn="l" defTabSz="914367" rtl="0" eaLnBrk="1" fontAlgn="auto" latinLnBrk="0" hangingPunct="1">
              <a:lnSpc>
                <a:spcPct val="90000"/>
              </a:lnSpc>
              <a:spcBef>
                <a:spcPct val="20000"/>
              </a:spcBef>
              <a:spcAft>
                <a:spcPts val="0"/>
              </a:spcAft>
              <a:buClrTx/>
              <a:buSzPct val="90000"/>
              <a:buFont typeface="Arial" panose="020B0604020202020204" pitchFamily="34" charset="0"/>
              <a:buChar char="•"/>
              <a:tabLst/>
              <a:defRPr sz="2000" kern="1200" spc="0" baseline="0">
                <a:solidFill>
                  <a:schemeClr val="tx1"/>
                </a:solidFill>
                <a:latin typeface="Segoe UI" panose="020B0502040204020203" pitchFamily="34" charset="0"/>
                <a:ea typeface="+mn-ea"/>
                <a:cs typeface="Segoe UI" panose="020B0502040204020203" pitchFamily="34" charset="0"/>
              </a:defRPr>
            </a:lvl4pPr>
            <a:lvl5pPr marL="1120483" marR="0" indent="-224097" algn="l" defTabSz="914367" rtl="0" eaLnBrk="1" fontAlgn="auto" latinLnBrk="0" hangingPunct="1">
              <a:lnSpc>
                <a:spcPct val="90000"/>
              </a:lnSpc>
              <a:spcBef>
                <a:spcPct val="20000"/>
              </a:spcBef>
              <a:spcAft>
                <a:spcPts val="0"/>
              </a:spcAft>
              <a:buClrTx/>
              <a:buSzPct val="90000"/>
              <a:buFont typeface="Arial" panose="020B0604020202020204" pitchFamily="34" charset="0"/>
              <a:buChar char="•"/>
              <a:tabLst/>
              <a:defRPr sz="2000" kern="1200" spc="0" baseline="0">
                <a:solidFill>
                  <a:schemeClr val="tx1"/>
                </a:solidFill>
                <a:latin typeface="Segoe UI" panose="020B0502040204020203" pitchFamily="34" charset="0"/>
                <a:ea typeface="+mn-ea"/>
                <a:cs typeface="Segoe UI" panose="020B0502040204020203" pitchFamily="34" charset="0"/>
              </a:defRPr>
            </a:lvl5pPr>
            <a:lvl6pPr marL="2514509"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6pPr>
            <a:lvl7pPr marL="2971693"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r>
              <a:rPr lang="en-US" sz="1600" dirty="0"/>
              <a:t>True</a:t>
            </a:r>
          </a:p>
          <a:p>
            <a:r>
              <a:rPr lang="en-US" sz="1600" dirty="0"/>
              <a:t>False</a:t>
            </a:r>
          </a:p>
        </p:txBody>
      </p:sp>
    </p:spTree>
    <p:extLst>
      <p:ext uri="{BB962C8B-B14F-4D97-AF65-F5344CB8AC3E}">
        <p14:creationId xmlns:p14="http://schemas.microsoft.com/office/powerpoint/2010/main" val="64762919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E6614B3-C847-4077-833C-BC7FEE17D3D0}"/>
              </a:ext>
            </a:extLst>
          </p:cNvPr>
          <p:cNvSpPr>
            <a:spLocks noGrp="1"/>
          </p:cNvSpPr>
          <p:nvPr>
            <p:ph type="body" sz="quarter" idx="10"/>
          </p:nvPr>
        </p:nvSpPr>
        <p:spPr/>
        <p:txBody>
          <a:bodyPr/>
          <a:lstStyle/>
          <a:p>
            <a:pPr defTabSz="685676">
              <a:spcBef>
                <a:spcPts val="752"/>
              </a:spcBef>
              <a:spcAft>
                <a:spcPts val="152"/>
              </a:spcAft>
            </a:pPr>
            <a:r>
              <a:rPr lang="en-US" dirty="0"/>
              <a:t>Identify if this sentence is true or false.</a:t>
            </a:r>
          </a:p>
          <a:p>
            <a:pPr defTabSz="685676">
              <a:spcBef>
                <a:spcPts val="752"/>
              </a:spcBef>
              <a:spcAft>
                <a:spcPts val="152"/>
              </a:spcAft>
            </a:pPr>
            <a:r>
              <a:rPr lang="en-US" dirty="0"/>
              <a:t>The </a:t>
            </a:r>
            <a:r>
              <a:rPr lang="en-US" b="1" dirty="0"/>
              <a:t>Work Order Lead </a:t>
            </a:r>
            <a:r>
              <a:rPr lang="en-US" dirty="0"/>
              <a:t>field is only populated for Work Orders that will be scheduled and dispatched in the mobile solution.</a:t>
            </a:r>
          </a:p>
        </p:txBody>
      </p:sp>
      <p:sp>
        <p:nvSpPr>
          <p:cNvPr id="5" name="Title 4">
            <a:extLst>
              <a:ext uri="{FF2B5EF4-FFF2-40B4-BE49-F238E27FC236}">
                <a16:creationId xmlns:a16="http://schemas.microsoft.com/office/drawing/2014/main" id="{8FFF2F96-B0C5-489B-97A9-EC5E55E0AE33}"/>
              </a:ext>
            </a:extLst>
          </p:cNvPr>
          <p:cNvSpPr>
            <a:spLocks noGrp="1"/>
          </p:cNvSpPr>
          <p:nvPr>
            <p:ph type="title"/>
          </p:nvPr>
        </p:nvSpPr>
        <p:spPr/>
        <p:txBody>
          <a:bodyPr/>
          <a:lstStyle/>
          <a:p>
            <a:r>
              <a:rPr lang="en-US" dirty="0"/>
              <a:t>Knowledge Check – 1</a:t>
            </a:r>
          </a:p>
        </p:txBody>
      </p:sp>
      <p:sp>
        <p:nvSpPr>
          <p:cNvPr id="7" name="Text Placeholder 3">
            <a:extLst>
              <a:ext uri="{FF2B5EF4-FFF2-40B4-BE49-F238E27FC236}">
                <a16:creationId xmlns:a16="http://schemas.microsoft.com/office/drawing/2014/main" id="{661D0BCC-ECF2-401D-9880-B3E6212EDC3D}"/>
              </a:ext>
            </a:extLst>
          </p:cNvPr>
          <p:cNvSpPr txBox="1">
            <a:spLocks/>
          </p:cNvSpPr>
          <p:nvPr/>
        </p:nvSpPr>
        <p:spPr>
          <a:xfrm>
            <a:off x="1775460" y="2488990"/>
            <a:ext cx="6695440" cy="492443"/>
          </a:xfrm>
          <a:prstGeom prst="rect">
            <a:avLst/>
          </a:prstGeom>
        </p:spPr>
        <p:txBody>
          <a:bodyPr wrap="square" lIns="0" tIns="0" rIns="0" bIns="0">
            <a:spAutoFit/>
          </a:bodyPr>
          <a:lstStyle>
            <a:lvl1pPr marL="457200" marR="0" indent="-457200" algn="l" defTabSz="914367" rtl="0" eaLnBrk="1" fontAlgn="auto" latinLnBrk="0" hangingPunct="1">
              <a:lnSpc>
                <a:spcPct val="90000"/>
              </a:lnSpc>
              <a:spcBef>
                <a:spcPct val="20000"/>
              </a:spcBef>
              <a:spcAft>
                <a:spcPts val="0"/>
              </a:spcAft>
              <a:buClrTx/>
              <a:buSzPct val="90000"/>
              <a:buFont typeface="+mj-lt"/>
              <a:buAutoNum type="alphaUcPeriod"/>
              <a:tabLst/>
              <a:defRPr sz="2000" kern="1200" spc="0" baseline="0">
                <a:solidFill>
                  <a:schemeClr val="tx1"/>
                </a:solidFill>
                <a:latin typeface="Neue Haas Grotesk Text Pro" panose="020B0504020202020204" pitchFamily="34" charset="0"/>
                <a:ea typeface="+mn-ea"/>
                <a:cs typeface="Segoe UI" panose="020B0502040204020203" pitchFamily="34" charset="0"/>
              </a:defRPr>
            </a:lvl1pPr>
            <a:lvl2pPr marL="448193" marR="0" indent="-224097" algn="l" defTabSz="914367" rtl="0" eaLnBrk="1" fontAlgn="auto" latinLnBrk="0" hangingPunct="1">
              <a:lnSpc>
                <a:spcPct val="90000"/>
              </a:lnSpc>
              <a:spcBef>
                <a:spcPct val="20000"/>
              </a:spcBef>
              <a:spcAft>
                <a:spcPts val="0"/>
              </a:spcAft>
              <a:buClrTx/>
              <a:buSzPct val="90000"/>
              <a:buFont typeface="Arial" panose="020B0604020202020204" pitchFamily="34" charset="0"/>
              <a:buChar char="•"/>
              <a:tabLst/>
              <a:defRPr sz="2000" kern="1200" spc="0" baseline="0">
                <a:solidFill>
                  <a:schemeClr val="tx1"/>
                </a:solidFill>
                <a:latin typeface="Segoe UI" panose="020B0502040204020203" pitchFamily="34" charset="0"/>
                <a:ea typeface="+mn-ea"/>
                <a:cs typeface="Segoe UI" panose="020B0502040204020203" pitchFamily="34" charset="0"/>
              </a:defRPr>
            </a:lvl2pPr>
            <a:lvl3pPr marL="672290" marR="0" indent="-224097" algn="l" defTabSz="914367" rtl="0" eaLnBrk="1" fontAlgn="auto" latinLnBrk="0" hangingPunct="1">
              <a:lnSpc>
                <a:spcPct val="90000"/>
              </a:lnSpc>
              <a:spcBef>
                <a:spcPct val="20000"/>
              </a:spcBef>
              <a:spcAft>
                <a:spcPts val="0"/>
              </a:spcAft>
              <a:buClrTx/>
              <a:buSzPct val="90000"/>
              <a:buFont typeface="Arial" panose="020B0604020202020204" pitchFamily="34" charset="0"/>
              <a:buChar char="•"/>
              <a:tabLst/>
              <a:defRPr sz="2000" kern="1200" spc="0" baseline="0">
                <a:solidFill>
                  <a:schemeClr val="tx1"/>
                </a:solidFill>
                <a:latin typeface="Segoe UI" panose="020B0502040204020203" pitchFamily="34" charset="0"/>
                <a:ea typeface="+mn-ea"/>
                <a:cs typeface="Segoe UI" panose="020B0502040204020203" pitchFamily="34" charset="0"/>
              </a:defRPr>
            </a:lvl3pPr>
            <a:lvl4pPr marL="896386" marR="0" indent="-224097" algn="l" defTabSz="914367" rtl="0" eaLnBrk="1" fontAlgn="auto" latinLnBrk="0" hangingPunct="1">
              <a:lnSpc>
                <a:spcPct val="90000"/>
              </a:lnSpc>
              <a:spcBef>
                <a:spcPct val="20000"/>
              </a:spcBef>
              <a:spcAft>
                <a:spcPts val="0"/>
              </a:spcAft>
              <a:buClrTx/>
              <a:buSzPct val="90000"/>
              <a:buFont typeface="Arial" panose="020B0604020202020204" pitchFamily="34" charset="0"/>
              <a:buChar char="•"/>
              <a:tabLst/>
              <a:defRPr sz="2000" kern="1200" spc="0" baseline="0">
                <a:solidFill>
                  <a:schemeClr val="tx1"/>
                </a:solidFill>
                <a:latin typeface="Segoe UI" panose="020B0502040204020203" pitchFamily="34" charset="0"/>
                <a:ea typeface="+mn-ea"/>
                <a:cs typeface="Segoe UI" panose="020B0502040204020203" pitchFamily="34" charset="0"/>
              </a:defRPr>
            </a:lvl4pPr>
            <a:lvl5pPr marL="1120483" marR="0" indent="-224097" algn="l" defTabSz="914367" rtl="0" eaLnBrk="1" fontAlgn="auto" latinLnBrk="0" hangingPunct="1">
              <a:lnSpc>
                <a:spcPct val="90000"/>
              </a:lnSpc>
              <a:spcBef>
                <a:spcPct val="20000"/>
              </a:spcBef>
              <a:spcAft>
                <a:spcPts val="0"/>
              </a:spcAft>
              <a:buClrTx/>
              <a:buSzPct val="90000"/>
              <a:buFont typeface="Arial" panose="020B0604020202020204" pitchFamily="34" charset="0"/>
              <a:buChar char="•"/>
              <a:tabLst/>
              <a:defRPr sz="2000" kern="1200" spc="0" baseline="0">
                <a:solidFill>
                  <a:schemeClr val="tx1"/>
                </a:solidFill>
                <a:latin typeface="Segoe UI" panose="020B0502040204020203" pitchFamily="34" charset="0"/>
                <a:ea typeface="+mn-ea"/>
                <a:cs typeface="Segoe UI" panose="020B0502040204020203" pitchFamily="34" charset="0"/>
              </a:defRPr>
            </a:lvl5pPr>
            <a:lvl6pPr marL="2514509"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6pPr>
            <a:lvl7pPr marL="2971693"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r>
              <a:rPr lang="en-US" sz="1600" dirty="0"/>
              <a:t>True</a:t>
            </a:r>
          </a:p>
          <a:p>
            <a:r>
              <a:rPr lang="en-US" sz="1600" b="1" dirty="0">
                <a:solidFill>
                  <a:srgbClr val="4A773C"/>
                </a:solidFill>
              </a:rPr>
              <a:t>False</a:t>
            </a:r>
          </a:p>
        </p:txBody>
      </p:sp>
      <p:cxnSp>
        <p:nvCxnSpPr>
          <p:cNvPr id="8" name="Straight Connector 7">
            <a:extLst>
              <a:ext uri="{FF2B5EF4-FFF2-40B4-BE49-F238E27FC236}">
                <a16:creationId xmlns:a16="http://schemas.microsoft.com/office/drawing/2014/main" id="{64A8842F-8BB9-4125-83DC-B98C7DC523AF}"/>
              </a:ext>
            </a:extLst>
          </p:cNvPr>
          <p:cNvCxnSpPr>
            <a:cxnSpLocks/>
          </p:cNvCxnSpPr>
          <p:nvPr/>
        </p:nvCxnSpPr>
        <p:spPr>
          <a:xfrm>
            <a:off x="1464249" y="2987891"/>
            <a:ext cx="0" cy="3870109"/>
          </a:xfrm>
          <a:prstGeom prst="line">
            <a:avLst/>
          </a:prstGeom>
          <a:ln w="9525">
            <a:solidFill>
              <a:schemeClr val="accent1"/>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09D2749C-1A6C-4015-AD44-50DBF8796547}"/>
              </a:ext>
            </a:extLst>
          </p:cNvPr>
          <p:cNvSpPr/>
          <p:nvPr/>
        </p:nvSpPr>
        <p:spPr bwMode="auto">
          <a:xfrm>
            <a:off x="1286554" y="2728618"/>
            <a:ext cx="355390" cy="355390"/>
          </a:xfrm>
          <a:prstGeom prst="ellipse">
            <a:avLst/>
          </a:prstGeom>
          <a:solidFill>
            <a:srgbClr val="4A773C"/>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19737309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E6614B3-C847-4077-833C-BC7FEE17D3D0}"/>
              </a:ext>
            </a:extLst>
          </p:cNvPr>
          <p:cNvSpPr>
            <a:spLocks noGrp="1"/>
          </p:cNvSpPr>
          <p:nvPr>
            <p:ph type="body" sz="quarter" idx="10"/>
          </p:nvPr>
        </p:nvSpPr>
        <p:spPr/>
        <p:txBody>
          <a:bodyPr/>
          <a:lstStyle/>
          <a:p>
            <a:pPr defTabSz="685676">
              <a:spcBef>
                <a:spcPts val="752"/>
              </a:spcBef>
              <a:spcAft>
                <a:spcPts val="152"/>
              </a:spcAft>
            </a:pPr>
            <a:r>
              <a:rPr lang="en-US" sz="1800" dirty="0"/>
              <a:t>Complete this sentence by identifying the appropriate subprocess and role involved.</a:t>
            </a:r>
          </a:p>
          <a:p>
            <a:pPr defTabSz="685676">
              <a:spcBef>
                <a:spcPts val="752"/>
              </a:spcBef>
              <a:spcAft>
                <a:spcPts val="152"/>
              </a:spcAft>
            </a:pPr>
            <a:r>
              <a:rPr lang="en-US" sz="1800" dirty="0"/>
              <a:t>In the Work Order process, when the ____ field is completed, the _______receives a Work Order with the </a:t>
            </a:r>
            <a:r>
              <a:rPr lang="en-US" sz="1800" b="1" dirty="0"/>
              <a:t>Waiting on Completion</a:t>
            </a:r>
            <a:r>
              <a:rPr lang="en-US" sz="1800" dirty="0"/>
              <a:t> status.</a:t>
            </a:r>
          </a:p>
        </p:txBody>
      </p:sp>
      <p:sp>
        <p:nvSpPr>
          <p:cNvPr id="5" name="Title 4">
            <a:extLst>
              <a:ext uri="{FF2B5EF4-FFF2-40B4-BE49-F238E27FC236}">
                <a16:creationId xmlns:a16="http://schemas.microsoft.com/office/drawing/2014/main" id="{8FFF2F96-B0C5-489B-97A9-EC5E55E0AE33}"/>
              </a:ext>
            </a:extLst>
          </p:cNvPr>
          <p:cNvSpPr>
            <a:spLocks noGrp="1"/>
          </p:cNvSpPr>
          <p:nvPr>
            <p:ph type="title"/>
          </p:nvPr>
        </p:nvSpPr>
        <p:spPr/>
        <p:txBody>
          <a:bodyPr/>
          <a:lstStyle/>
          <a:p>
            <a:r>
              <a:rPr lang="en-US" dirty="0"/>
              <a:t>Knowledge Check – 2</a:t>
            </a:r>
          </a:p>
        </p:txBody>
      </p:sp>
      <p:sp>
        <p:nvSpPr>
          <p:cNvPr id="7" name="Text Placeholder 3">
            <a:extLst>
              <a:ext uri="{FF2B5EF4-FFF2-40B4-BE49-F238E27FC236}">
                <a16:creationId xmlns:a16="http://schemas.microsoft.com/office/drawing/2014/main" id="{661D0BCC-ECF2-401D-9880-B3E6212EDC3D}"/>
              </a:ext>
            </a:extLst>
          </p:cNvPr>
          <p:cNvSpPr txBox="1">
            <a:spLocks/>
          </p:cNvSpPr>
          <p:nvPr/>
        </p:nvSpPr>
        <p:spPr>
          <a:xfrm>
            <a:off x="1775460" y="2488990"/>
            <a:ext cx="6695440" cy="1846659"/>
          </a:xfrm>
          <a:prstGeom prst="rect">
            <a:avLst/>
          </a:prstGeom>
        </p:spPr>
        <p:txBody>
          <a:bodyPr wrap="square" lIns="0" tIns="0" rIns="0" bIns="0">
            <a:spAutoFit/>
          </a:bodyPr>
          <a:lstStyle>
            <a:lvl1pPr marL="457200" marR="0" indent="-457200" algn="l" defTabSz="914367" rtl="0" eaLnBrk="1" fontAlgn="auto" latinLnBrk="0" hangingPunct="1">
              <a:lnSpc>
                <a:spcPct val="90000"/>
              </a:lnSpc>
              <a:spcBef>
                <a:spcPct val="20000"/>
              </a:spcBef>
              <a:spcAft>
                <a:spcPts val="0"/>
              </a:spcAft>
              <a:buClrTx/>
              <a:buSzPct val="90000"/>
              <a:buFont typeface="+mj-lt"/>
              <a:buAutoNum type="alphaUcPeriod"/>
              <a:tabLst/>
              <a:defRPr sz="2000" kern="1200" spc="0" baseline="0">
                <a:solidFill>
                  <a:schemeClr val="tx1"/>
                </a:solidFill>
                <a:latin typeface="Neue Haas Grotesk Text Pro" panose="020B0504020202020204" pitchFamily="34" charset="0"/>
                <a:ea typeface="+mn-ea"/>
                <a:cs typeface="Segoe UI" panose="020B0502040204020203" pitchFamily="34" charset="0"/>
              </a:defRPr>
            </a:lvl1pPr>
            <a:lvl2pPr marL="448193" marR="0" indent="-224097" algn="l" defTabSz="914367" rtl="0" eaLnBrk="1" fontAlgn="auto" latinLnBrk="0" hangingPunct="1">
              <a:lnSpc>
                <a:spcPct val="90000"/>
              </a:lnSpc>
              <a:spcBef>
                <a:spcPct val="20000"/>
              </a:spcBef>
              <a:spcAft>
                <a:spcPts val="0"/>
              </a:spcAft>
              <a:buClrTx/>
              <a:buSzPct val="90000"/>
              <a:buFont typeface="Arial" panose="020B0604020202020204" pitchFamily="34" charset="0"/>
              <a:buChar char="•"/>
              <a:tabLst/>
              <a:defRPr sz="2000" kern="1200" spc="0" baseline="0">
                <a:solidFill>
                  <a:schemeClr val="tx1"/>
                </a:solidFill>
                <a:latin typeface="Segoe UI" panose="020B0502040204020203" pitchFamily="34" charset="0"/>
                <a:ea typeface="+mn-ea"/>
                <a:cs typeface="Segoe UI" panose="020B0502040204020203" pitchFamily="34" charset="0"/>
              </a:defRPr>
            </a:lvl2pPr>
            <a:lvl3pPr marL="672290" marR="0" indent="-224097" algn="l" defTabSz="914367" rtl="0" eaLnBrk="1" fontAlgn="auto" latinLnBrk="0" hangingPunct="1">
              <a:lnSpc>
                <a:spcPct val="90000"/>
              </a:lnSpc>
              <a:spcBef>
                <a:spcPct val="20000"/>
              </a:spcBef>
              <a:spcAft>
                <a:spcPts val="0"/>
              </a:spcAft>
              <a:buClrTx/>
              <a:buSzPct val="90000"/>
              <a:buFont typeface="Arial" panose="020B0604020202020204" pitchFamily="34" charset="0"/>
              <a:buChar char="•"/>
              <a:tabLst/>
              <a:defRPr sz="2000" kern="1200" spc="0" baseline="0">
                <a:solidFill>
                  <a:schemeClr val="tx1"/>
                </a:solidFill>
                <a:latin typeface="Segoe UI" panose="020B0502040204020203" pitchFamily="34" charset="0"/>
                <a:ea typeface="+mn-ea"/>
                <a:cs typeface="Segoe UI" panose="020B0502040204020203" pitchFamily="34" charset="0"/>
              </a:defRPr>
            </a:lvl3pPr>
            <a:lvl4pPr marL="896386" marR="0" indent="-224097" algn="l" defTabSz="914367" rtl="0" eaLnBrk="1" fontAlgn="auto" latinLnBrk="0" hangingPunct="1">
              <a:lnSpc>
                <a:spcPct val="90000"/>
              </a:lnSpc>
              <a:spcBef>
                <a:spcPct val="20000"/>
              </a:spcBef>
              <a:spcAft>
                <a:spcPts val="0"/>
              </a:spcAft>
              <a:buClrTx/>
              <a:buSzPct val="90000"/>
              <a:buFont typeface="Arial" panose="020B0604020202020204" pitchFamily="34" charset="0"/>
              <a:buChar char="•"/>
              <a:tabLst/>
              <a:defRPr sz="2000" kern="1200" spc="0" baseline="0">
                <a:solidFill>
                  <a:schemeClr val="tx1"/>
                </a:solidFill>
                <a:latin typeface="Segoe UI" panose="020B0502040204020203" pitchFamily="34" charset="0"/>
                <a:ea typeface="+mn-ea"/>
                <a:cs typeface="Segoe UI" panose="020B0502040204020203" pitchFamily="34" charset="0"/>
              </a:defRPr>
            </a:lvl4pPr>
            <a:lvl5pPr marL="1120483" marR="0" indent="-224097" algn="l" defTabSz="914367" rtl="0" eaLnBrk="1" fontAlgn="auto" latinLnBrk="0" hangingPunct="1">
              <a:lnSpc>
                <a:spcPct val="90000"/>
              </a:lnSpc>
              <a:spcBef>
                <a:spcPct val="20000"/>
              </a:spcBef>
              <a:spcAft>
                <a:spcPts val="0"/>
              </a:spcAft>
              <a:buClrTx/>
              <a:buSzPct val="90000"/>
              <a:buFont typeface="Arial" panose="020B0604020202020204" pitchFamily="34" charset="0"/>
              <a:buChar char="•"/>
              <a:tabLst/>
              <a:defRPr sz="2000" kern="1200" spc="0" baseline="0">
                <a:solidFill>
                  <a:schemeClr val="tx1"/>
                </a:solidFill>
                <a:latin typeface="Segoe UI" panose="020B0502040204020203" pitchFamily="34" charset="0"/>
                <a:ea typeface="+mn-ea"/>
                <a:cs typeface="Segoe UI" panose="020B0502040204020203" pitchFamily="34" charset="0"/>
              </a:defRPr>
            </a:lvl5pPr>
            <a:lvl6pPr marL="2514509"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6pPr>
            <a:lvl7pPr marL="2971693"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r>
              <a:rPr lang="en-US" sz="1600" dirty="0"/>
              <a:t>Owner</a:t>
            </a:r>
          </a:p>
          <a:p>
            <a:endParaRPr lang="en-US" sz="1600" dirty="0"/>
          </a:p>
          <a:p>
            <a:r>
              <a:rPr lang="en-US" sz="1600" dirty="0"/>
              <a:t>Planner</a:t>
            </a:r>
          </a:p>
          <a:p>
            <a:endParaRPr lang="en-US" sz="1600" dirty="0"/>
          </a:p>
          <a:p>
            <a:r>
              <a:rPr lang="en-US" sz="1600" dirty="0"/>
              <a:t>Supervisor</a:t>
            </a:r>
          </a:p>
          <a:p>
            <a:endParaRPr lang="en-US" sz="1600" dirty="0"/>
          </a:p>
          <a:p>
            <a:r>
              <a:rPr lang="en-US" sz="1600" dirty="0"/>
              <a:t>Work Order Lead</a:t>
            </a:r>
          </a:p>
        </p:txBody>
      </p:sp>
    </p:spTree>
    <p:extLst>
      <p:ext uri="{BB962C8B-B14F-4D97-AF65-F5344CB8AC3E}">
        <p14:creationId xmlns:p14="http://schemas.microsoft.com/office/powerpoint/2010/main" val="20442026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E6614B3-C847-4077-833C-BC7FEE17D3D0}"/>
              </a:ext>
            </a:extLst>
          </p:cNvPr>
          <p:cNvSpPr>
            <a:spLocks noGrp="1"/>
          </p:cNvSpPr>
          <p:nvPr>
            <p:ph type="body" sz="quarter" idx="10"/>
          </p:nvPr>
        </p:nvSpPr>
        <p:spPr/>
        <p:txBody>
          <a:bodyPr/>
          <a:lstStyle/>
          <a:p>
            <a:pPr defTabSz="685676">
              <a:spcBef>
                <a:spcPts val="752"/>
              </a:spcBef>
              <a:spcAft>
                <a:spcPts val="152"/>
              </a:spcAft>
            </a:pPr>
            <a:r>
              <a:rPr lang="en-US" sz="1800" dirty="0"/>
              <a:t>Complete this sentence by identifying the appropriate subprocess and role involved.</a:t>
            </a:r>
          </a:p>
          <a:p>
            <a:pPr defTabSz="685676">
              <a:spcBef>
                <a:spcPts val="752"/>
              </a:spcBef>
              <a:spcAft>
                <a:spcPts val="152"/>
              </a:spcAft>
            </a:pPr>
            <a:r>
              <a:rPr lang="en-US" sz="1800" dirty="0"/>
              <a:t>In the Work Order process, when the ____ field is completed, the _______receives a Work Order with the </a:t>
            </a:r>
            <a:r>
              <a:rPr lang="en-US" sz="1800" b="1" dirty="0"/>
              <a:t>Waiting on Completion</a:t>
            </a:r>
            <a:r>
              <a:rPr lang="en-US" sz="1800" dirty="0"/>
              <a:t> status.</a:t>
            </a:r>
          </a:p>
        </p:txBody>
      </p:sp>
      <p:sp>
        <p:nvSpPr>
          <p:cNvPr id="5" name="Title 4">
            <a:extLst>
              <a:ext uri="{FF2B5EF4-FFF2-40B4-BE49-F238E27FC236}">
                <a16:creationId xmlns:a16="http://schemas.microsoft.com/office/drawing/2014/main" id="{8FFF2F96-B0C5-489B-97A9-EC5E55E0AE33}"/>
              </a:ext>
            </a:extLst>
          </p:cNvPr>
          <p:cNvSpPr>
            <a:spLocks noGrp="1"/>
          </p:cNvSpPr>
          <p:nvPr>
            <p:ph type="title"/>
          </p:nvPr>
        </p:nvSpPr>
        <p:spPr/>
        <p:txBody>
          <a:bodyPr/>
          <a:lstStyle/>
          <a:p>
            <a:r>
              <a:rPr lang="en-US" dirty="0"/>
              <a:t>Knowledge Check – 2</a:t>
            </a:r>
          </a:p>
        </p:txBody>
      </p:sp>
      <p:sp>
        <p:nvSpPr>
          <p:cNvPr id="7" name="Text Placeholder 3">
            <a:extLst>
              <a:ext uri="{FF2B5EF4-FFF2-40B4-BE49-F238E27FC236}">
                <a16:creationId xmlns:a16="http://schemas.microsoft.com/office/drawing/2014/main" id="{661D0BCC-ECF2-401D-9880-B3E6212EDC3D}"/>
              </a:ext>
            </a:extLst>
          </p:cNvPr>
          <p:cNvSpPr txBox="1">
            <a:spLocks/>
          </p:cNvSpPr>
          <p:nvPr/>
        </p:nvSpPr>
        <p:spPr>
          <a:xfrm>
            <a:off x="1775460" y="2488990"/>
            <a:ext cx="6695440" cy="1846659"/>
          </a:xfrm>
          <a:prstGeom prst="rect">
            <a:avLst/>
          </a:prstGeom>
        </p:spPr>
        <p:txBody>
          <a:bodyPr wrap="square" lIns="0" tIns="0" rIns="0" bIns="0">
            <a:spAutoFit/>
          </a:bodyPr>
          <a:lstStyle>
            <a:lvl1pPr marL="457200" marR="0" indent="-457200" algn="l" defTabSz="914367" rtl="0" eaLnBrk="1" fontAlgn="auto" latinLnBrk="0" hangingPunct="1">
              <a:lnSpc>
                <a:spcPct val="90000"/>
              </a:lnSpc>
              <a:spcBef>
                <a:spcPct val="20000"/>
              </a:spcBef>
              <a:spcAft>
                <a:spcPts val="0"/>
              </a:spcAft>
              <a:buClrTx/>
              <a:buSzPct val="90000"/>
              <a:buFont typeface="+mj-lt"/>
              <a:buAutoNum type="alphaUcPeriod"/>
              <a:tabLst/>
              <a:defRPr sz="2000" kern="1200" spc="0" baseline="0">
                <a:solidFill>
                  <a:schemeClr val="tx1"/>
                </a:solidFill>
                <a:latin typeface="Neue Haas Grotesk Text Pro" panose="020B0504020202020204" pitchFamily="34" charset="0"/>
                <a:ea typeface="+mn-ea"/>
                <a:cs typeface="Segoe UI" panose="020B0502040204020203" pitchFamily="34" charset="0"/>
              </a:defRPr>
            </a:lvl1pPr>
            <a:lvl2pPr marL="448193" marR="0" indent="-224097" algn="l" defTabSz="914367" rtl="0" eaLnBrk="1" fontAlgn="auto" latinLnBrk="0" hangingPunct="1">
              <a:lnSpc>
                <a:spcPct val="90000"/>
              </a:lnSpc>
              <a:spcBef>
                <a:spcPct val="20000"/>
              </a:spcBef>
              <a:spcAft>
                <a:spcPts val="0"/>
              </a:spcAft>
              <a:buClrTx/>
              <a:buSzPct val="90000"/>
              <a:buFont typeface="Arial" panose="020B0604020202020204" pitchFamily="34" charset="0"/>
              <a:buChar char="•"/>
              <a:tabLst/>
              <a:defRPr sz="2000" kern="1200" spc="0" baseline="0">
                <a:solidFill>
                  <a:schemeClr val="tx1"/>
                </a:solidFill>
                <a:latin typeface="Segoe UI" panose="020B0502040204020203" pitchFamily="34" charset="0"/>
                <a:ea typeface="+mn-ea"/>
                <a:cs typeface="Segoe UI" panose="020B0502040204020203" pitchFamily="34" charset="0"/>
              </a:defRPr>
            </a:lvl2pPr>
            <a:lvl3pPr marL="672290" marR="0" indent="-224097" algn="l" defTabSz="914367" rtl="0" eaLnBrk="1" fontAlgn="auto" latinLnBrk="0" hangingPunct="1">
              <a:lnSpc>
                <a:spcPct val="90000"/>
              </a:lnSpc>
              <a:spcBef>
                <a:spcPct val="20000"/>
              </a:spcBef>
              <a:spcAft>
                <a:spcPts val="0"/>
              </a:spcAft>
              <a:buClrTx/>
              <a:buSzPct val="90000"/>
              <a:buFont typeface="Arial" panose="020B0604020202020204" pitchFamily="34" charset="0"/>
              <a:buChar char="•"/>
              <a:tabLst/>
              <a:defRPr sz="2000" kern="1200" spc="0" baseline="0">
                <a:solidFill>
                  <a:schemeClr val="tx1"/>
                </a:solidFill>
                <a:latin typeface="Segoe UI" panose="020B0502040204020203" pitchFamily="34" charset="0"/>
                <a:ea typeface="+mn-ea"/>
                <a:cs typeface="Segoe UI" panose="020B0502040204020203" pitchFamily="34" charset="0"/>
              </a:defRPr>
            </a:lvl3pPr>
            <a:lvl4pPr marL="896386" marR="0" indent="-224097" algn="l" defTabSz="914367" rtl="0" eaLnBrk="1" fontAlgn="auto" latinLnBrk="0" hangingPunct="1">
              <a:lnSpc>
                <a:spcPct val="90000"/>
              </a:lnSpc>
              <a:spcBef>
                <a:spcPct val="20000"/>
              </a:spcBef>
              <a:spcAft>
                <a:spcPts val="0"/>
              </a:spcAft>
              <a:buClrTx/>
              <a:buSzPct val="90000"/>
              <a:buFont typeface="Arial" panose="020B0604020202020204" pitchFamily="34" charset="0"/>
              <a:buChar char="•"/>
              <a:tabLst/>
              <a:defRPr sz="2000" kern="1200" spc="0" baseline="0">
                <a:solidFill>
                  <a:schemeClr val="tx1"/>
                </a:solidFill>
                <a:latin typeface="Segoe UI" panose="020B0502040204020203" pitchFamily="34" charset="0"/>
                <a:ea typeface="+mn-ea"/>
                <a:cs typeface="Segoe UI" panose="020B0502040204020203" pitchFamily="34" charset="0"/>
              </a:defRPr>
            </a:lvl4pPr>
            <a:lvl5pPr marL="1120483" marR="0" indent="-224097" algn="l" defTabSz="914367" rtl="0" eaLnBrk="1" fontAlgn="auto" latinLnBrk="0" hangingPunct="1">
              <a:lnSpc>
                <a:spcPct val="90000"/>
              </a:lnSpc>
              <a:spcBef>
                <a:spcPct val="20000"/>
              </a:spcBef>
              <a:spcAft>
                <a:spcPts val="0"/>
              </a:spcAft>
              <a:buClrTx/>
              <a:buSzPct val="90000"/>
              <a:buFont typeface="Arial" panose="020B0604020202020204" pitchFamily="34" charset="0"/>
              <a:buChar char="•"/>
              <a:tabLst/>
              <a:defRPr sz="2000" kern="1200" spc="0" baseline="0">
                <a:solidFill>
                  <a:schemeClr val="tx1"/>
                </a:solidFill>
                <a:latin typeface="Segoe UI" panose="020B0502040204020203" pitchFamily="34" charset="0"/>
                <a:ea typeface="+mn-ea"/>
                <a:cs typeface="Segoe UI" panose="020B0502040204020203" pitchFamily="34" charset="0"/>
              </a:defRPr>
            </a:lvl5pPr>
            <a:lvl6pPr marL="2514509"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6pPr>
            <a:lvl7pPr marL="2971693"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r>
              <a:rPr lang="en-US" sz="1600" dirty="0"/>
              <a:t>Owner/Supervisor</a:t>
            </a:r>
          </a:p>
          <a:p>
            <a:endParaRPr lang="en-US" sz="1600" dirty="0"/>
          </a:p>
          <a:p>
            <a:r>
              <a:rPr lang="en-US" sz="1600" dirty="0"/>
              <a:t>Planner/Planner</a:t>
            </a:r>
          </a:p>
          <a:p>
            <a:endParaRPr lang="en-US" sz="1600" dirty="0"/>
          </a:p>
          <a:p>
            <a:r>
              <a:rPr lang="en-US" sz="1600" dirty="0"/>
              <a:t>Planner/Supervisor</a:t>
            </a:r>
          </a:p>
          <a:p>
            <a:endParaRPr lang="en-US" sz="1600" dirty="0"/>
          </a:p>
          <a:p>
            <a:r>
              <a:rPr lang="en-US" sz="1600" b="1" dirty="0">
                <a:solidFill>
                  <a:srgbClr val="4A773C"/>
                </a:solidFill>
              </a:rPr>
              <a:t>Work Order Lead/Work Order Lead </a:t>
            </a:r>
          </a:p>
        </p:txBody>
      </p:sp>
      <p:cxnSp>
        <p:nvCxnSpPr>
          <p:cNvPr id="8" name="Straight Connector 7">
            <a:extLst>
              <a:ext uri="{FF2B5EF4-FFF2-40B4-BE49-F238E27FC236}">
                <a16:creationId xmlns:a16="http://schemas.microsoft.com/office/drawing/2014/main" id="{F7AB57A0-F166-4C58-928D-0FF9BCC467D7}"/>
              </a:ext>
            </a:extLst>
          </p:cNvPr>
          <p:cNvCxnSpPr>
            <a:cxnSpLocks/>
            <a:stCxn id="9" idx="0"/>
          </p:cNvCxnSpPr>
          <p:nvPr/>
        </p:nvCxnSpPr>
        <p:spPr>
          <a:xfrm>
            <a:off x="1464249" y="4021481"/>
            <a:ext cx="0" cy="2823819"/>
          </a:xfrm>
          <a:prstGeom prst="line">
            <a:avLst/>
          </a:prstGeom>
          <a:ln w="9525">
            <a:solidFill>
              <a:schemeClr val="accent1"/>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67A8C6C8-E829-4C4F-91F9-7A27EB773F4A}"/>
              </a:ext>
            </a:extLst>
          </p:cNvPr>
          <p:cNvSpPr/>
          <p:nvPr/>
        </p:nvSpPr>
        <p:spPr bwMode="auto">
          <a:xfrm>
            <a:off x="1286554" y="4021481"/>
            <a:ext cx="355390" cy="355390"/>
          </a:xfrm>
          <a:prstGeom prst="ellipse">
            <a:avLst/>
          </a:prstGeom>
          <a:solidFill>
            <a:srgbClr val="4A773C"/>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21686911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143093C-4FEA-4CD4-8724-A701D9D765FC}"/>
              </a:ext>
            </a:extLst>
          </p:cNvPr>
          <p:cNvSpPr>
            <a:spLocks noGrp="1"/>
          </p:cNvSpPr>
          <p:nvPr>
            <p:ph type="title"/>
          </p:nvPr>
        </p:nvSpPr>
        <p:spPr>
          <a:xfrm>
            <a:off x="2828082" y="3152646"/>
            <a:ext cx="6535838" cy="1180572"/>
          </a:xfrm>
        </p:spPr>
        <p:txBody>
          <a:bodyPr/>
          <a:lstStyle/>
          <a:p>
            <a:r>
              <a:rPr lang="en-US" b="1" dirty="0">
                <a:latin typeface="+mn-lt"/>
              </a:rPr>
              <a:t>Work Order Closure</a:t>
            </a:r>
            <a:endParaRPr lang="en-US" b="1" dirty="0">
              <a:solidFill>
                <a:schemeClr val="tx1"/>
              </a:solidFill>
              <a:latin typeface="+mn-lt"/>
            </a:endParaRPr>
          </a:p>
        </p:txBody>
      </p:sp>
      <p:sp>
        <p:nvSpPr>
          <p:cNvPr id="8" name="Text Placeholder 7">
            <a:extLst>
              <a:ext uri="{FF2B5EF4-FFF2-40B4-BE49-F238E27FC236}">
                <a16:creationId xmlns:a16="http://schemas.microsoft.com/office/drawing/2014/main" id="{B03DEB53-F75A-4FBD-B920-FA144245F87D}"/>
              </a:ext>
            </a:extLst>
          </p:cNvPr>
          <p:cNvSpPr>
            <a:spLocks noGrp="1"/>
          </p:cNvSpPr>
          <p:nvPr>
            <p:ph type="body" sz="quarter" idx="10"/>
          </p:nvPr>
        </p:nvSpPr>
        <p:spPr>
          <a:xfrm>
            <a:off x="5225249" y="2513207"/>
            <a:ext cx="1731884" cy="627864"/>
          </a:xfrm>
        </p:spPr>
        <p:txBody>
          <a:bodyPr/>
          <a:lstStyle/>
          <a:p>
            <a:r>
              <a:rPr lang="en-US" dirty="0">
                <a:latin typeface="+mn-lt"/>
              </a:rPr>
              <a:t>Module 2</a:t>
            </a:r>
          </a:p>
        </p:txBody>
      </p:sp>
      <p:grpSp>
        <p:nvGrpSpPr>
          <p:cNvPr id="2" name="Group 1">
            <a:extLst>
              <a:ext uri="{FF2B5EF4-FFF2-40B4-BE49-F238E27FC236}">
                <a16:creationId xmlns:a16="http://schemas.microsoft.com/office/drawing/2014/main" id="{E921E8C3-DB8D-43BD-8F02-7D3249FCCDA7}"/>
              </a:ext>
            </a:extLst>
          </p:cNvPr>
          <p:cNvGrpSpPr/>
          <p:nvPr/>
        </p:nvGrpSpPr>
        <p:grpSpPr>
          <a:xfrm>
            <a:off x="9122629" y="6123999"/>
            <a:ext cx="2989786" cy="550519"/>
            <a:chOff x="8394494" y="6252335"/>
            <a:chExt cx="2989786" cy="550519"/>
          </a:xfrm>
        </p:grpSpPr>
        <p:sp>
          <p:nvSpPr>
            <p:cNvPr id="10" name="Oval 9">
              <a:extLst>
                <a:ext uri="{FF2B5EF4-FFF2-40B4-BE49-F238E27FC236}">
                  <a16:creationId xmlns:a16="http://schemas.microsoft.com/office/drawing/2014/main" id="{D7302EC8-2F98-4850-B6C4-A8D1119A71E8}"/>
                </a:ext>
              </a:extLst>
            </p:cNvPr>
            <p:cNvSpPr>
              <a:spLocks noChangeAspect="1"/>
            </p:cNvSpPr>
            <p:nvPr/>
          </p:nvSpPr>
          <p:spPr bwMode="auto">
            <a:xfrm>
              <a:off x="8394494" y="6252335"/>
              <a:ext cx="548640" cy="548640"/>
            </a:xfrm>
            <a:prstGeom prst="ellips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Neue Haas Grotesk Text Pro"/>
                <a:ea typeface="Segoe UI" pitchFamily="34" charset="0"/>
                <a:cs typeface="Segoe UI" pitchFamily="34" charset="0"/>
              </a:endParaRPr>
            </a:p>
          </p:txBody>
        </p:sp>
        <p:sp>
          <p:nvSpPr>
            <p:cNvPr id="11" name="TextBox 10">
              <a:extLst>
                <a:ext uri="{FF2B5EF4-FFF2-40B4-BE49-F238E27FC236}">
                  <a16:creationId xmlns:a16="http://schemas.microsoft.com/office/drawing/2014/main" id="{904D0DD6-310D-42BA-9B65-B14F850F8AC4}"/>
                </a:ext>
              </a:extLst>
            </p:cNvPr>
            <p:cNvSpPr txBox="1"/>
            <p:nvPr/>
          </p:nvSpPr>
          <p:spPr>
            <a:xfrm>
              <a:off x="8895965" y="6285789"/>
              <a:ext cx="2488315" cy="517065"/>
            </a:xfrm>
            <a:prstGeom prst="rect">
              <a:avLst/>
            </a:prstGeom>
            <a:noFill/>
          </p:spPr>
          <p:txBody>
            <a:bodyPr wrap="square" lIns="182880" tIns="146304" rIns="182880" bIns="146304" rtlCol="0">
              <a:sp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Neue Haas Grotesk Text Pro" panose="020B0504020202020204" pitchFamily="34" charset="0"/>
                  <a:ea typeface="+mn-ea"/>
                  <a:cs typeface="+mn-cs"/>
                </a:rPr>
                <a:t>Duration: 40 Minutes</a:t>
              </a:r>
            </a:p>
          </p:txBody>
        </p:sp>
        <p:pic>
          <p:nvPicPr>
            <p:cNvPr id="12" name="Picture 11" descr="Logo, icon&#10;&#10;Description automatically generated">
              <a:extLst>
                <a:ext uri="{FF2B5EF4-FFF2-40B4-BE49-F238E27FC236}">
                  <a16:creationId xmlns:a16="http://schemas.microsoft.com/office/drawing/2014/main" id="{DC32099E-86F9-4B50-8313-B4E7921FA5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44604" y="6291294"/>
              <a:ext cx="470723" cy="470723"/>
            </a:xfrm>
            <a:prstGeom prst="rect">
              <a:avLst/>
            </a:prstGeom>
          </p:spPr>
        </p:pic>
        <p:sp>
          <p:nvSpPr>
            <p:cNvPr id="13" name="Oval 12">
              <a:extLst>
                <a:ext uri="{FF2B5EF4-FFF2-40B4-BE49-F238E27FC236}">
                  <a16:creationId xmlns:a16="http://schemas.microsoft.com/office/drawing/2014/main" id="{C4CB6252-7009-4912-AA85-CCE35473B8E7}"/>
                </a:ext>
              </a:extLst>
            </p:cNvPr>
            <p:cNvSpPr>
              <a:spLocks noChangeAspect="1"/>
            </p:cNvSpPr>
            <p:nvPr/>
          </p:nvSpPr>
          <p:spPr bwMode="auto">
            <a:xfrm>
              <a:off x="8394494" y="6252335"/>
              <a:ext cx="548640" cy="548640"/>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Neue Haas Grotesk Text Pro"/>
                <a:ea typeface="Segoe UI" pitchFamily="34" charset="0"/>
                <a:cs typeface="Segoe UI" pitchFamily="34" charset="0"/>
              </a:endParaRPr>
            </a:p>
          </p:txBody>
        </p:sp>
        <p:pic>
          <p:nvPicPr>
            <p:cNvPr id="15" name="Picture 14" descr="Logo, icon&#10;&#10;Description automatically generated">
              <a:extLst>
                <a:ext uri="{FF2B5EF4-FFF2-40B4-BE49-F238E27FC236}">
                  <a16:creationId xmlns:a16="http://schemas.microsoft.com/office/drawing/2014/main" id="{C7230B23-72BC-468C-9585-B307DB8DA2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33453" y="6291294"/>
              <a:ext cx="470723" cy="470723"/>
            </a:xfrm>
            <a:prstGeom prst="rect">
              <a:avLst/>
            </a:prstGeom>
          </p:spPr>
        </p:pic>
      </p:grpSp>
      <p:cxnSp>
        <p:nvCxnSpPr>
          <p:cNvPr id="16" name="Straight Connector 15">
            <a:extLst>
              <a:ext uri="{FF2B5EF4-FFF2-40B4-BE49-F238E27FC236}">
                <a16:creationId xmlns:a16="http://schemas.microsoft.com/office/drawing/2014/main" id="{2FDDB979-8F86-45B4-B5F6-A3C99C4A4C8B}"/>
              </a:ext>
            </a:extLst>
          </p:cNvPr>
          <p:cNvCxnSpPr>
            <a:cxnSpLocks/>
          </p:cNvCxnSpPr>
          <p:nvPr/>
        </p:nvCxnSpPr>
        <p:spPr>
          <a:xfrm>
            <a:off x="2854960" y="3141071"/>
            <a:ext cx="6482080" cy="0"/>
          </a:xfrm>
          <a:prstGeom prst="line">
            <a:avLst/>
          </a:prstGeom>
          <a:ln w="28575">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861106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4">
            <a:extLst>
              <a:ext uri="{FF2B5EF4-FFF2-40B4-BE49-F238E27FC236}">
                <a16:creationId xmlns:a16="http://schemas.microsoft.com/office/drawing/2014/main" id="{AE38772E-42B7-4D00-9BEC-9610960F59D9}"/>
              </a:ext>
            </a:extLst>
          </p:cNvPr>
          <p:cNvSpPr>
            <a:spLocks noGrp="1"/>
          </p:cNvSpPr>
          <p:nvPr>
            <p:ph type="body" sz="quarter" idx="4294967295"/>
          </p:nvPr>
        </p:nvSpPr>
        <p:spPr>
          <a:xfrm>
            <a:off x="384047" y="1095118"/>
            <a:ext cx="6977805" cy="350855"/>
          </a:xfrm>
          <a:prstGeom prst="rect">
            <a:avLst/>
          </a:prstGeom>
        </p:spPr>
        <p:txBody>
          <a:bodyPr lIns="0"/>
          <a:lstStyle/>
          <a:p>
            <a:pPr marL="0" indent="0">
              <a:buNone/>
            </a:pPr>
            <a:r>
              <a:rPr lang="en-US" sz="1800" b="1" dirty="0">
                <a:latin typeface="Neue Haas Grotesk Text Pro" panose="020B0504020202020204" pitchFamily="34" charset="0"/>
              </a:rPr>
              <a:t>By the end of this module, you will be able to:</a:t>
            </a:r>
          </a:p>
        </p:txBody>
      </p:sp>
      <p:sp>
        <p:nvSpPr>
          <p:cNvPr id="3" name="Title 2">
            <a:extLst>
              <a:ext uri="{FF2B5EF4-FFF2-40B4-BE49-F238E27FC236}">
                <a16:creationId xmlns:a16="http://schemas.microsoft.com/office/drawing/2014/main" id="{597DCB94-B4E1-4FD2-B588-E27B6B9E0986}"/>
              </a:ext>
            </a:extLst>
          </p:cNvPr>
          <p:cNvSpPr>
            <a:spLocks noGrp="1"/>
          </p:cNvSpPr>
          <p:nvPr>
            <p:ph type="title"/>
          </p:nvPr>
        </p:nvSpPr>
        <p:spPr>
          <a:prstGeom prst="rect">
            <a:avLst/>
          </a:prstGeom>
        </p:spPr>
        <p:txBody>
          <a:bodyPr/>
          <a:lstStyle/>
          <a:p>
            <a:r>
              <a:rPr lang="en-US" dirty="0">
                <a:latin typeface="Neue Haas Grotesk Text Pro" panose="020B0504020202020204" pitchFamily="34" charset="0"/>
              </a:rPr>
              <a:t>Module Objectives</a:t>
            </a:r>
          </a:p>
        </p:txBody>
      </p:sp>
      <p:sp>
        <p:nvSpPr>
          <p:cNvPr id="2" name="Rectangle 1">
            <a:extLst>
              <a:ext uri="{FF2B5EF4-FFF2-40B4-BE49-F238E27FC236}">
                <a16:creationId xmlns:a16="http://schemas.microsoft.com/office/drawing/2014/main" id="{26544EBC-CD81-4657-AB5D-BDCE564F1BAA}"/>
              </a:ext>
            </a:extLst>
          </p:cNvPr>
          <p:cNvSpPr/>
          <p:nvPr/>
        </p:nvSpPr>
        <p:spPr>
          <a:xfrm>
            <a:off x="384047" y="1644073"/>
            <a:ext cx="5894833" cy="2139047"/>
          </a:xfrm>
          <a:prstGeom prst="rect">
            <a:avLst/>
          </a:prstGeom>
        </p:spPr>
        <p:txBody>
          <a:bodyPr wrap="square">
            <a:spAutoFit/>
          </a:bodyPr>
          <a:lstStyle/>
          <a:p>
            <a:pPr marL="285750" lvl="0" indent="-285750">
              <a:spcAft>
                <a:spcPts val="1000"/>
              </a:spcAft>
              <a:buClr>
                <a:srgbClr val="FFB81C"/>
              </a:buClr>
              <a:buFont typeface="Arial" panose="020B0604020202020204" pitchFamily="34" charset="0"/>
              <a:buChar char="•"/>
            </a:pPr>
            <a:r>
              <a:rPr lang="en-US" dirty="0">
                <a:solidFill>
                  <a:srgbClr val="000000"/>
                </a:solidFill>
                <a:latin typeface="Neue Haas Grotesk Text Pro" panose="020B0504020202020204" pitchFamily="34" charset="0"/>
                <a:cs typeface="Arial" panose="020B0604020202020204" pitchFamily="34" charset="0"/>
              </a:rPr>
              <a:t>Identify Work Order Closure as an automated subprocess in Maximo</a:t>
            </a:r>
          </a:p>
          <a:p>
            <a:pPr marL="285750" lvl="0" indent="-285750">
              <a:spcAft>
                <a:spcPts val="1000"/>
              </a:spcAft>
              <a:buClr>
                <a:srgbClr val="FFB81C"/>
              </a:buClr>
              <a:buFont typeface="Arial" panose="020B0604020202020204" pitchFamily="34" charset="0"/>
              <a:buChar char="•"/>
            </a:pPr>
            <a:r>
              <a:rPr lang="en-US" dirty="0">
                <a:solidFill>
                  <a:srgbClr val="000000"/>
                </a:solidFill>
                <a:latin typeface="Neue Haas Grotesk Text Pro" panose="020B0504020202020204" pitchFamily="34" charset="0"/>
                <a:cs typeface="Arial" panose="020B0604020202020204" pitchFamily="34" charset="0"/>
              </a:rPr>
              <a:t>Determine the Work Order Closure timeline</a:t>
            </a:r>
          </a:p>
          <a:p>
            <a:pPr marL="285750" lvl="0" indent="-285750">
              <a:spcAft>
                <a:spcPts val="1000"/>
              </a:spcAft>
              <a:buClr>
                <a:srgbClr val="FFB81C"/>
              </a:buClr>
              <a:buFont typeface="Arial" panose="020B0604020202020204" pitchFamily="34" charset="0"/>
              <a:buChar char="•"/>
            </a:pPr>
            <a:r>
              <a:rPr lang="en-US" dirty="0">
                <a:solidFill>
                  <a:srgbClr val="000000"/>
                </a:solidFill>
                <a:latin typeface="Neue Haas Grotesk Text Pro" panose="020B0504020202020204" pitchFamily="34" charset="0"/>
                <a:cs typeface="Arial" panose="020B0604020202020204" pitchFamily="34" charset="0"/>
              </a:rPr>
              <a:t>Describe integration errors </a:t>
            </a:r>
          </a:p>
          <a:p>
            <a:pPr marL="285750" lvl="0" indent="-285750">
              <a:spcAft>
                <a:spcPts val="1000"/>
              </a:spcAft>
              <a:buClr>
                <a:srgbClr val="FFB81C"/>
              </a:buClr>
              <a:buFont typeface="Arial" panose="020B0604020202020204" pitchFamily="34" charset="0"/>
              <a:buChar char="•"/>
            </a:pPr>
            <a:r>
              <a:rPr lang="en-US" dirty="0">
                <a:solidFill>
                  <a:srgbClr val="000000"/>
                </a:solidFill>
                <a:latin typeface="Neue Haas Grotesk Text Pro" panose="020B0504020202020204" pitchFamily="34" charset="0"/>
                <a:cs typeface="Arial" panose="020B0604020202020204" pitchFamily="34" charset="0"/>
              </a:rPr>
              <a:t>Identify the role responsible for managing integration errors</a:t>
            </a:r>
          </a:p>
        </p:txBody>
      </p:sp>
    </p:spTree>
    <p:extLst>
      <p:ext uri="{BB962C8B-B14F-4D97-AF65-F5344CB8AC3E}">
        <p14:creationId xmlns:p14="http://schemas.microsoft.com/office/powerpoint/2010/main" val="36111597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7C454C2-EA6F-44E4-8C29-74132C9B8403}"/>
              </a:ext>
            </a:extLst>
          </p:cNvPr>
          <p:cNvSpPr>
            <a:spLocks noGrp="1"/>
          </p:cNvSpPr>
          <p:nvPr>
            <p:ph type="title"/>
          </p:nvPr>
        </p:nvSpPr>
        <p:spPr/>
        <p:txBody>
          <a:bodyPr/>
          <a:lstStyle/>
          <a:p>
            <a:r>
              <a:rPr lang="en-US" dirty="0"/>
              <a:t>Work Order Closure Process – Overview</a:t>
            </a:r>
          </a:p>
        </p:txBody>
      </p:sp>
      <p:sp>
        <p:nvSpPr>
          <p:cNvPr id="3" name="Text Placeholder 4">
            <a:extLst>
              <a:ext uri="{FF2B5EF4-FFF2-40B4-BE49-F238E27FC236}">
                <a16:creationId xmlns:a16="http://schemas.microsoft.com/office/drawing/2014/main" id="{9001C189-A381-4472-A1B8-DF767759C61D}"/>
              </a:ext>
            </a:extLst>
          </p:cNvPr>
          <p:cNvSpPr txBox="1">
            <a:spLocks/>
          </p:cNvSpPr>
          <p:nvPr/>
        </p:nvSpPr>
        <p:spPr>
          <a:xfrm>
            <a:off x="384048" y="1071269"/>
            <a:ext cx="11430000" cy="5533196"/>
          </a:xfrm>
          <a:prstGeom prst="rect">
            <a:avLst/>
          </a:prstGeom>
        </p:spPr>
        <p:txBody>
          <a:bodyPr/>
          <a:lstStyle>
            <a:lvl1pPr marL="224097" marR="0" indent="-224097" algn="l" defTabSz="914367"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529" kern="1200" spc="0" baseline="0">
                <a:gradFill>
                  <a:gsLst>
                    <a:gs pos="1250">
                      <a:schemeClr val="tx1"/>
                    </a:gs>
                    <a:gs pos="100000">
                      <a:schemeClr val="tx1"/>
                    </a:gs>
                  </a:gsLst>
                  <a:lin ang="5400000" scaled="0"/>
                </a:gradFill>
                <a:latin typeface="+mj-lt"/>
                <a:ea typeface="+mn-ea"/>
                <a:cs typeface="+mn-cs"/>
              </a:defRPr>
            </a:lvl1pPr>
            <a:lvl2pPr marL="448193" marR="0" indent="-224097" algn="l" defTabSz="914367"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745" kern="1200" spc="0" baseline="0">
                <a:gradFill>
                  <a:gsLst>
                    <a:gs pos="1250">
                      <a:schemeClr val="tx1"/>
                    </a:gs>
                    <a:gs pos="100000">
                      <a:schemeClr val="tx1"/>
                    </a:gs>
                  </a:gsLst>
                  <a:lin ang="5400000" scaled="0"/>
                </a:gradFill>
                <a:latin typeface="+mn-lt"/>
                <a:ea typeface="+mn-ea"/>
                <a:cs typeface="+mn-cs"/>
              </a:defRPr>
            </a:lvl2pPr>
            <a:lvl3pPr marL="672290" marR="0" indent="-224097" algn="l" defTabSz="914367"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353" kern="1200" spc="0" baseline="0">
                <a:gradFill>
                  <a:gsLst>
                    <a:gs pos="1250">
                      <a:schemeClr val="tx1"/>
                    </a:gs>
                    <a:gs pos="100000">
                      <a:schemeClr val="tx1"/>
                    </a:gs>
                  </a:gsLst>
                  <a:lin ang="5400000" scaled="0"/>
                </a:gradFill>
                <a:latin typeface="+mn-lt"/>
                <a:ea typeface="+mn-ea"/>
                <a:cs typeface="+mn-cs"/>
              </a:defRPr>
            </a:lvl3pPr>
            <a:lvl4pPr marL="896386" marR="0" indent="-224097" algn="l" defTabSz="914367"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157" kern="1200" spc="0" baseline="0">
                <a:gradFill>
                  <a:gsLst>
                    <a:gs pos="1250">
                      <a:schemeClr val="tx1"/>
                    </a:gs>
                    <a:gs pos="100000">
                      <a:schemeClr val="tx1"/>
                    </a:gs>
                  </a:gsLst>
                  <a:lin ang="5400000" scaled="0"/>
                </a:gradFill>
                <a:latin typeface="+mn-lt"/>
                <a:ea typeface="+mn-ea"/>
                <a:cs typeface="+mn-cs"/>
              </a:defRPr>
            </a:lvl4pPr>
            <a:lvl5pPr marL="1120483" marR="0" indent="-224097" algn="l" defTabSz="914367"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157" kern="1200" spc="0" baseline="0">
                <a:gradFill>
                  <a:gsLst>
                    <a:gs pos="1250">
                      <a:schemeClr val="tx1"/>
                    </a:gs>
                    <a:gs pos="100000">
                      <a:schemeClr val="tx1"/>
                    </a:gs>
                  </a:gsLst>
                  <a:lin ang="5400000" scaled="0"/>
                </a:gradFill>
                <a:latin typeface="+mn-lt"/>
                <a:ea typeface="+mn-ea"/>
                <a:cs typeface="+mn-cs"/>
              </a:defRPr>
            </a:lvl5pPr>
            <a:lvl6pPr marL="2514509"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6pPr>
            <a:lvl7pPr marL="2971693"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marL="0" marR="0" lvl="0" indent="0" algn="l" defTabSz="914367" rtl="0" eaLnBrk="1" fontAlgn="auto" latinLnBrk="0" hangingPunct="1">
              <a:lnSpc>
                <a:spcPct val="90000"/>
              </a:lnSpc>
              <a:spcBef>
                <a:spcPct val="20000"/>
              </a:spcBef>
              <a:spcAft>
                <a:spcPts val="0"/>
              </a:spcAft>
              <a:buClrTx/>
              <a:buSzPct val="90000"/>
              <a:buFont typeface="Wingdings" panose="05000000000000000000" pitchFamily="2" charset="2"/>
              <a:buNone/>
              <a:tabLst/>
              <a:defRPr/>
            </a:pPr>
            <a:r>
              <a:rPr kumimoji="0" lang="en-US" sz="1600" b="0" i="0" u="none" strike="noStrike" kern="1200" cap="none" spc="0" normalizeH="0" baseline="0" noProof="0" dirty="0">
                <a:ln>
                  <a:noFill/>
                </a:ln>
                <a:gradFill>
                  <a:gsLst>
                    <a:gs pos="1250">
                      <a:srgbClr val="000000"/>
                    </a:gs>
                    <a:gs pos="100000">
                      <a:srgbClr val="000000"/>
                    </a:gs>
                  </a:gsLst>
                  <a:lin ang="5400000" scaled="0"/>
                </a:gradFill>
                <a:effectLst/>
                <a:uLnTx/>
                <a:uFillTx/>
                <a:latin typeface="Neue Haas Grotesk Text Pro"/>
                <a:ea typeface="+mn-ea"/>
                <a:cs typeface="+mn-cs"/>
              </a:rPr>
              <a:t>Work Order Closure is an </a:t>
            </a:r>
            <a:r>
              <a:rPr kumimoji="0" lang="en-US" sz="1600" b="1" i="0" u="none" strike="noStrike" kern="1200" cap="none" spc="0" normalizeH="0" baseline="0" noProof="0" dirty="0">
                <a:ln>
                  <a:noFill/>
                </a:ln>
                <a:gradFill>
                  <a:gsLst>
                    <a:gs pos="1250">
                      <a:srgbClr val="000000"/>
                    </a:gs>
                    <a:gs pos="100000">
                      <a:srgbClr val="000000"/>
                    </a:gs>
                  </a:gsLst>
                  <a:lin ang="5400000" scaled="0"/>
                </a:gradFill>
                <a:effectLst/>
                <a:uLnTx/>
                <a:uFillTx/>
                <a:latin typeface="Neue Haas Grotesk Text Pro"/>
                <a:ea typeface="+mn-ea"/>
                <a:cs typeface="+mn-cs"/>
              </a:rPr>
              <a:t>automated subprocess</a:t>
            </a:r>
            <a:r>
              <a:rPr kumimoji="0" lang="en-US" sz="1600" b="0" i="0" u="none" strike="noStrike" kern="1200" cap="none" spc="0" normalizeH="0" baseline="0" noProof="0" dirty="0">
                <a:ln>
                  <a:noFill/>
                </a:ln>
                <a:gradFill>
                  <a:gsLst>
                    <a:gs pos="1250">
                      <a:srgbClr val="000000"/>
                    </a:gs>
                    <a:gs pos="100000">
                      <a:srgbClr val="000000"/>
                    </a:gs>
                  </a:gsLst>
                  <a:lin ang="5400000" scaled="0"/>
                </a:gradFill>
                <a:effectLst/>
                <a:uLnTx/>
                <a:uFillTx/>
                <a:latin typeface="Neue Haas Grotesk Text Pro"/>
                <a:ea typeface="+mn-ea"/>
                <a:cs typeface="+mn-cs"/>
              </a:rPr>
              <a:t> in Maximo. After a Work Order’s status is updated to </a:t>
            </a:r>
            <a:r>
              <a:rPr kumimoji="0" lang="en-US" sz="1600" b="1" i="0" u="none" strike="noStrike" kern="1200" cap="none" spc="0" normalizeH="0" baseline="0" noProof="0" dirty="0">
                <a:ln>
                  <a:noFill/>
                </a:ln>
                <a:gradFill>
                  <a:gsLst>
                    <a:gs pos="1250">
                      <a:srgbClr val="000000"/>
                    </a:gs>
                    <a:gs pos="100000">
                      <a:srgbClr val="000000"/>
                    </a:gs>
                  </a:gsLst>
                  <a:lin ang="5400000" scaled="0"/>
                </a:gradFill>
                <a:effectLst/>
                <a:uLnTx/>
                <a:uFillTx/>
                <a:latin typeface="Neue Haas Grotesk Text Pro"/>
                <a:ea typeface="+mn-ea"/>
                <a:cs typeface="+mn-cs"/>
              </a:rPr>
              <a:t>Completed</a:t>
            </a:r>
            <a:r>
              <a:rPr kumimoji="0" lang="en-US" sz="1600" b="0" i="0" u="none" strike="noStrike" kern="1200" cap="none" spc="0" normalizeH="0" baseline="0" noProof="0" dirty="0">
                <a:ln>
                  <a:noFill/>
                </a:ln>
                <a:gradFill>
                  <a:gsLst>
                    <a:gs pos="1250">
                      <a:srgbClr val="000000"/>
                    </a:gs>
                    <a:gs pos="100000">
                      <a:srgbClr val="000000"/>
                    </a:gs>
                  </a:gsLst>
                  <a:lin ang="5400000" scaled="0"/>
                </a:gradFill>
                <a:effectLst/>
                <a:uLnTx/>
                <a:uFillTx/>
                <a:latin typeface="Neue Haas Grotesk Text Pro"/>
                <a:ea typeface="+mn-ea"/>
                <a:cs typeface="+mn-cs"/>
              </a:rPr>
              <a:t> by the Area Supervisor, it is automatically processed for closure in Maximo. All work orders are automatically closed after </a:t>
            </a:r>
            <a:r>
              <a:rPr kumimoji="0" lang="en-US" sz="1600" b="1" i="0" u="sng" strike="noStrike" kern="1200" cap="none" spc="0" normalizeH="0" baseline="0" noProof="0" dirty="0">
                <a:ln>
                  <a:noFill/>
                </a:ln>
                <a:gradFill>
                  <a:gsLst>
                    <a:gs pos="1250">
                      <a:srgbClr val="000000"/>
                    </a:gs>
                    <a:gs pos="100000">
                      <a:srgbClr val="000000"/>
                    </a:gs>
                  </a:gsLst>
                  <a:lin ang="5400000" scaled="0"/>
                </a:gradFill>
                <a:effectLst/>
                <a:uLnTx/>
                <a:uFillTx/>
                <a:latin typeface="Neue Haas Grotesk Text Pro"/>
                <a:ea typeface="+mn-ea"/>
                <a:cs typeface="+mn-cs"/>
              </a:rPr>
              <a:t>180 days</a:t>
            </a:r>
            <a:r>
              <a:rPr kumimoji="0" lang="en-US" sz="1600" b="0" i="0" u="none" strike="noStrike" kern="1200" cap="none" spc="0" normalizeH="0" baseline="0" noProof="0" dirty="0">
                <a:ln>
                  <a:noFill/>
                </a:ln>
                <a:gradFill>
                  <a:gsLst>
                    <a:gs pos="1250">
                      <a:srgbClr val="000000"/>
                    </a:gs>
                    <a:gs pos="100000">
                      <a:srgbClr val="000000"/>
                    </a:gs>
                  </a:gsLst>
                  <a:lin ang="5400000" scaled="0"/>
                </a:gradFill>
                <a:effectLst/>
                <a:uLnTx/>
                <a:uFillTx/>
                <a:latin typeface="Neue Haas Grotesk Text Pro"/>
                <a:ea typeface="+mn-ea"/>
                <a:cs typeface="+mn-cs"/>
              </a:rPr>
              <a:t>.</a:t>
            </a:r>
            <a:endParaRPr kumimoji="0" lang="en-US" sz="1600" b="0" i="0" u="none" strike="noStrike" kern="1200" cap="none" spc="0" normalizeH="0" baseline="0" noProof="0" dirty="0">
              <a:ln>
                <a:noFill/>
              </a:ln>
              <a:gradFill>
                <a:gsLst>
                  <a:gs pos="1250">
                    <a:srgbClr val="000000"/>
                  </a:gs>
                  <a:gs pos="100000">
                    <a:srgbClr val="000000"/>
                  </a:gs>
                </a:gsLst>
                <a:lin ang="5400000" scaled="0"/>
              </a:gradFill>
              <a:effectLst/>
              <a:uLnTx/>
              <a:uFillTx/>
              <a:latin typeface="Neue Haas Grotesk Text Pro" panose="020B0504020202020204" pitchFamily="34" charset="0"/>
              <a:ea typeface="+mn-ea"/>
              <a:cs typeface="+mn-cs"/>
            </a:endParaRPr>
          </a:p>
        </p:txBody>
      </p:sp>
      <p:grpSp>
        <p:nvGrpSpPr>
          <p:cNvPr id="90" name="Group 89">
            <a:extLst>
              <a:ext uri="{FF2B5EF4-FFF2-40B4-BE49-F238E27FC236}">
                <a16:creationId xmlns:a16="http://schemas.microsoft.com/office/drawing/2014/main" id="{E642A079-66C8-407F-B79B-EE0CA0DB8673}"/>
              </a:ext>
            </a:extLst>
          </p:cNvPr>
          <p:cNvGrpSpPr/>
          <p:nvPr/>
        </p:nvGrpSpPr>
        <p:grpSpPr>
          <a:xfrm>
            <a:off x="3177219" y="3274248"/>
            <a:ext cx="8457001" cy="1407761"/>
            <a:chOff x="3872770" y="2352916"/>
            <a:chExt cx="7959656" cy="1407761"/>
          </a:xfrm>
        </p:grpSpPr>
        <p:grpSp>
          <p:nvGrpSpPr>
            <p:cNvPr id="9" name="Group 8">
              <a:extLst>
                <a:ext uri="{FF2B5EF4-FFF2-40B4-BE49-F238E27FC236}">
                  <a16:creationId xmlns:a16="http://schemas.microsoft.com/office/drawing/2014/main" id="{1A44EC0C-69EE-4EB8-A5D3-77E7625068B5}"/>
                </a:ext>
              </a:extLst>
            </p:cNvPr>
            <p:cNvGrpSpPr/>
            <p:nvPr/>
          </p:nvGrpSpPr>
          <p:grpSpPr>
            <a:xfrm>
              <a:off x="3872770" y="2358522"/>
              <a:ext cx="5279448" cy="1151548"/>
              <a:chOff x="4237713" y="2059669"/>
              <a:chExt cx="5562687" cy="1213323"/>
            </a:xfrm>
          </p:grpSpPr>
          <p:grpSp>
            <p:nvGrpSpPr>
              <p:cNvPr id="56" name="Group 55">
                <a:extLst>
                  <a:ext uri="{FF2B5EF4-FFF2-40B4-BE49-F238E27FC236}">
                    <a16:creationId xmlns:a16="http://schemas.microsoft.com/office/drawing/2014/main" id="{1A9C2DDE-DC48-468D-A375-A2D99E89AA72}"/>
                  </a:ext>
                </a:extLst>
              </p:cNvPr>
              <p:cNvGrpSpPr/>
              <p:nvPr/>
            </p:nvGrpSpPr>
            <p:grpSpPr>
              <a:xfrm>
                <a:off x="4237713" y="2119071"/>
                <a:ext cx="5562687" cy="1153921"/>
                <a:chOff x="795352" y="2290320"/>
                <a:chExt cx="3061881" cy="635154"/>
              </a:xfrm>
            </p:grpSpPr>
            <p:grpSp>
              <p:nvGrpSpPr>
                <p:cNvPr id="57" name="Group 56">
                  <a:extLst>
                    <a:ext uri="{FF2B5EF4-FFF2-40B4-BE49-F238E27FC236}">
                      <a16:creationId xmlns:a16="http://schemas.microsoft.com/office/drawing/2014/main" id="{EB6A4FA1-8DAB-49F6-86E6-BB8E894CBE31}"/>
                    </a:ext>
                  </a:extLst>
                </p:cNvPr>
                <p:cNvGrpSpPr/>
                <p:nvPr/>
              </p:nvGrpSpPr>
              <p:grpSpPr>
                <a:xfrm>
                  <a:off x="1507792" y="2290320"/>
                  <a:ext cx="2349441" cy="609501"/>
                  <a:chOff x="1288160" y="6101861"/>
                  <a:chExt cx="5731741" cy="731525"/>
                </a:xfrm>
              </p:grpSpPr>
              <p:sp>
                <p:nvSpPr>
                  <p:cNvPr id="60" name="Freeform: Shape 59">
                    <a:extLst>
                      <a:ext uri="{FF2B5EF4-FFF2-40B4-BE49-F238E27FC236}">
                        <a16:creationId xmlns:a16="http://schemas.microsoft.com/office/drawing/2014/main" id="{5E9A2A52-219A-4C71-9423-AF68FED3923E}"/>
                      </a:ext>
                    </a:extLst>
                  </p:cNvPr>
                  <p:cNvSpPr/>
                  <p:nvPr/>
                </p:nvSpPr>
                <p:spPr>
                  <a:xfrm>
                    <a:off x="1288160" y="6101865"/>
                    <a:ext cx="5374525" cy="731521"/>
                  </a:xfrm>
                  <a:custGeom>
                    <a:avLst/>
                    <a:gdLst>
                      <a:gd name="connsiteX0" fmla="*/ 0 w 6468848"/>
                      <a:gd name="connsiteY0" fmla="*/ 0 h 731520"/>
                      <a:gd name="connsiteX1" fmla="*/ 6103088 w 6468848"/>
                      <a:gd name="connsiteY1" fmla="*/ 0 h 731520"/>
                      <a:gd name="connsiteX2" fmla="*/ 6468848 w 6468848"/>
                      <a:gd name="connsiteY2" fmla="*/ 365760 h 731520"/>
                      <a:gd name="connsiteX3" fmla="*/ 6103088 w 6468848"/>
                      <a:gd name="connsiteY3" fmla="*/ 731520 h 731520"/>
                      <a:gd name="connsiteX4" fmla="*/ 2 w 6468848"/>
                      <a:gd name="connsiteY4" fmla="*/ 731520 h 731520"/>
                      <a:gd name="connsiteX5" fmla="*/ 53775 w 6468848"/>
                      <a:gd name="connsiteY5" fmla="*/ 687153 h 731520"/>
                      <a:gd name="connsiteX6" fmla="*/ 186900 w 6468848"/>
                      <a:gd name="connsiteY6" fmla="*/ 365761 h 731520"/>
                      <a:gd name="connsiteX7" fmla="*/ 53775 w 6468848"/>
                      <a:gd name="connsiteY7" fmla="*/ 44369 h 731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68848" h="731520">
                        <a:moveTo>
                          <a:pt x="0" y="0"/>
                        </a:moveTo>
                        <a:lnTo>
                          <a:pt x="6103088" y="0"/>
                        </a:lnTo>
                        <a:lnTo>
                          <a:pt x="6468848" y="365760"/>
                        </a:lnTo>
                        <a:lnTo>
                          <a:pt x="6103088" y="731520"/>
                        </a:lnTo>
                        <a:lnTo>
                          <a:pt x="2" y="731520"/>
                        </a:lnTo>
                        <a:lnTo>
                          <a:pt x="53775" y="687153"/>
                        </a:lnTo>
                        <a:cubicBezTo>
                          <a:pt x="136027" y="604902"/>
                          <a:pt x="186900" y="491273"/>
                          <a:pt x="186900" y="365761"/>
                        </a:cubicBezTo>
                        <a:cubicBezTo>
                          <a:pt x="186900" y="240250"/>
                          <a:pt x="136027" y="126621"/>
                          <a:pt x="53775" y="44369"/>
                        </a:cubicBezTo>
                        <a:close/>
                      </a:path>
                    </a:pathLst>
                  </a:custGeom>
                  <a:solidFill>
                    <a:schemeClr val="tx2"/>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365760" rIns="0" rtlCol="0" anchor="ctr"/>
                  <a:lstStyle/>
                  <a:p>
                    <a:pPr marL="0" marR="0" lvl="0" indent="0" algn="l" defTabSz="685676" rtl="0" eaLnBrk="1" fontAlgn="auto" latinLnBrk="0" hangingPunct="1">
                      <a:lnSpc>
                        <a:spcPct val="100000"/>
                      </a:lnSpc>
                      <a:spcBef>
                        <a:spcPts val="752"/>
                      </a:spcBef>
                      <a:spcAft>
                        <a:spcPts val="152"/>
                      </a:spcAft>
                      <a:buClrTx/>
                      <a:buSzTx/>
                      <a:buFontTx/>
                      <a:buNone/>
                      <a:tabLst/>
                      <a:defRPr/>
                    </a:pPr>
                    <a:endParaRPr kumimoji="0" lang="en-US" sz="1800" b="1" i="0" u="none" strike="noStrike" kern="1200" cap="none" spc="0" normalizeH="0" baseline="0" noProof="0" dirty="0">
                      <a:ln>
                        <a:noFill/>
                      </a:ln>
                      <a:solidFill>
                        <a:srgbClr val="000000"/>
                      </a:solidFill>
                      <a:effectLst/>
                      <a:uLnTx/>
                      <a:uFillTx/>
                      <a:latin typeface="Neue Haas Grotesk Text Pro"/>
                      <a:ea typeface="+mn-ea"/>
                      <a:cs typeface="+mn-cs"/>
                    </a:endParaRPr>
                  </a:p>
                </p:txBody>
              </p:sp>
              <p:sp>
                <p:nvSpPr>
                  <p:cNvPr id="61" name="Oval 60">
                    <a:extLst>
                      <a:ext uri="{FF2B5EF4-FFF2-40B4-BE49-F238E27FC236}">
                        <a16:creationId xmlns:a16="http://schemas.microsoft.com/office/drawing/2014/main" id="{BCEF91BE-0F98-4F59-9E61-3858F68E8601}"/>
                      </a:ext>
                    </a:extLst>
                  </p:cNvPr>
                  <p:cNvSpPr/>
                  <p:nvPr/>
                </p:nvSpPr>
                <p:spPr bwMode="auto">
                  <a:xfrm>
                    <a:off x="5603377" y="6101861"/>
                    <a:ext cx="1416524" cy="731521"/>
                  </a:xfrm>
                  <a:prstGeom prst="ellipse">
                    <a:avLst/>
                  </a:prstGeom>
                  <a:solidFill>
                    <a:srgbClr val="FFB81C"/>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Neue Haas Grotesk Text Pro"/>
                      <a:ea typeface="Segoe UI" pitchFamily="34" charset="0"/>
                      <a:cs typeface="Segoe UI" pitchFamily="34" charset="0"/>
                    </a:endParaRPr>
                  </a:p>
                </p:txBody>
              </p:sp>
            </p:grpSp>
            <p:sp>
              <p:nvSpPr>
                <p:cNvPr id="59" name="Oval 58">
                  <a:extLst>
                    <a:ext uri="{FF2B5EF4-FFF2-40B4-BE49-F238E27FC236}">
                      <a16:creationId xmlns:a16="http://schemas.microsoft.com/office/drawing/2014/main" id="{59F9D87D-CF03-41CC-BA32-415D157888D7}"/>
                    </a:ext>
                  </a:extLst>
                </p:cNvPr>
                <p:cNvSpPr>
                  <a:spLocks noChangeArrowheads="1"/>
                </p:cNvSpPr>
                <p:nvPr/>
              </p:nvSpPr>
              <p:spPr bwMode="auto">
                <a:xfrm>
                  <a:off x="795352" y="2315976"/>
                  <a:ext cx="607127" cy="609498"/>
                </a:xfrm>
                <a:prstGeom prst="ellipse">
                  <a:avLst/>
                </a:prstGeom>
                <a:no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Neue Haas Grotesk Text Pro"/>
                    <a:ea typeface="+mn-ea"/>
                    <a:cs typeface="+mn-cs"/>
                  </a:endParaRPr>
                </a:p>
              </p:txBody>
            </p:sp>
          </p:grpSp>
          <p:sp>
            <p:nvSpPr>
              <p:cNvPr id="62" name="Rectangle 61">
                <a:extLst>
                  <a:ext uri="{FF2B5EF4-FFF2-40B4-BE49-F238E27FC236}">
                    <a16:creationId xmlns:a16="http://schemas.microsoft.com/office/drawing/2014/main" id="{4F97093E-A6A7-4FBC-94F1-CA6E0AF58919}"/>
                  </a:ext>
                </a:extLst>
              </p:cNvPr>
              <p:cNvSpPr/>
              <p:nvPr/>
            </p:nvSpPr>
            <p:spPr>
              <a:xfrm>
                <a:off x="5896518" y="2059669"/>
                <a:ext cx="3732773" cy="1108709"/>
              </a:xfrm>
              <a:prstGeom prst="rect">
                <a:avLst/>
              </a:prstGeom>
              <a:noFill/>
              <a:ln w="12700">
                <a:no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685676" rtl="0" eaLnBrk="1" fontAlgn="auto" latinLnBrk="0" hangingPunct="1">
                  <a:lnSpc>
                    <a:spcPct val="100000"/>
                  </a:lnSpc>
                  <a:spcBef>
                    <a:spcPts val="752"/>
                  </a:spcBef>
                  <a:spcAft>
                    <a:spcPts val="152"/>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Neue Haas Grotesk Text Pro"/>
                    <a:ea typeface="+mn-ea"/>
                    <a:cs typeface="+mn-cs"/>
                  </a:rPr>
                  <a:t>Maximo waits for </a:t>
                </a:r>
                <a:r>
                  <a:rPr kumimoji="0" lang="en-US" sz="1600" b="1" i="0" u="none" strike="noStrike" kern="1200" cap="none" spc="0" normalizeH="0" baseline="0" noProof="0" dirty="0">
                    <a:ln>
                      <a:noFill/>
                    </a:ln>
                    <a:solidFill>
                      <a:srgbClr val="000000"/>
                    </a:solidFill>
                    <a:effectLst/>
                    <a:uLnTx/>
                    <a:uFillTx/>
                    <a:latin typeface="Neue Haas Grotesk Text Pro"/>
                    <a:ea typeface="+mn-ea"/>
                    <a:cs typeface="+mn-cs"/>
                  </a:rPr>
                  <a:t>180 days </a:t>
                </a:r>
                <a:r>
                  <a:rPr kumimoji="0" lang="en-US" sz="1600" b="0" i="0" u="none" strike="noStrike" kern="1200" cap="none" spc="0" normalizeH="0" baseline="0" noProof="0" dirty="0">
                    <a:ln>
                      <a:noFill/>
                    </a:ln>
                    <a:solidFill>
                      <a:srgbClr val="000000"/>
                    </a:solidFill>
                    <a:effectLst/>
                    <a:uLnTx/>
                    <a:uFillTx/>
                    <a:latin typeface="Neue Haas Grotesk Text Pro"/>
                    <a:ea typeface="+mn-ea"/>
                    <a:cs typeface="+mn-cs"/>
                  </a:rPr>
                  <a:t>from the date when the Work Order’s status was changed to </a:t>
                </a:r>
                <a:r>
                  <a:rPr kumimoji="0" lang="en-US" sz="1600" b="1" i="0" u="none" strike="noStrike" kern="1200" cap="none" spc="0" normalizeH="0" baseline="0" noProof="0" dirty="0">
                    <a:ln>
                      <a:noFill/>
                    </a:ln>
                    <a:solidFill>
                      <a:srgbClr val="000000"/>
                    </a:solidFill>
                    <a:effectLst/>
                    <a:uLnTx/>
                    <a:uFillTx/>
                    <a:latin typeface="Neue Haas Grotesk Text Pro"/>
                    <a:ea typeface="+mn-ea"/>
                    <a:cs typeface="+mn-cs"/>
                  </a:rPr>
                  <a:t>Complete</a:t>
                </a:r>
              </a:p>
            </p:txBody>
          </p:sp>
          <p:sp>
            <p:nvSpPr>
              <p:cNvPr id="7" name="TextBox 6">
                <a:extLst>
                  <a:ext uri="{FF2B5EF4-FFF2-40B4-BE49-F238E27FC236}">
                    <a16:creationId xmlns:a16="http://schemas.microsoft.com/office/drawing/2014/main" id="{96CEE404-4944-4983-8192-91D444A6024F}"/>
                  </a:ext>
                </a:extLst>
              </p:cNvPr>
              <p:cNvSpPr txBox="1"/>
              <p:nvPr/>
            </p:nvSpPr>
            <p:spPr>
              <a:xfrm>
                <a:off x="4263662" y="2291581"/>
                <a:ext cx="1044480" cy="895036"/>
              </a:xfrm>
              <a:prstGeom prst="rect">
                <a:avLst/>
              </a:prstGeom>
              <a:noFill/>
            </p:spPr>
            <p:txBody>
              <a:bodyPr wrap="none" lIns="182880" tIns="146304" rIns="182880" bIns="146304" rtlCol="0">
                <a:spAutoFit/>
              </a:bodyP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2000" b="1" i="0" u="none" strike="noStrike" kern="1200" cap="none" spc="0" normalizeH="0" baseline="0" noProof="0" dirty="0">
                    <a:ln>
                      <a:noFill/>
                    </a:ln>
                    <a:gradFill>
                      <a:gsLst>
                        <a:gs pos="2917">
                          <a:srgbClr val="000000"/>
                        </a:gs>
                        <a:gs pos="30000">
                          <a:srgbClr val="000000"/>
                        </a:gs>
                      </a:gsLst>
                      <a:lin ang="5400000" scaled="0"/>
                    </a:gradFill>
                    <a:effectLst/>
                    <a:uLnTx/>
                    <a:uFillTx/>
                    <a:latin typeface="Neue Haas Grotesk Text Pro"/>
                    <a:ea typeface="+mn-ea"/>
                    <a:cs typeface="+mn-cs"/>
                  </a:rPr>
                  <a:t>180</a:t>
                </a:r>
                <a:br>
                  <a:rPr kumimoji="0" lang="en-US" sz="2000" b="1" i="0" u="none" strike="noStrike" kern="1200" cap="none" spc="0" normalizeH="0" baseline="0" noProof="0" dirty="0">
                    <a:ln>
                      <a:noFill/>
                    </a:ln>
                    <a:gradFill>
                      <a:gsLst>
                        <a:gs pos="2917">
                          <a:srgbClr val="000000"/>
                        </a:gs>
                        <a:gs pos="30000">
                          <a:srgbClr val="000000"/>
                        </a:gs>
                      </a:gsLst>
                      <a:lin ang="5400000" scaled="0"/>
                    </a:gradFill>
                    <a:effectLst/>
                    <a:uLnTx/>
                    <a:uFillTx/>
                    <a:latin typeface="Neue Haas Grotesk Text Pro"/>
                    <a:ea typeface="+mn-ea"/>
                    <a:cs typeface="+mn-cs"/>
                  </a:rPr>
                </a:br>
                <a:r>
                  <a:rPr kumimoji="0" lang="en-US" sz="2000" b="1" i="0" u="none" strike="noStrike" kern="1200" cap="none" spc="0" normalizeH="0" baseline="0" noProof="0" dirty="0">
                    <a:ln>
                      <a:noFill/>
                    </a:ln>
                    <a:gradFill>
                      <a:gsLst>
                        <a:gs pos="2917">
                          <a:srgbClr val="000000"/>
                        </a:gs>
                        <a:gs pos="30000">
                          <a:srgbClr val="000000"/>
                        </a:gs>
                      </a:gsLst>
                      <a:lin ang="5400000" scaled="0"/>
                    </a:gradFill>
                    <a:effectLst/>
                    <a:uLnTx/>
                    <a:uFillTx/>
                    <a:latin typeface="Neue Haas Grotesk Text Pro"/>
                    <a:ea typeface="+mn-ea"/>
                    <a:cs typeface="+mn-cs"/>
                  </a:rPr>
                  <a:t>Days</a:t>
                </a:r>
              </a:p>
            </p:txBody>
          </p:sp>
        </p:grpSp>
        <p:sp>
          <p:nvSpPr>
            <p:cNvPr id="86" name="Rectangle 85">
              <a:extLst>
                <a:ext uri="{FF2B5EF4-FFF2-40B4-BE49-F238E27FC236}">
                  <a16:creationId xmlns:a16="http://schemas.microsoft.com/office/drawing/2014/main" id="{5886FD64-9209-482B-9D88-A5EFA7ACD247}"/>
                </a:ext>
              </a:extLst>
            </p:cNvPr>
            <p:cNvSpPr/>
            <p:nvPr/>
          </p:nvSpPr>
          <p:spPr>
            <a:xfrm>
              <a:off x="9584594" y="2352916"/>
              <a:ext cx="2247832" cy="1407761"/>
            </a:xfrm>
            <a:prstGeom prst="rect">
              <a:avLst/>
            </a:prstGeom>
            <a:noFill/>
            <a:ln w="28575">
              <a:solidFill>
                <a:srgbClr val="007DBA"/>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685676" rtl="0" eaLnBrk="1" fontAlgn="auto" latinLnBrk="0" hangingPunct="1">
                <a:lnSpc>
                  <a:spcPct val="100000"/>
                </a:lnSpc>
                <a:spcBef>
                  <a:spcPts val="752"/>
                </a:spcBef>
                <a:spcAft>
                  <a:spcPts val="152"/>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Neue Haas Grotesk Text Pro" panose="020B0504020202020204" pitchFamily="34" charset="0"/>
                  <a:ea typeface="+mn-ea"/>
                  <a:cs typeface="+mn-cs"/>
                </a:rPr>
                <a:t>Maximo auto-updates the Work Order’s status to </a:t>
              </a:r>
              <a:r>
                <a:rPr kumimoji="0" lang="en-US" sz="1600" b="1" i="0" u="none" strike="noStrike" kern="1200" cap="none" spc="0" normalizeH="0" baseline="0" noProof="0" dirty="0">
                  <a:ln>
                    <a:noFill/>
                  </a:ln>
                  <a:solidFill>
                    <a:srgbClr val="000000"/>
                  </a:solidFill>
                  <a:effectLst/>
                  <a:uLnTx/>
                  <a:uFillTx/>
                  <a:latin typeface="Neue Haas Grotesk Text Pro" panose="020B0504020202020204" pitchFamily="34" charset="0"/>
                  <a:ea typeface="+mn-ea"/>
                  <a:cs typeface="+mn-cs"/>
                </a:rPr>
                <a:t>Closed</a:t>
              </a:r>
            </a:p>
          </p:txBody>
        </p:sp>
      </p:grpSp>
      <p:sp>
        <p:nvSpPr>
          <p:cNvPr id="91" name="Rectangle 90">
            <a:extLst>
              <a:ext uri="{FF2B5EF4-FFF2-40B4-BE49-F238E27FC236}">
                <a16:creationId xmlns:a16="http://schemas.microsoft.com/office/drawing/2014/main" id="{F0987EBD-703C-4765-A16C-6888CCDDE67C}"/>
              </a:ext>
            </a:extLst>
          </p:cNvPr>
          <p:cNvSpPr/>
          <p:nvPr/>
        </p:nvSpPr>
        <p:spPr>
          <a:xfrm>
            <a:off x="10411720" y="6251085"/>
            <a:ext cx="1679331" cy="560157"/>
          </a:xfrm>
          <a:prstGeom prst="rect">
            <a:avLst/>
          </a:prstGeom>
          <a:solidFill>
            <a:srgbClr val="FFFFFF">
              <a:lumMod val="95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74" b="0" i="0" u="none" strike="noStrike" kern="0" cap="none" spc="0" normalizeH="0" baseline="0" noProof="0" dirty="0">
              <a:ln>
                <a:noFill/>
              </a:ln>
              <a:solidFill>
                <a:srgbClr val="FFFFFF"/>
              </a:solidFill>
              <a:effectLst/>
              <a:uLnTx/>
              <a:uFillTx/>
              <a:latin typeface="Graphik"/>
              <a:ea typeface="+mn-ea"/>
              <a:cs typeface="+mn-cs"/>
            </a:endParaRPr>
          </a:p>
        </p:txBody>
      </p:sp>
      <p:grpSp>
        <p:nvGrpSpPr>
          <p:cNvPr id="92" name="Group 91">
            <a:extLst>
              <a:ext uri="{FF2B5EF4-FFF2-40B4-BE49-F238E27FC236}">
                <a16:creationId xmlns:a16="http://schemas.microsoft.com/office/drawing/2014/main" id="{58B7722D-E84D-4A5C-9146-1DF5FF817269}"/>
              </a:ext>
            </a:extLst>
          </p:cNvPr>
          <p:cNvGrpSpPr/>
          <p:nvPr/>
        </p:nvGrpSpPr>
        <p:grpSpPr>
          <a:xfrm rot="5400000">
            <a:off x="11118112" y="5385989"/>
            <a:ext cx="266548" cy="1679331"/>
            <a:chOff x="205489" y="6594111"/>
            <a:chExt cx="376744" cy="2072413"/>
          </a:xfrm>
        </p:grpSpPr>
        <p:sp>
          <p:nvSpPr>
            <p:cNvPr id="93" name="Rectangle 92">
              <a:extLst>
                <a:ext uri="{FF2B5EF4-FFF2-40B4-BE49-F238E27FC236}">
                  <a16:creationId xmlns:a16="http://schemas.microsoft.com/office/drawing/2014/main" id="{28BE1EA5-E2F8-4BF8-8F05-80801848F337}"/>
                </a:ext>
              </a:extLst>
            </p:cNvPr>
            <p:cNvSpPr/>
            <p:nvPr/>
          </p:nvSpPr>
          <p:spPr>
            <a:xfrm>
              <a:off x="244072" y="6594111"/>
              <a:ext cx="318119" cy="2072413"/>
            </a:xfrm>
            <a:prstGeom prst="rect">
              <a:avLst/>
            </a:prstGeom>
            <a:solidFill>
              <a:schemeClr val="bg2"/>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49" b="0" i="0" u="none" strike="noStrike" kern="0" cap="none" spc="0" normalizeH="0" baseline="0" noProof="0" dirty="0">
                <a:ln>
                  <a:noFill/>
                </a:ln>
                <a:solidFill>
                  <a:srgbClr val="FFFFFF"/>
                </a:solidFill>
                <a:effectLst/>
                <a:uLnTx/>
                <a:uFillTx/>
                <a:latin typeface="Graphik"/>
                <a:ea typeface="+mn-ea"/>
                <a:cs typeface="+mn-cs"/>
              </a:endParaRPr>
            </a:p>
          </p:txBody>
        </p:sp>
        <p:sp>
          <p:nvSpPr>
            <p:cNvPr id="94" name="Rectangle 93">
              <a:extLst>
                <a:ext uri="{FF2B5EF4-FFF2-40B4-BE49-F238E27FC236}">
                  <a16:creationId xmlns:a16="http://schemas.microsoft.com/office/drawing/2014/main" id="{82DC85B6-1D8E-4F2B-BBFA-6D8D9465A3F5}"/>
                </a:ext>
              </a:extLst>
            </p:cNvPr>
            <p:cNvSpPr/>
            <p:nvPr/>
          </p:nvSpPr>
          <p:spPr>
            <a:xfrm rot="16200000">
              <a:off x="-184205" y="7333169"/>
              <a:ext cx="1156132" cy="376744"/>
            </a:xfrm>
            <a:prstGeom prst="rect">
              <a:avLst/>
            </a:prstGeom>
            <a:noFill/>
            <a:ln>
              <a:no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32" b="1" i="0" u="none" strike="noStrike" kern="0" cap="none" spc="0" normalizeH="0" baseline="0" noProof="0" dirty="0">
                  <a:ln w="0"/>
                  <a:solidFill>
                    <a:srgbClr val="FFFFFF"/>
                  </a:solidFill>
                  <a:effectLst/>
                  <a:uLnTx/>
                  <a:uFillTx/>
                  <a:latin typeface="Graphik"/>
                  <a:ea typeface="+mn-ea"/>
                  <a:cs typeface="+mn-cs"/>
                </a:rPr>
                <a:t>LEGEND</a:t>
              </a:r>
            </a:p>
          </p:txBody>
        </p:sp>
      </p:grpSp>
      <p:sp>
        <p:nvSpPr>
          <p:cNvPr id="95" name="Oval 94">
            <a:extLst>
              <a:ext uri="{FF2B5EF4-FFF2-40B4-BE49-F238E27FC236}">
                <a16:creationId xmlns:a16="http://schemas.microsoft.com/office/drawing/2014/main" id="{4A48017E-726E-4E1B-A88A-392EE9086B71}"/>
              </a:ext>
            </a:extLst>
          </p:cNvPr>
          <p:cNvSpPr/>
          <p:nvPr/>
        </p:nvSpPr>
        <p:spPr bwMode="auto">
          <a:xfrm>
            <a:off x="10492576" y="6481831"/>
            <a:ext cx="169382" cy="169382"/>
          </a:xfrm>
          <a:prstGeom prst="ellipse">
            <a:avLst/>
          </a:prstGeom>
          <a:solidFill>
            <a:srgbClr val="007DBA"/>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GB"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Neue Haas Grotesk Text Pro"/>
              <a:ea typeface="Segoe UI" pitchFamily="34" charset="0"/>
              <a:cs typeface="Segoe UI" pitchFamily="34" charset="0"/>
            </a:endParaRPr>
          </a:p>
        </p:txBody>
      </p:sp>
      <p:graphicFrame>
        <p:nvGraphicFramePr>
          <p:cNvPr id="96" name="Table 44">
            <a:extLst>
              <a:ext uri="{FF2B5EF4-FFF2-40B4-BE49-F238E27FC236}">
                <a16:creationId xmlns:a16="http://schemas.microsoft.com/office/drawing/2014/main" id="{74374558-17F3-4234-8278-36989271815B}"/>
              </a:ext>
            </a:extLst>
          </p:cNvPr>
          <p:cNvGraphicFramePr>
            <a:graphicFrameLocks noGrp="1"/>
          </p:cNvGraphicFramePr>
          <p:nvPr/>
        </p:nvGraphicFramePr>
        <p:xfrm>
          <a:off x="10388870" y="6383105"/>
          <a:ext cx="1965470" cy="320040"/>
        </p:xfrm>
        <a:graphic>
          <a:graphicData uri="http://schemas.openxmlformats.org/drawingml/2006/table">
            <a:tbl>
              <a:tblPr firstRow="1" bandRow="1">
                <a:tableStyleId>{5C22544A-7EE6-4342-B048-85BDC9FD1C3A}</a:tableStyleId>
              </a:tblPr>
              <a:tblGrid>
                <a:gridCol w="286206">
                  <a:extLst>
                    <a:ext uri="{9D8B030D-6E8A-4147-A177-3AD203B41FA5}">
                      <a16:colId xmlns:a16="http://schemas.microsoft.com/office/drawing/2014/main" val="2238182837"/>
                    </a:ext>
                  </a:extLst>
                </a:gridCol>
                <a:gridCol w="1679264">
                  <a:extLst>
                    <a:ext uri="{9D8B030D-6E8A-4147-A177-3AD203B41FA5}">
                      <a16:colId xmlns:a16="http://schemas.microsoft.com/office/drawing/2014/main" val="2194601379"/>
                    </a:ext>
                  </a:extLst>
                </a:gridCol>
              </a:tblGrid>
              <a:tr h="0">
                <a:tc>
                  <a:txBody>
                    <a:bodyPr/>
                    <a:lstStyle/>
                    <a:p>
                      <a:endParaRPr lang="en-GB" sz="10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lang="en-US" sz="500" b="1" dirty="0">
                        <a:solidFill>
                          <a:schemeClr val="tx1"/>
                        </a:solidFill>
                      </a:endParaRPr>
                    </a:p>
                    <a:p>
                      <a:pPr marL="0" marR="0" lvl="0" indent="0" algn="l" defTabSz="914367" rtl="0" eaLnBrk="1" fontAlgn="auto" latinLnBrk="0" hangingPunct="1">
                        <a:lnSpc>
                          <a:spcPct val="100000"/>
                        </a:lnSpc>
                        <a:spcBef>
                          <a:spcPts val="0"/>
                        </a:spcBef>
                        <a:spcAft>
                          <a:spcPts val="0"/>
                        </a:spcAft>
                        <a:buClrTx/>
                        <a:buSzTx/>
                        <a:buFontTx/>
                        <a:buNone/>
                        <a:tabLst/>
                        <a:defRPr/>
                      </a:pPr>
                      <a:r>
                        <a:rPr lang="en-US" sz="1000" b="1" dirty="0">
                          <a:solidFill>
                            <a:schemeClr val="tx1"/>
                          </a:solidFill>
                        </a:rPr>
                        <a:t>Action in Maximo</a:t>
                      </a:r>
                      <a:endParaRPr lang="en-GB" sz="10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22991437"/>
                  </a:ext>
                </a:extLst>
              </a:tr>
            </a:tbl>
          </a:graphicData>
        </a:graphic>
      </p:graphicFrame>
      <p:sp>
        <p:nvSpPr>
          <p:cNvPr id="42" name="Rectangle 41">
            <a:extLst>
              <a:ext uri="{FF2B5EF4-FFF2-40B4-BE49-F238E27FC236}">
                <a16:creationId xmlns:a16="http://schemas.microsoft.com/office/drawing/2014/main" id="{F073BD6C-BAF1-496A-9548-A289C033BEAE}"/>
              </a:ext>
            </a:extLst>
          </p:cNvPr>
          <p:cNvSpPr/>
          <p:nvPr/>
        </p:nvSpPr>
        <p:spPr>
          <a:xfrm>
            <a:off x="331304" y="3249706"/>
            <a:ext cx="2388285" cy="1407761"/>
          </a:xfrm>
          <a:prstGeom prst="rect">
            <a:avLst/>
          </a:prstGeom>
          <a:noFill/>
          <a:ln w="28575">
            <a:solidFill>
              <a:srgbClr val="007DBA"/>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685676" rtl="0" eaLnBrk="1" fontAlgn="auto" latinLnBrk="0" hangingPunct="1">
              <a:lnSpc>
                <a:spcPct val="100000"/>
              </a:lnSpc>
              <a:spcBef>
                <a:spcPts val="752"/>
              </a:spcBef>
              <a:spcAft>
                <a:spcPts val="152"/>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Neue Haas Grotesk Text Pro" panose="020B0504020202020204" pitchFamily="34" charset="0"/>
                <a:ea typeface="+mn-ea"/>
                <a:cs typeface="+mn-cs"/>
              </a:rPr>
              <a:t>Maximo work order status is </a:t>
            </a:r>
            <a:r>
              <a:rPr kumimoji="0" lang="en-US" sz="1600" b="1" i="0" u="none" strike="noStrike" kern="1200" cap="none" spc="0" normalizeH="0" baseline="0" noProof="0" dirty="0">
                <a:ln>
                  <a:noFill/>
                </a:ln>
                <a:solidFill>
                  <a:srgbClr val="000000"/>
                </a:solidFill>
                <a:effectLst/>
                <a:uLnTx/>
                <a:uFillTx/>
                <a:latin typeface="Neue Haas Grotesk Text Pro" panose="020B0504020202020204" pitchFamily="34" charset="0"/>
                <a:ea typeface="+mn-ea"/>
                <a:cs typeface="+mn-cs"/>
              </a:rPr>
              <a:t>Complete</a:t>
            </a:r>
          </a:p>
        </p:txBody>
      </p:sp>
      <p:sp>
        <p:nvSpPr>
          <p:cNvPr id="2" name="Arrow: Chevron 1">
            <a:extLst>
              <a:ext uri="{FF2B5EF4-FFF2-40B4-BE49-F238E27FC236}">
                <a16:creationId xmlns:a16="http://schemas.microsoft.com/office/drawing/2014/main" id="{58D03B4A-C787-4155-98F3-D66C67A93B3F}"/>
              </a:ext>
            </a:extLst>
          </p:cNvPr>
          <p:cNvSpPr/>
          <p:nvPr/>
        </p:nvSpPr>
        <p:spPr bwMode="auto">
          <a:xfrm>
            <a:off x="2681712" y="3600827"/>
            <a:ext cx="520995" cy="647727"/>
          </a:xfrm>
          <a:prstGeom prst="chevron">
            <a:avLst/>
          </a:prstGeom>
          <a:solidFill>
            <a:srgbClr val="4A773C"/>
          </a:solidFill>
          <a:ln>
            <a:solidFill>
              <a:schemeClr val="accent6">
                <a:lumMod val="50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23" name="Arrow: Chevron 22">
            <a:extLst>
              <a:ext uri="{FF2B5EF4-FFF2-40B4-BE49-F238E27FC236}">
                <a16:creationId xmlns:a16="http://schemas.microsoft.com/office/drawing/2014/main" id="{66340C29-C4BF-438F-B609-34E01AB62A83}"/>
              </a:ext>
            </a:extLst>
          </p:cNvPr>
          <p:cNvSpPr/>
          <p:nvPr/>
        </p:nvSpPr>
        <p:spPr bwMode="auto">
          <a:xfrm>
            <a:off x="4184452" y="3636264"/>
            <a:ext cx="520995" cy="647727"/>
          </a:xfrm>
          <a:prstGeom prst="chevron">
            <a:avLst/>
          </a:prstGeom>
          <a:solidFill>
            <a:srgbClr val="4A773C"/>
          </a:solidFill>
          <a:ln>
            <a:solidFill>
              <a:schemeClr val="accent6">
                <a:lumMod val="50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24" name="Arrow: Chevron 23">
            <a:extLst>
              <a:ext uri="{FF2B5EF4-FFF2-40B4-BE49-F238E27FC236}">
                <a16:creationId xmlns:a16="http://schemas.microsoft.com/office/drawing/2014/main" id="{C88824A8-1E54-4239-A0A9-2120EBA19430}"/>
              </a:ext>
            </a:extLst>
          </p:cNvPr>
          <p:cNvSpPr/>
          <p:nvPr/>
        </p:nvSpPr>
        <p:spPr bwMode="auto">
          <a:xfrm>
            <a:off x="8703309" y="3646897"/>
            <a:ext cx="520995" cy="647727"/>
          </a:xfrm>
          <a:prstGeom prst="chevron">
            <a:avLst/>
          </a:prstGeom>
          <a:solidFill>
            <a:srgbClr val="4A773C"/>
          </a:solidFill>
          <a:ln>
            <a:solidFill>
              <a:schemeClr val="accent6">
                <a:lumMod val="50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80793155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4FF34-4A71-4B84-A1C1-D1F9AD958A3E}"/>
              </a:ext>
            </a:extLst>
          </p:cNvPr>
          <p:cNvSpPr>
            <a:spLocks noGrp="1"/>
          </p:cNvSpPr>
          <p:nvPr>
            <p:ph type="title"/>
          </p:nvPr>
        </p:nvSpPr>
        <p:spPr/>
        <p:txBody>
          <a:bodyPr/>
          <a:lstStyle/>
          <a:p>
            <a:r>
              <a:rPr lang="en-US" dirty="0"/>
              <a:t>Work Order Review Process</a:t>
            </a:r>
          </a:p>
        </p:txBody>
      </p:sp>
      <p:sp>
        <p:nvSpPr>
          <p:cNvPr id="3" name="Text Placeholder 2">
            <a:extLst>
              <a:ext uri="{FF2B5EF4-FFF2-40B4-BE49-F238E27FC236}">
                <a16:creationId xmlns:a16="http://schemas.microsoft.com/office/drawing/2014/main" id="{1A45F7B3-1EC8-4686-B876-E33862A2E04B}"/>
              </a:ext>
            </a:extLst>
          </p:cNvPr>
          <p:cNvSpPr>
            <a:spLocks noGrp="1"/>
          </p:cNvSpPr>
          <p:nvPr>
            <p:ph type="body" sz="quarter" idx="10"/>
          </p:nvPr>
        </p:nvSpPr>
        <p:spPr>
          <a:xfrm>
            <a:off x="122788" y="1093144"/>
            <a:ext cx="6484838" cy="1107996"/>
          </a:xfrm>
        </p:spPr>
        <p:txBody>
          <a:bodyPr/>
          <a:lstStyle/>
          <a:p>
            <a:r>
              <a:rPr lang="en-US" b="1" dirty="0"/>
              <a:t>Area Supervisors </a:t>
            </a:r>
            <a:r>
              <a:rPr lang="en-US" dirty="0"/>
              <a:t>complete a post </a:t>
            </a:r>
            <a:r>
              <a:rPr lang="en-US" b="1" dirty="0"/>
              <a:t>FLDCOMP </a:t>
            </a:r>
            <a:r>
              <a:rPr lang="en-US" dirty="0"/>
              <a:t>review of work orders depending on the Work Type/Sub Type. The following Work Types/Sub Types highlight the </a:t>
            </a:r>
            <a:r>
              <a:rPr lang="en-US" b="1" dirty="0"/>
              <a:t>Area Supervisors </a:t>
            </a:r>
            <a:r>
              <a:rPr lang="en-US" dirty="0"/>
              <a:t>field of responsibility in the process:</a:t>
            </a:r>
          </a:p>
        </p:txBody>
      </p:sp>
      <p:graphicFrame>
        <p:nvGraphicFramePr>
          <p:cNvPr id="4" name="Table 4">
            <a:extLst>
              <a:ext uri="{FF2B5EF4-FFF2-40B4-BE49-F238E27FC236}">
                <a16:creationId xmlns:a16="http://schemas.microsoft.com/office/drawing/2014/main" id="{564CCDB2-A9A2-4004-9AE8-16E9035C394F}"/>
              </a:ext>
            </a:extLst>
          </p:cNvPr>
          <p:cNvGraphicFramePr>
            <a:graphicFrameLocks noGrp="1"/>
          </p:cNvGraphicFramePr>
          <p:nvPr>
            <p:extLst>
              <p:ext uri="{D42A27DB-BD31-4B8C-83A1-F6EECF244321}">
                <p14:modId xmlns:p14="http://schemas.microsoft.com/office/powerpoint/2010/main" val="1398741807"/>
              </p:ext>
            </p:extLst>
          </p:nvPr>
        </p:nvGraphicFramePr>
        <p:xfrm>
          <a:off x="43544" y="2404831"/>
          <a:ext cx="6313714" cy="2763569"/>
        </p:xfrm>
        <a:graphic>
          <a:graphicData uri="http://schemas.openxmlformats.org/drawingml/2006/table">
            <a:tbl>
              <a:tblPr firstRow="1" bandRow="1">
                <a:tableStyleId>{073A0DAA-6AF3-43AB-8588-CEC1D06C72B9}</a:tableStyleId>
              </a:tblPr>
              <a:tblGrid>
                <a:gridCol w="1807027">
                  <a:extLst>
                    <a:ext uri="{9D8B030D-6E8A-4147-A177-3AD203B41FA5}">
                      <a16:colId xmlns:a16="http://schemas.microsoft.com/office/drawing/2014/main" val="58762547"/>
                    </a:ext>
                  </a:extLst>
                </a:gridCol>
                <a:gridCol w="4506687">
                  <a:extLst>
                    <a:ext uri="{9D8B030D-6E8A-4147-A177-3AD203B41FA5}">
                      <a16:colId xmlns:a16="http://schemas.microsoft.com/office/drawing/2014/main" val="2856839097"/>
                    </a:ext>
                  </a:extLst>
                </a:gridCol>
              </a:tblGrid>
              <a:tr h="363367">
                <a:tc>
                  <a:txBody>
                    <a:bodyPr/>
                    <a:lstStyle/>
                    <a:p>
                      <a:pPr algn="ctr"/>
                      <a:r>
                        <a:rPr lang="en-US" dirty="0"/>
                        <a:t>Work Type</a:t>
                      </a:r>
                    </a:p>
                  </a:txBody>
                  <a:tcPr/>
                </a:tc>
                <a:tc>
                  <a:txBody>
                    <a:bodyPr/>
                    <a:lstStyle/>
                    <a:p>
                      <a:pPr algn="ctr"/>
                      <a:r>
                        <a:rPr lang="en-US" dirty="0"/>
                        <a:t>Sub Type</a:t>
                      </a:r>
                    </a:p>
                  </a:txBody>
                  <a:tcPr/>
                </a:tc>
                <a:extLst>
                  <a:ext uri="{0D108BD9-81ED-4DB2-BD59-A6C34878D82A}">
                    <a16:rowId xmlns:a16="http://schemas.microsoft.com/office/drawing/2014/main" val="3261229129"/>
                  </a:ext>
                </a:extLst>
              </a:tr>
              <a:tr h="1407423">
                <a:tc>
                  <a:txBody>
                    <a:bodyPr/>
                    <a:lstStyle/>
                    <a:p>
                      <a:r>
                        <a:rPr lang="en-US" dirty="0"/>
                        <a:t>Corrective Maintenance (CM)</a:t>
                      </a:r>
                    </a:p>
                  </a:txBody>
                  <a:tcPr/>
                </a:tc>
                <a:tc>
                  <a:txBody>
                    <a:bodyPr/>
                    <a:lstStyle/>
                    <a:p>
                      <a:r>
                        <a:rPr lang="en-US" dirty="0"/>
                        <a:t>REPLACE</a:t>
                      </a:r>
                    </a:p>
                    <a:p>
                      <a:r>
                        <a:rPr lang="en-US" dirty="0"/>
                        <a:t>MODIFY</a:t>
                      </a:r>
                    </a:p>
                    <a:p>
                      <a:r>
                        <a:rPr lang="en-US" dirty="0"/>
                        <a:t>REPAIR</a:t>
                      </a:r>
                    </a:p>
                    <a:p>
                      <a:r>
                        <a:rPr lang="en-US" dirty="0"/>
                        <a:t>ADRE (Adjust/Refit)</a:t>
                      </a:r>
                    </a:p>
                  </a:txBody>
                  <a:tcPr/>
                </a:tc>
                <a:extLst>
                  <a:ext uri="{0D108BD9-81ED-4DB2-BD59-A6C34878D82A}">
                    <a16:rowId xmlns:a16="http://schemas.microsoft.com/office/drawing/2014/main" val="2799414551"/>
                  </a:ext>
                </a:extLst>
              </a:tr>
              <a:tr h="363367">
                <a:tc>
                  <a:txBody>
                    <a:bodyPr/>
                    <a:lstStyle/>
                    <a:p>
                      <a:r>
                        <a:rPr lang="en-US" dirty="0"/>
                        <a:t>Emergent (EM)</a:t>
                      </a:r>
                    </a:p>
                  </a:txBody>
                  <a:tcPr/>
                </a:tc>
                <a:tc>
                  <a:txBody>
                    <a:bodyPr/>
                    <a:lstStyle/>
                    <a:p>
                      <a:r>
                        <a:rPr lang="en-US" dirty="0"/>
                        <a:t>REPLACE</a:t>
                      </a:r>
                    </a:p>
                    <a:p>
                      <a:r>
                        <a:rPr lang="en-US" dirty="0"/>
                        <a:t>REPAIR</a:t>
                      </a:r>
                    </a:p>
                  </a:txBody>
                  <a:tcPr/>
                </a:tc>
                <a:extLst>
                  <a:ext uri="{0D108BD9-81ED-4DB2-BD59-A6C34878D82A}">
                    <a16:rowId xmlns:a16="http://schemas.microsoft.com/office/drawing/2014/main" val="13517017"/>
                  </a:ext>
                </a:extLst>
              </a:tr>
              <a:tr h="363367">
                <a:tc>
                  <a:txBody>
                    <a:bodyPr/>
                    <a:lstStyle/>
                    <a:p>
                      <a:r>
                        <a:rPr lang="en-US" dirty="0"/>
                        <a:t>Project (PRJ)</a:t>
                      </a:r>
                    </a:p>
                  </a:txBody>
                  <a:tcPr/>
                </a:tc>
                <a:tc>
                  <a:txBody>
                    <a:bodyPr/>
                    <a:lstStyle/>
                    <a:p>
                      <a:r>
                        <a:rPr lang="en-US" dirty="0"/>
                        <a:t>All Project Sub Types</a:t>
                      </a:r>
                    </a:p>
                  </a:txBody>
                  <a:tcPr/>
                </a:tc>
                <a:extLst>
                  <a:ext uri="{0D108BD9-81ED-4DB2-BD59-A6C34878D82A}">
                    <a16:rowId xmlns:a16="http://schemas.microsoft.com/office/drawing/2014/main" val="2905596450"/>
                  </a:ext>
                </a:extLst>
              </a:tr>
            </a:tbl>
          </a:graphicData>
        </a:graphic>
      </p:graphicFrame>
    </p:spTree>
    <p:extLst>
      <p:ext uri="{BB962C8B-B14F-4D97-AF65-F5344CB8AC3E}">
        <p14:creationId xmlns:p14="http://schemas.microsoft.com/office/powerpoint/2010/main" val="12626968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1FDBEE9-3BDF-49A4-B677-38554C648A26}"/>
              </a:ext>
            </a:extLst>
          </p:cNvPr>
          <p:cNvSpPr>
            <a:spLocks noGrp="1"/>
          </p:cNvSpPr>
          <p:nvPr>
            <p:ph type="body" sz="quarter" idx="10"/>
          </p:nvPr>
        </p:nvSpPr>
        <p:spPr/>
        <p:txBody>
          <a:bodyPr/>
          <a:lstStyle/>
          <a:p>
            <a:r>
              <a:rPr lang="en-US" dirty="0"/>
              <a:t>Completion of a Work Order</a:t>
            </a:r>
          </a:p>
        </p:txBody>
      </p:sp>
      <p:sp>
        <p:nvSpPr>
          <p:cNvPr id="11" name="Text Placeholder 4">
            <a:extLst>
              <a:ext uri="{FF2B5EF4-FFF2-40B4-BE49-F238E27FC236}">
                <a16:creationId xmlns:a16="http://schemas.microsoft.com/office/drawing/2014/main" id="{DAF01AF7-8FED-47B0-883C-B649AA8FB486}"/>
              </a:ext>
            </a:extLst>
          </p:cNvPr>
          <p:cNvSpPr>
            <a:spLocks noGrp="1"/>
          </p:cNvSpPr>
          <p:nvPr>
            <p:ph type="body" sz="quarter" idx="11"/>
          </p:nvPr>
        </p:nvSpPr>
        <p:spPr>
          <a:xfrm>
            <a:off x="1258058" y="2338514"/>
            <a:ext cx="5371342" cy="2160591"/>
          </a:xfrm>
        </p:spPr>
        <p:txBody>
          <a:bodyPr/>
          <a:lstStyle/>
          <a:p>
            <a:r>
              <a:rPr lang="en-US" dirty="0"/>
              <a:t>Now that you have been introduced to the process of completing a Work Order, let’s look at the step-by-step process for completing a Work Order in Maximo.</a:t>
            </a:r>
          </a:p>
          <a:p>
            <a:endParaRPr lang="en-US" dirty="0"/>
          </a:p>
          <a:p>
            <a:r>
              <a:rPr lang="en-US" dirty="0"/>
              <a:t>This is an action that is managed specifically by the Area Supervisors.</a:t>
            </a:r>
          </a:p>
          <a:p>
            <a:endParaRPr lang="en-US" dirty="0"/>
          </a:p>
        </p:txBody>
      </p:sp>
      <p:sp>
        <p:nvSpPr>
          <p:cNvPr id="3" name="Title 2">
            <a:extLst>
              <a:ext uri="{FF2B5EF4-FFF2-40B4-BE49-F238E27FC236}">
                <a16:creationId xmlns:a16="http://schemas.microsoft.com/office/drawing/2014/main" id="{12F08AFC-CF1D-43C7-88CB-9F440CDBF7ED}"/>
              </a:ext>
            </a:extLst>
          </p:cNvPr>
          <p:cNvSpPr>
            <a:spLocks noGrp="1"/>
          </p:cNvSpPr>
          <p:nvPr>
            <p:ph type="title"/>
          </p:nvPr>
        </p:nvSpPr>
        <p:spPr/>
        <p:txBody>
          <a:bodyPr/>
          <a:lstStyle/>
          <a:p>
            <a:r>
              <a:rPr lang="en-US" dirty="0"/>
              <a:t>Demonstration</a:t>
            </a:r>
          </a:p>
        </p:txBody>
      </p:sp>
    </p:spTree>
    <p:custDataLst>
      <p:tags r:id="rId1"/>
    </p:custDataLst>
    <p:extLst>
      <p:ext uri="{BB962C8B-B14F-4D97-AF65-F5344CB8AC3E}">
        <p14:creationId xmlns:p14="http://schemas.microsoft.com/office/powerpoint/2010/main" val="197863225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1FDBEE9-3BDF-49A4-B677-38554C648A26}"/>
              </a:ext>
            </a:extLst>
          </p:cNvPr>
          <p:cNvSpPr>
            <a:spLocks noGrp="1"/>
          </p:cNvSpPr>
          <p:nvPr>
            <p:ph type="body" sz="quarter" idx="10"/>
          </p:nvPr>
        </p:nvSpPr>
        <p:spPr/>
        <p:txBody>
          <a:bodyPr/>
          <a:lstStyle/>
          <a:p>
            <a:r>
              <a:rPr lang="en-US" dirty="0"/>
              <a:t>Completion of a Work Order</a:t>
            </a:r>
          </a:p>
        </p:txBody>
      </p:sp>
      <p:sp>
        <p:nvSpPr>
          <p:cNvPr id="11" name="Text Placeholder 4">
            <a:extLst>
              <a:ext uri="{FF2B5EF4-FFF2-40B4-BE49-F238E27FC236}">
                <a16:creationId xmlns:a16="http://schemas.microsoft.com/office/drawing/2014/main" id="{DAF01AF7-8FED-47B0-883C-B649AA8FB486}"/>
              </a:ext>
            </a:extLst>
          </p:cNvPr>
          <p:cNvSpPr>
            <a:spLocks noGrp="1"/>
          </p:cNvSpPr>
          <p:nvPr>
            <p:ph type="body" sz="quarter" idx="11"/>
          </p:nvPr>
        </p:nvSpPr>
        <p:spPr>
          <a:xfrm>
            <a:off x="1258058" y="2338514"/>
            <a:ext cx="5371342" cy="747897"/>
          </a:xfrm>
        </p:spPr>
        <p:txBody>
          <a:bodyPr/>
          <a:lstStyle/>
          <a:p>
            <a:r>
              <a:rPr lang="en-US" dirty="0"/>
              <a:t>Scenario: You have received notification that you have a work order that requires review and approval </a:t>
            </a:r>
          </a:p>
        </p:txBody>
      </p:sp>
      <p:sp>
        <p:nvSpPr>
          <p:cNvPr id="3" name="Title 2">
            <a:extLst>
              <a:ext uri="{FF2B5EF4-FFF2-40B4-BE49-F238E27FC236}">
                <a16:creationId xmlns:a16="http://schemas.microsoft.com/office/drawing/2014/main" id="{12F08AFC-CF1D-43C7-88CB-9F440CDBF7ED}"/>
              </a:ext>
            </a:extLst>
          </p:cNvPr>
          <p:cNvSpPr>
            <a:spLocks noGrp="1"/>
          </p:cNvSpPr>
          <p:nvPr>
            <p:ph type="title"/>
          </p:nvPr>
        </p:nvSpPr>
        <p:spPr/>
        <p:txBody>
          <a:bodyPr/>
          <a:lstStyle/>
          <a:p>
            <a:r>
              <a:rPr lang="en-US" dirty="0"/>
              <a:t>Practicum</a:t>
            </a:r>
          </a:p>
        </p:txBody>
      </p:sp>
    </p:spTree>
    <p:custDataLst>
      <p:tags r:id="rId1"/>
    </p:custDataLst>
    <p:extLst>
      <p:ext uri="{BB962C8B-B14F-4D97-AF65-F5344CB8AC3E}">
        <p14:creationId xmlns:p14="http://schemas.microsoft.com/office/powerpoint/2010/main" val="188904721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802B1DE-CEB7-45D4-A917-38BF3507A70E}"/>
              </a:ext>
            </a:extLst>
          </p:cNvPr>
          <p:cNvSpPr>
            <a:spLocks noGrp="1"/>
          </p:cNvSpPr>
          <p:nvPr>
            <p:ph type="body" sz="quarter" idx="10"/>
          </p:nvPr>
        </p:nvSpPr>
        <p:spPr>
          <a:xfrm>
            <a:off x="384048" y="947854"/>
            <a:ext cx="5711952" cy="5534226"/>
          </a:xfrm>
        </p:spPr>
        <p:txBody>
          <a:bodyPr/>
          <a:lstStyle/>
          <a:p>
            <a:r>
              <a:rPr lang="en-US" dirty="0"/>
              <a:t>Initiated with Service Request</a:t>
            </a:r>
          </a:p>
          <a:p>
            <a:pPr lvl="1"/>
            <a:r>
              <a:rPr lang="en-US" dirty="0"/>
              <a:t>Routed to MMS team </a:t>
            </a:r>
          </a:p>
          <a:p>
            <a:pPr lvl="1"/>
            <a:r>
              <a:rPr lang="en-US" dirty="0"/>
              <a:t>MMS to work with Enterprise Work Management and/or TIS</a:t>
            </a:r>
          </a:p>
          <a:p>
            <a:endParaRPr lang="en-US" dirty="0"/>
          </a:p>
          <a:p>
            <a:r>
              <a:rPr lang="en-US" dirty="0"/>
              <a:t>Integration errors </a:t>
            </a:r>
          </a:p>
          <a:p>
            <a:pPr lvl="1"/>
            <a:r>
              <a:rPr lang="en-US" dirty="0"/>
              <a:t>Identifying errors – various BI dashboards, SNOW incidents,  ORACLE cloud management</a:t>
            </a:r>
          </a:p>
          <a:p>
            <a:pPr lvl="1"/>
            <a:r>
              <a:rPr lang="en-US" dirty="0"/>
              <a:t>Integration errors are synchronization inconsistencies between applications</a:t>
            </a:r>
          </a:p>
          <a:p>
            <a:pPr lvl="1"/>
            <a:r>
              <a:rPr lang="en-US" dirty="0"/>
              <a:t>Resolving these will be an effort between business sustainment, Enterprise WM and TIS. 	</a:t>
            </a:r>
          </a:p>
          <a:p>
            <a:pPr lvl="1"/>
            <a:endParaRPr lang="en-US" dirty="0"/>
          </a:p>
        </p:txBody>
      </p:sp>
      <p:sp>
        <p:nvSpPr>
          <p:cNvPr id="3" name="Title 2">
            <a:extLst>
              <a:ext uri="{FF2B5EF4-FFF2-40B4-BE49-F238E27FC236}">
                <a16:creationId xmlns:a16="http://schemas.microsoft.com/office/drawing/2014/main" id="{E4788AEE-43B1-443E-B99F-5FF0EBF87E01}"/>
              </a:ext>
            </a:extLst>
          </p:cNvPr>
          <p:cNvSpPr>
            <a:spLocks noGrp="1"/>
          </p:cNvSpPr>
          <p:nvPr>
            <p:ph type="title"/>
          </p:nvPr>
        </p:nvSpPr>
        <p:spPr/>
        <p:txBody>
          <a:bodyPr/>
          <a:lstStyle/>
          <a:p>
            <a:r>
              <a:rPr lang="en-US" dirty="0"/>
              <a:t>Error Handling – Business Process</a:t>
            </a:r>
          </a:p>
        </p:txBody>
      </p:sp>
    </p:spTree>
    <p:extLst>
      <p:ext uri="{BB962C8B-B14F-4D97-AF65-F5344CB8AC3E}">
        <p14:creationId xmlns:p14="http://schemas.microsoft.com/office/powerpoint/2010/main" val="17140582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A23E42C-02F6-492A-9A19-12861E95DA23}"/>
              </a:ext>
            </a:extLst>
          </p:cNvPr>
          <p:cNvSpPr>
            <a:spLocks noGrp="1"/>
          </p:cNvSpPr>
          <p:nvPr>
            <p:ph type="body" sz="quarter" idx="10"/>
          </p:nvPr>
        </p:nvSpPr>
        <p:spPr/>
        <p:txBody>
          <a:bodyPr/>
          <a:lstStyle/>
          <a:p>
            <a:r>
              <a:rPr lang="en-US" dirty="0"/>
              <a:t>Maximo System Support </a:t>
            </a:r>
          </a:p>
        </p:txBody>
      </p:sp>
      <p:sp>
        <p:nvSpPr>
          <p:cNvPr id="3" name="Title 2">
            <a:extLst>
              <a:ext uri="{FF2B5EF4-FFF2-40B4-BE49-F238E27FC236}">
                <a16:creationId xmlns:a16="http://schemas.microsoft.com/office/drawing/2014/main" id="{E1BD7E43-7DC0-46A6-B256-0DF57584856B}"/>
              </a:ext>
            </a:extLst>
          </p:cNvPr>
          <p:cNvSpPr>
            <a:spLocks noGrp="1"/>
          </p:cNvSpPr>
          <p:nvPr>
            <p:ph type="title"/>
          </p:nvPr>
        </p:nvSpPr>
        <p:spPr/>
        <p:txBody>
          <a:bodyPr/>
          <a:lstStyle/>
          <a:p>
            <a:r>
              <a:rPr lang="en-US" dirty="0"/>
              <a:t>Service Request Classification </a:t>
            </a:r>
          </a:p>
        </p:txBody>
      </p:sp>
      <p:pic>
        <p:nvPicPr>
          <p:cNvPr id="4" name="Picture 3">
            <a:extLst>
              <a:ext uri="{FF2B5EF4-FFF2-40B4-BE49-F238E27FC236}">
                <a16:creationId xmlns:a16="http://schemas.microsoft.com/office/drawing/2014/main" id="{442728BD-74AA-4352-9F00-755400098C2E}"/>
              </a:ext>
            </a:extLst>
          </p:cNvPr>
          <p:cNvPicPr>
            <a:picLocks noChangeAspect="1"/>
          </p:cNvPicPr>
          <p:nvPr/>
        </p:nvPicPr>
        <p:blipFill>
          <a:blip r:embed="rId2"/>
          <a:stretch>
            <a:fillRect/>
          </a:stretch>
        </p:blipFill>
        <p:spPr>
          <a:xfrm>
            <a:off x="175781" y="1918010"/>
            <a:ext cx="9886335" cy="3737517"/>
          </a:xfrm>
          <a:prstGeom prst="rect">
            <a:avLst/>
          </a:prstGeom>
        </p:spPr>
      </p:pic>
    </p:spTree>
    <p:extLst>
      <p:ext uri="{BB962C8B-B14F-4D97-AF65-F5344CB8AC3E}">
        <p14:creationId xmlns:p14="http://schemas.microsoft.com/office/powerpoint/2010/main" val="31442273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E6614B3-C847-4077-833C-BC7FEE17D3D0}"/>
              </a:ext>
            </a:extLst>
          </p:cNvPr>
          <p:cNvSpPr>
            <a:spLocks noGrp="1"/>
          </p:cNvSpPr>
          <p:nvPr>
            <p:ph type="body" sz="quarter" idx="10"/>
          </p:nvPr>
        </p:nvSpPr>
        <p:spPr/>
        <p:txBody>
          <a:bodyPr anchor="ctr"/>
          <a:lstStyle/>
          <a:p>
            <a:pPr defTabSz="685676">
              <a:spcBef>
                <a:spcPts val="752"/>
              </a:spcBef>
              <a:spcAft>
                <a:spcPts val="152"/>
              </a:spcAft>
            </a:pPr>
            <a:r>
              <a:rPr lang="en-US" dirty="0"/>
              <a:t>In case of Maximo System Support Service Request, which of these roles is responsible for investigating and resolving the error? </a:t>
            </a:r>
          </a:p>
        </p:txBody>
      </p:sp>
      <p:sp>
        <p:nvSpPr>
          <p:cNvPr id="5" name="Title 4">
            <a:extLst>
              <a:ext uri="{FF2B5EF4-FFF2-40B4-BE49-F238E27FC236}">
                <a16:creationId xmlns:a16="http://schemas.microsoft.com/office/drawing/2014/main" id="{8FFF2F96-B0C5-489B-97A9-EC5E55E0AE33}"/>
              </a:ext>
            </a:extLst>
          </p:cNvPr>
          <p:cNvSpPr>
            <a:spLocks noGrp="1"/>
          </p:cNvSpPr>
          <p:nvPr>
            <p:ph type="title"/>
          </p:nvPr>
        </p:nvSpPr>
        <p:spPr/>
        <p:txBody>
          <a:bodyPr/>
          <a:lstStyle/>
          <a:p>
            <a:r>
              <a:rPr lang="en-US" dirty="0"/>
              <a:t>Knowledge Check</a:t>
            </a:r>
          </a:p>
        </p:txBody>
      </p:sp>
      <p:sp>
        <p:nvSpPr>
          <p:cNvPr id="7" name="Text Placeholder 3">
            <a:extLst>
              <a:ext uri="{FF2B5EF4-FFF2-40B4-BE49-F238E27FC236}">
                <a16:creationId xmlns:a16="http://schemas.microsoft.com/office/drawing/2014/main" id="{661D0BCC-ECF2-401D-9880-B3E6212EDC3D}"/>
              </a:ext>
            </a:extLst>
          </p:cNvPr>
          <p:cNvSpPr txBox="1">
            <a:spLocks/>
          </p:cNvSpPr>
          <p:nvPr/>
        </p:nvSpPr>
        <p:spPr>
          <a:xfrm>
            <a:off x="1775460" y="2488990"/>
            <a:ext cx="6695440" cy="1034129"/>
          </a:xfrm>
          <a:prstGeom prst="rect">
            <a:avLst/>
          </a:prstGeom>
        </p:spPr>
        <p:txBody>
          <a:bodyPr wrap="square" lIns="0" tIns="0" rIns="0" bIns="0">
            <a:spAutoFit/>
          </a:bodyPr>
          <a:lstStyle>
            <a:lvl1pPr marL="457200" marR="0" indent="-457200" algn="l" defTabSz="914367" rtl="0" eaLnBrk="1" fontAlgn="auto" latinLnBrk="0" hangingPunct="1">
              <a:lnSpc>
                <a:spcPct val="90000"/>
              </a:lnSpc>
              <a:spcBef>
                <a:spcPct val="20000"/>
              </a:spcBef>
              <a:spcAft>
                <a:spcPts val="0"/>
              </a:spcAft>
              <a:buClrTx/>
              <a:buSzPct val="90000"/>
              <a:buFont typeface="+mj-lt"/>
              <a:buAutoNum type="alphaUcPeriod"/>
              <a:tabLst/>
              <a:defRPr sz="2000" kern="1200" spc="0" baseline="0">
                <a:solidFill>
                  <a:schemeClr val="tx1"/>
                </a:solidFill>
                <a:latin typeface="Neue Haas Grotesk Text Pro" panose="020B0504020202020204" pitchFamily="34" charset="0"/>
                <a:ea typeface="+mn-ea"/>
                <a:cs typeface="Segoe UI" panose="020B0502040204020203" pitchFamily="34" charset="0"/>
              </a:defRPr>
            </a:lvl1pPr>
            <a:lvl2pPr marL="448193" marR="0" indent="-224097" algn="l" defTabSz="914367" rtl="0" eaLnBrk="1" fontAlgn="auto" latinLnBrk="0" hangingPunct="1">
              <a:lnSpc>
                <a:spcPct val="90000"/>
              </a:lnSpc>
              <a:spcBef>
                <a:spcPct val="20000"/>
              </a:spcBef>
              <a:spcAft>
                <a:spcPts val="0"/>
              </a:spcAft>
              <a:buClrTx/>
              <a:buSzPct val="90000"/>
              <a:buFont typeface="Arial" panose="020B0604020202020204" pitchFamily="34" charset="0"/>
              <a:buChar char="•"/>
              <a:tabLst/>
              <a:defRPr sz="2000" kern="1200" spc="0" baseline="0">
                <a:solidFill>
                  <a:schemeClr val="tx1"/>
                </a:solidFill>
                <a:latin typeface="Segoe UI" panose="020B0502040204020203" pitchFamily="34" charset="0"/>
                <a:ea typeface="+mn-ea"/>
                <a:cs typeface="Segoe UI" panose="020B0502040204020203" pitchFamily="34" charset="0"/>
              </a:defRPr>
            </a:lvl2pPr>
            <a:lvl3pPr marL="672290" marR="0" indent="-224097" algn="l" defTabSz="914367" rtl="0" eaLnBrk="1" fontAlgn="auto" latinLnBrk="0" hangingPunct="1">
              <a:lnSpc>
                <a:spcPct val="90000"/>
              </a:lnSpc>
              <a:spcBef>
                <a:spcPct val="20000"/>
              </a:spcBef>
              <a:spcAft>
                <a:spcPts val="0"/>
              </a:spcAft>
              <a:buClrTx/>
              <a:buSzPct val="90000"/>
              <a:buFont typeface="Arial" panose="020B0604020202020204" pitchFamily="34" charset="0"/>
              <a:buChar char="•"/>
              <a:tabLst/>
              <a:defRPr sz="2000" kern="1200" spc="0" baseline="0">
                <a:solidFill>
                  <a:schemeClr val="tx1"/>
                </a:solidFill>
                <a:latin typeface="Segoe UI" panose="020B0502040204020203" pitchFamily="34" charset="0"/>
                <a:ea typeface="+mn-ea"/>
                <a:cs typeface="Segoe UI" panose="020B0502040204020203" pitchFamily="34" charset="0"/>
              </a:defRPr>
            </a:lvl3pPr>
            <a:lvl4pPr marL="896386" marR="0" indent="-224097" algn="l" defTabSz="914367" rtl="0" eaLnBrk="1" fontAlgn="auto" latinLnBrk="0" hangingPunct="1">
              <a:lnSpc>
                <a:spcPct val="90000"/>
              </a:lnSpc>
              <a:spcBef>
                <a:spcPct val="20000"/>
              </a:spcBef>
              <a:spcAft>
                <a:spcPts val="0"/>
              </a:spcAft>
              <a:buClrTx/>
              <a:buSzPct val="90000"/>
              <a:buFont typeface="Arial" panose="020B0604020202020204" pitchFamily="34" charset="0"/>
              <a:buChar char="•"/>
              <a:tabLst/>
              <a:defRPr sz="2000" kern="1200" spc="0" baseline="0">
                <a:solidFill>
                  <a:schemeClr val="tx1"/>
                </a:solidFill>
                <a:latin typeface="Segoe UI" panose="020B0502040204020203" pitchFamily="34" charset="0"/>
                <a:ea typeface="+mn-ea"/>
                <a:cs typeface="Segoe UI" panose="020B0502040204020203" pitchFamily="34" charset="0"/>
              </a:defRPr>
            </a:lvl4pPr>
            <a:lvl5pPr marL="1120483" marR="0" indent="-224097" algn="l" defTabSz="914367" rtl="0" eaLnBrk="1" fontAlgn="auto" latinLnBrk="0" hangingPunct="1">
              <a:lnSpc>
                <a:spcPct val="90000"/>
              </a:lnSpc>
              <a:spcBef>
                <a:spcPct val="20000"/>
              </a:spcBef>
              <a:spcAft>
                <a:spcPts val="0"/>
              </a:spcAft>
              <a:buClrTx/>
              <a:buSzPct val="90000"/>
              <a:buFont typeface="Arial" panose="020B0604020202020204" pitchFamily="34" charset="0"/>
              <a:buChar char="•"/>
              <a:tabLst/>
              <a:defRPr sz="2000" kern="1200" spc="0" baseline="0">
                <a:solidFill>
                  <a:schemeClr val="tx1"/>
                </a:solidFill>
                <a:latin typeface="Segoe UI" panose="020B0502040204020203" pitchFamily="34" charset="0"/>
                <a:ea typeface="+mn-ea"/>
                <a:cs typeface="Segoe UI" panose="020B0502040204020203" pitchFamily="34" charset="0"/>
              </a:defRPr>
            </a:lvl5pPr>
            <a:lvl6pPr marL="2514509"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6pPr>
            <a:lvl7pPr marL="2971693"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r>
              <a:rPr lang="en-US" sz="1600" dirty="0"/>
              <a:t>Work Order Lead</a:t>
            </a:r>
          </a:p>
          <a:p>
            <a:r>
              <a:rPr lang="en-US" sz="1600" dirty="0"/>
              <a:t>Area Supervisor</a:t>
            </a:r>
          </a:p>
          <a:p>
            <a:r>
              <a:rPr lang="en-US" sz="1600" dirty="0"/>
              <a:t>Maximo Support Analyst</a:t>
            </a:r>
          </a:p>
          <a:p>
            <a:r>
              <a:rPr lang="en-US" sz="1600" dirty="0"/>
              <a:t>Prerequisite Owner</a:t>
            </a:r>
          </a:p>
        </p:txBody>
      </p:sp>
    </p:spTree>
    <p:extLst>
      <p:ext uri="{BB962C8B-B14F-4D97-AF65-F5344CB8AC3E}">
        <p14:creationId xmlns:p14="http://schemas.microsoft.com/office/powerpoint/2010/main" val="26191585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E6614B3-C847-4077-833C-BC7FEE17D3D0}"/>
              </a:ext>
            </a:extLst>
          </p:cNvPr>
          <p:cNvSpPr>
            <a:spLocks noGrp="1"/>
          </p:cNvSpPr>
          <p:nvPr>
            <p:ph type="body" sz="quarter" idx="10"/>
          </p:nvPr>
        </p:nvSpPr>
        <p:spPr/>
        <p:txBody>
          <a:bodyPr anchor="ctr"/>
          <a:lstStyle/>
          <a:p>
            <a:pPr defTabSz="685676">
              <a:spcBef>
                <a:spcPts val="752"/>
              </a:spcBef>
              <a:spcAft>
                <a:spcPts val="152"/>
              </a:spcAft>
            </a:pPr>
            <a:r>
              <a:rPr lang="en-US" dirty="0"/>
              <a:t>In case of integration errors, which of these roles is responsible for investigating and resolving the error? </a:t>
            </a:r>
          </a:p>
        </p:txBody>
      </p:sp>
      <p:sp>
        <p:nvSpPr>
          <p:cNvPr id="5" name="Title 4">
            <a:extLst>
              <a:ext uri="{FF2B5EF4-FFF2-40B4-BE49-F238E27FC236}">
                <a16:creationId xmlns:a16="http://schemas.microsoft.com/office/drawing/2014/main" id="{8FFF2F96-B0C5-489B-97A9-EC5E55E0AE33}"/>
              </a:ext>
            </a:extLst>
          </p:cNvPr>
          <p:cNvSpPr>
            <a:spLocks noGrp="1"/>
          </p:cNvSpPr>
          <p:nvPr>
            <p:ph type="title"/>
          </p:nvPr>
        </p:nvSpPr>
        <p:spPr/>
        <p:txBody>
          <a:bodyPr/>
          <a:lstStyle/>
          <a:p>
            <a:r>
              <a:rPr lang="en-US" dirty="0"/>
              <a:t>Knowledge Check</a:t>
            </a:r>
          </a:p>
        </p:txBody>
      </p:sp>
      <p:sp>
        <p:nvSpPr>
          <p:cNvPr id="7" name="Text Placeholder 3">
            <a:extLst>
              <a:ext uri="{FF2B5EF4-FFF2-40B4-BE49-F238E27FC236}">
                <a16:creationId xmlns:a16="http://schemas.microsoft.com/office/drawing/2014/main" id="{661D0BCC-ECF2-401D-9880-B3E6212EDC3D}"/>
              </a:ext>
            </a:extLst>
          </p:cNvPr>
          <p:cNvSpPr txBox="1">
            <a:spLocks/>
          </p:cNvSpPr>
          <p:nvPr/>
        </p:nvSpPr>
        <p:spPr>
          <a:xfrm>
            <a:off x="1775460" y="2488990"/>
            <a:ext cx="6695440" cy="1034129"/>
          </a:xfrm>
          <a:prstGeom prst="rect">
            <a:avLst/>
          </a:prstGeom>
        </p:spPr>
        <p:txBody>
          <a:bodyPr wrap="square" lIns="0" tIns="0" rIns="0" bIns="0">
            <a:spAutoFit/>
          </a:bodyPr>
          <a:lstStyle>
            <a:lvl1pPr marL="457200" marR="0" indent="-457200" algn="l" defTabSz="914367" rtl="0" eaLnBrk="1" fontAlgn="auto" latinLnBrk="0" hangingPunct="1">
              <a:lnSpc>
                <a:spcPct val="90000"/>
              </a:lnSpc>
              <a:spcBef>
                <a:spcPct val="20000"/>
              </a:spcBef>
              <a:spcAft>
                <a:spcPts val="0"/>
              </a:spcAft>
              <a:buClrTx/>
              <a:buSzPct val="90000"/>
              <a:buFont typeface="+mj-lt"/>
              <a:buAutoNum type="alphaUcPeriod"/>
              <a:tabLst/>
              <a:defRPr sz="2000" kern="1200" spc="0" baseline="0">
                <a:solidFill>
                  <a:schemeClr val="tx1"/>
                </a:solidFill>
                <a:latin typeface="Neue Haas Grotesk Text Pro" panose="020B0504020202020204" pitchFamily="34" charset="0"/>
                <a:ea typeface="+mn-ea"/>
                <a:cs typeface="Segoe UI" panose="020B0502040204020203" pitchFamily="34" charset="0"/>
              </a:defRPr>
            </a:lvl1pPr>
            <a:lvl2pPr marL="448193" marR="0" indent="-224097" algn="l" defTabSz="914367" rtl="0" eaLnBrk="1" fontAlgn="auto" latinLnBrk="0" hangingPunct="1">
              <a:lnSpc>
                <a:spcPct val="90000"/>
              </a:lnSpc>
              <a:spcBef>
                <a:spcPct val="20000"/>
              </a:spcBef>
              <a:spcAft>
                <a:spcPts val="0"/>
              </a:spcAft>
              <a:buClrTx/>
              <a:buSzPct val="90000"/>
              <a:buFont typeface="Arial" panose="020B0604020202020204" pitchFamily="34" charset="0"/>
              <a:buChar char="•"/>
              <a:tabLst/>
              <a:defRPr sz="2000" kern="1200" spc="0" baseline="0">
                <a:solidFill>
                  <a:schemeClr val="tx1"/>
                </a:solidFill>
                <a:latin typeface="Segoe UI" panose="020B0502040204020203" pitchFamily="34" charset="0"/>
                <a:ea typeface="+mn-ea"/>
                <a:cs typeface="Segoe UI" panose="020B0502040204020203" pitchFamily="34" charset="0"/>
              </a:defRPr>
            </a:lvl2pPr>
            <a:lvl3pPr marL="672290" marR="0" indent="-224097" algn="l" defTabSz="914367" rtl="0" eaLnBrk="1" fontAlgn="auto" latinLnBrk="0" hangingPunct="1">
              <a:lnSpc>
                <a:spcPct val="90000"/>
              </a:lnSpc>
              <a:spcBef>
                <a:spcPct val="20000"/>
              </a:spcBef>
              <a:spcAft>
                <a:spcPts val="0"/>
              </a:spcAft>
              <a:buClrTx/>
              <a:buSzPct val="90000"/>
              <a:buFont typeface="Arial" panose="020B0604020202020204" pitchFamily="34" charset="0"/>
              <a:buChar char="•"/>
              <a:tabLst/>
              <a:defRPr sz="2000" kern="1200" spc="0" baseline="0">
                <a:solidFill>
                  <a:schemeClr val="tx1"/>
                </a:solidFill>
                <a:latin typeface="Segoe UI" panose="020B0502040204020203" pitchFamily="34" charset="0"/>
                <a:ea typeface="+mn-ea"/>
                <a:cs typeface="Segoe UI" panose="020B0502040204020203" pitchFamily="34" charset="0"/>
              </a:defRPr>
            </a:lvl3pPr>
            <a:lvl4pPr marL="896386" marR="0" indent="-224097" algn="l" defTabSz="914367" rtl="0" eaLnBrk="1" fontAlgn="auto" latinLnBrk="0" hangingPunct="1">
              <a:lnSpc>
                <a:spcPct val="90000"/>
              </a:lnSpc>
              <a:spcBef>
                <a:spcPct val="20000"/>
              </a:spcBef>
              <a:spcAft>
                <a:spcPts val="0"/>
              </a:spcAft>
              <a:buClrTx/>
              <a:buSzPct val="90000"/>
              <a:buFont typeface="Arial" panose="020B0604020202020204" pitchFamily="34" charset="0"/>
              <a:buChar char="•"/>
              <a:tabLst/>
              <a:defRPr sz="2000" kern="1200" spc="0" baseline="0">
                <a:solidFill>
                  <a:schemeClr val="tx1"/>
                </a:solidFill>
                <a:latin typeface="Segoe UI" panose="020B0502040204020203" pitchFamily="34" charset="0"/>
                <a:ea typeface="+mn-ea"/>
                <a:cs typeface="Segoe UI" panose="020B0502040204020203" pitchFamily="34" charset="0"/>
              </a:defRPr>
            </a:lvl4pPr>
            <a:lvl5pPr marL="1120483" marR="0" indent="-224097" algn="l" defTabSz="914367" rtl="0" eaLnBrk="1" fontAlgn="auto" latinLnBrk="0" hangingPunct="1">
              <a:lnSpc>
                <a:spcPct val="90000"/>
              </a:lnSpc>
              <a:spcBef>
                <a:spcPct val="20000"/>
              </a:spcBef>
              <a:spcAft>
                <a:spcPts val="0"/>
              </a:spcAft>
              <a:buClrTx/>
              <a:buSzPct val="90000"/>
              <a:buFont typeface="Arial" panose="020B0604020202020204" pitchFamily="34" charset="0"/>
              <a:buChar char="•"/>
              <a:tabLst/>
              <a:defRPr sz="2000" kern="1200" spc="0" baseline="0">
                <a:solidFill>
                  <a:schemeClr val="tx1"/>
                </a:solidFill>
                <a:latin typeface="Segoe UI" panose="020B0502040204020203" pitchFamily="34" charset="0"/>
                <a:ea typeface="+mn-ea"/>
                <a:cs typeface="Segoe UI" panose="020B0502040204020203" pitchFamily="34" charset="0"/>
              </a:defRPr>
            </a:lvl5pPr>
            <a:lvl6pPr marL="2514509"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6pPr>
            <a:lvl7pPr marL="2971693"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r>
              <a:rPr lang="en-US" sz="1600" dirty="0"/>
              <a:t>Work Order Lead</a:t>
            </a:r>
          </a:p>
          <a:p>
            <a:r>
              <a:rPr lang="en-US" sz="1600" dirty="0"/>
              <a:t>Area Supervisor</a:t>
            </a:r>
          </a:p>
          <a:p>
            <a:r>
              <a:rPr lang="en-US" sz="1600" b="1" dirty="0">
                <a:solidFill>
                  <a:srgbClr val="4A773C"/>
                </a:solidFill>
              </a:rPr>
              <a:t>Maximo Support Analyst</a:t>
            </a:r>
          </a:p>
          <a:p>
            <a:r>
              <a:rPr lang="en-US" sz="1600" dirty="0"/>
              <a:t>Prerequisite Owner</a:t>
            </a:r>
          </a:p>
        </p:txBody>
      </p:sp>
      <p:cxnSp>
        <p:nvCxnSpPr>
          <p:cNvPr id="8" name="Straight Connector 7">
            <a:extLst>
              <a:ext uri="{FF2B5EF4-FFF2-40B4-BE49-F238E27FC236}">
                <a16:creationId xmlns:a16="http://schemas.microsoft.com/office/drawing/2014/main" id="{E93AFF18-F8F7-4014-B65B-D4F794F63817}"/>
              </a:ext>
            </a:extLst>
          </p:cNvPr>
          <p:cNvCxnSpPr>
            <a:cxnSpLocks/>
            <a:stCxn id="9" idx="0"/>
          </p:cNvCxnSpPr>
          <p:nvPr/>
        </p:nvCxnSpPr>
        <p:spPr>
          <a:xfrm>
            <a:off x="1464249" y="2970245"/>
            <a:ext cx="0" cy="3875055"/>
          </a:xfrm>
          <a:prstGeom prst="line">
            <a:avLst/>
          </a:prstGeom>
          <a:ln w="9525">
            <a:solidFill>
              <a:schemeClr val="accent1"/>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30CF26AE-5394-4224-AB0F-ABD27575C5DA}"/>
              </a:ext>
            </a:extLst>
          </p:cNvPr>
          <p:cNvSpPr/>
          <p:nvPr/>
        </p:nvSpPr>
        <p:spPr bwMode="auto">
          <a:xfrm>
            <a:off x="1286554" y="2970245"/>
            <a:ext cx="355390" cy="355390"/>
          </a:xfrm>
          <a:prstGeom prst="ellipse">
            <a:avLst/>
          </a:prstGeom>
          <a:solidFill>
            <a:srgbClr val="4A773C"/>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26703637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191B0F-A6BD-430F-B15C-41E17BDF4A61}"/>
              </a:ext>
            </a:extLst>
          </p:cNvPr>
          <p:cNvSpPr>
            <a:spLocks noGrp="1"/>
          </p:cNvSpPr>
          <p:nvPr>
            <p:ph type="title"/>
          </p:nvPr>
        </p:nvSpPr>
        <p:spPr>
          <a:xfrm>
            <a:off x="384048" y="137160"/>
            <a:ext cx="11430000" cy="576072"/>
          </a:xfrm>
          <a:prstGeom prst="rect">
            <a:avLst/>
          </a:prstGeom>
        </p:spPr>
        <p:txBody>
          <a:bodyPr/>
          <a:lstStyle/>
          <a:p>
            <a:r>
              <a:rPr lang="en-US" dirty="0"/>
              <a:t>Course Summary</a:t>
            </a:r>
          </a:p>
        </p:txBody>
      </p:sp>
      <p:sp>
        <p:nvSpPr>
          <p:cNvPr id="3" name="Text Placeholder 2">
            <a:extLst>
              <a:ext uri="{FF2B5EF4-FFF2-40B4-BE49-F238E27FC236}">
                <a16:creationId xmlns:a16="http://schemas.microsoft.com/office/drawing/2014/main" id="{C96EC67B-EA78-40F1-BC5D-8073358DC3A1}"/>
              </a:ext>
            </a:extLst>
          </p:cNvPr>
          <p:cNvSpPr>
            <a:spLocks noGrp="1"/>
          </p:cNvSpPr>
          <p:nvPr>
            <p:ph type="body" sz="quarter" idx="10"/>
          </p:nvPr>
        </p:nvSpPr>
        <p:spPr/>
        <p:txBody>
          <a:bodyPr/>
          <a:lstStyle/>
          <a:p>
            <a:pPr marL="0" indent="0">
              <a:buNone/>
            </a:pPr>
            <a:r>
              <a:rPr lang="en-US" dirty="0"/>
              <a:t>Now that you have completed this course, you should be able to:</a:t>
            </a:r>
          </a:p>
          <a:p>
            <a:pPr marL="285750" lvl="0" indent="-285750">
              <a:spcAft>
                <a:spcPts val="1000"/>
              </a:spcAft>
              <a:buClr>
                <a:srgbClr val="FFB81C"/>
              </a:buClr>
            </a:pPr>
            <a:r>
              <a:rPr lang="en-US" sz="1900" dirty="0">
                <a:solidFill>
                  <a:srgbClr val="000000"/>
                </a:solidFill>
                <a:cs typeface="Arial" panose="020B0604020202020204" pitchFamily="34" charset="0"/>
              </a:rPr>
              <a:t>List the six Work Order types</a:t>
            </a:r>
          </a:p>
          <a:p>
            <a:pPr marL="285750" lvl="0" indent="-285750">
              <a:spcAft>
                <a:spcPts val="1000"/>
              </a:spcAft>
              <a:buClr>
                <a:srgbClr val="FFB81C"/>
              </a:buClr>
            </a:pPr>
            <a:r>
              <a:rPr lang="en-US" sz="1900" dirty="0">
                <a:solidFill>
                  <a:srgbClr val="000000"/>
                </a:solidFill>
                <a:cs typeface="Arial" panose="020B0604020202020204" pitchFamily="34" charset="0"/>
              </a:rPr>
              <a:t>Identify the roles and responsibilities involved in completing and closing a Work Order </a:t>
            </a:r>
          </a:p>
          <a:p>
            <a:pPr marL="285750" lvl="0" indent="-285750">
              <a:spcAft>
                <a:spcPts val="1000"/>
              </a:spcAft>
              <a:buClr>
                <a:srgbClr val="FFB81C"/>
              </a:buClr>
            </a:pPr>
            <a:r>
              <a:rPr lang="en-US" sz="1900" dirty="0">
                <a:solidFill>
                  <a:srgbClr val="000000"/>
                </a:solidFill>
                <a:cs typeface="Arial" panose="020B0604020202020204" pitchFamily="34" charset="0"/>
              </a:rPr>
              <a:t>Describe the process for completing and closing a Work Order in Maximo</a:t>
            </a:r>
          </a:p>
          <a:p>
            <a:pPr marL="285750" lvl="0" indent="-285750">
              <a:spcAft>
                <a:spcPts val="1000"/>
              </a:spcAft>
              <a:buClr>
                <a:srgbClr val="FFB81C"/>
              </a:buClr>
            </a:pPr>
            <a:r>
              <a:rPr lang="en-US" sz="1900" dirty="0">
                <a:solidFill>
                  <a:srgbClr val="000000"/>
                </a:solidFill>
                <a:cs typeface="Arial" panose="020B0604020202020204" pitchFamily="34" charset="0"/>
              </a:rPr>
              <a:t>Demonstrate the Work Completion actions done by the Work Order Lead in Maximo</a:t>
            </a:r>
          </a:p>
          <a:p>
            <a:pPr marL="285750" lvl="0" indent="-285750">
              <a:spcAft>
                <a:spcPts val="1000"/>
              </a:spcAft>
              <a:buClr>
                <a:srgbClr val="FFB81C"/>
              </a:buClr>
            </a:pPr>
            <a:r>
              <a:rPr lang="en-US" sz="1900" dirty="0">
                <a:solidFill>
                  <a:srgbClr val="000000"/>
                </a:solidFill>
                <a:cs typeface="Arial" panose="020B0604020202020204" pitchFamily="34" charset="0"/>
              </a:rPr>
              <a:t>Describe integration errors</a:t>
            </a:r>
          </a:p>
          <a:p>
            <a:pPr marL="285750" lvl="0" indent="-285750">
              <a:spcAft>
                <a:spcPts val="1000"/>
              </a:spcAft>
              <a:buClr>
                <a:srgbClr val="FFB81C"/>
              </a:buClr>
            </a:pPr>
            <a:r>
              <a:rPr lang="en-US" sz="1900" dirty="0">
                <a:solidFill>
                  <a:srgbClr val="000000"/>
                </a:solidFill>
                <a:cs typeface="Arial" panose="020B0604020202020204" pitchFamily="34" charset="0"/>
              </a:rPr>
              <a:t>Identify the role responsible for managing integration errors</a:t>
            </a:r>
          </a:p>
        </p:txBody>
      </p:sp>
    </p:spTree>
    <p:extLst>
      <p:ext uri="{BB962C8B-B14F-4D97-AF65-F5344CB8AC3E}">
        <p14:creationId xmlns:p14="http://schemas.microsoft.com/office/powerpoint/2010/main" val="32418958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143093C-4FEA-4CD4-8724-A701D9D765FC}"/>
              </a:ext>
            </a:extLst>
          </p:cNvPr>
          <p:cNvSpPr>
            <a:spLocks noGrp="1"/>
          </p:cNvSpPr>
          <p:nvPr>
            <p:ph type="title"/>
          </p:nvPr>
        </p:nvSpPr>
        <p:spPr/>
        <p:txBody>
          <a:bodyPr/>
          <a:lstStyle/>
          <a:p>
            <a:r>
              <a:rPr lang="en-US" dirty="0">
                <a:solidFill>
                  <a:schemeClr val="tx1"/>
                </a:solidFill>
              </a:rPr>
              <a:t>Work Completion and Closure</a:t>
            </a:r>
          </a:p>
        </p:txBody>
      </p:sp>
      <p:sp>
        <p:nvSpPr>
          <p:cNvPr id="8" name="Text Placeholder 7">
            <a:extLst>
              <a:ext uri="{FF2B5EF4-FFF2-40B4-BE49-F238E27FC236}">
                <a16:creationId xmlns:a16="http://schemas.microsoft.com/office/drawing/2014/main" id="{B03DEB53-F75A-4FBD-B920-FA144245F87D}"/>
              </a:ext>
            </a:extLst>
          </p:cNvPr>
          <p:cNvSpPr>
            <a:spLocks noGrp="1"/>
          </p:cNvSpPr>
          <p:nvPr>
            <p:ph type="body" sz="quarter" idx="10"/>
          </p:nvPr>
        </p:nvSpPr>
        <p:spPr>
          <a:xfrm>
            <a:off x="5224463" y="2513013"/>
            <a:ext cx="2207977" cy="627864"/>
          </a:xfrm>
        </p:spPr>
        <p:txBody>
          <a:bodyPr/>
          <a:lstStyle/>
          <a:p>
            <a:r>
              <a:rPr lang="en-US" dirty="0"/>
              <a:t>Assessment</a:t>
            </a:r>
          </a:p>
        </p:txBody>
      </p:sp>
      <p:cxnSp>
        <p:nvCxnSpPr>
          <p:cNvPr id="16" name="Straight Connector 15">
            <a:extLst>
              <a:ext uri="{FF2B5EF4-FFF2-40B4-BE49-F238E27FC236}">
                <a16:creationId xmlns:a16="http://schemas.microsoft.com/office/drawing/2014/main" id="{2FDDB979-8F86-45B4-B5F6-A3C99C4A4C8B}"/>
              </a:ext>
            </a:extLst>
          </p:cNvPr>
          <p:cNvCxnSpPr>
            <a:cxnSpLocks/>
          </p:cNvCxnSpPr>
          <p:nvPr/>
        </p:nvCxnSpPr>
        <p:spPr>
          <a:xfrm>
            <a:off x="2854960" y="3141071"/>
            <a:ext cx="6482080" cy="11575"/>
          </a:xfrm>
          <a:prstGeom prst="line">
            <a:avLst/>
          </a:prstGeom>
          <a:ln w="28575">
            <a:solidFill>
              <a:srgbClr val="555555"/>
            </a:solidFill>
            <a:headEnd type="none"/>
            <a:tailEnd type="none"/>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F0A2C23-E7C6-47DE-B7E3-8F8223233F36}"/>
              </a:ext>
            </a:extLst>
          </p:cNvPr>
          <p:cNvGrpSpPr/>
          <p:nvPr/>
        </p:nvGrpSpPr>
        <p:grpSpPr>
          <a:xfrm>
            <a:off x="9230781" y="6159971"/>
            <a:ext cx="4184103" cy="550519"/>
            <a:chOff x="8394494" y="6252335"/>
            <a:chExt cx="4184103" cy="550519"/>
          </a:xfrm>
        </p:grpSpPr>
        <p:sp>
          <p:nvSpPr>
            <p:cNvPr id="17" name="Oval 16">
              <a:extLst>
                <a:ext uri="{FF2B5EF4-FFF2-40B4-BE49-F238E27FC236}">
                  <a16:creationId xmlns:a16="http://schemas.microsoft.com/office/drawing/2014/main" id="{519ACCCD-318D-4F4E-AF6D-54306CB284DD}"/>
                </a:ext>
              </a:extLst>
            </p:cNvPr>
            <p:cNvSpPr>
              <a:spLocks noChangeAspect="1"/>
            </p:cNvSpPr>
            <p:nvPr/>
          </p:nvSpPr>
          <p:spPr bwMode="auto">
            <a:xfrm>
              <a:off x="8394494" y="6252335"/>
              <a:ext cx="548640" cy="548640"/>
            </a:xfrm>
            <a:prstGeom prst="ellipse">
              <a:avLst/>
            </a:prstGeom>
            <a:solidFill>
              <a:srgbClr val="FFFFFF"/>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dirty="0">
                <a:ln>
                  <a:noFill/>
                </a:ln>
                <a:gradFill>
                  <a:gsLst>
                    <a:gs pos="0">
                      <a:srgbClr val="FFFFFF"/>
                    </a:gs>
                    <a:gs pos="100000">
                      <a:srgbClr val="FFFFFF"/>
                    </a:gs>
                  </a:gsLst>
                  <a:lin ang="5400000" scaled="0"/>
                </a:gradFill>
                <a:effectLst/>
                <a:uLnTx/>
                <a:uFillTx/>
                <a:latin typeface="Neue Haas Grotesk Text Pro" panose="020B0504020202020204" pitchFamily="34" charset="0"/>
                <a:ea typeface="Segoe UI" pitchFamily="34" charset="0"/>
                <a:cs typeface="Arial" panose="020B0604020202020204" pitchFamily="34" charset="0"/>
              </a:endParaRPr>
            </a:p>
          </p:txBody>
        </p:sp>
        <p:sp>
          <p:nvSpPr>
            <p:cNvPr id="18" name="TextBox 17">
              <a:extLst>
                <a:ext uri="{FF2B5EF4-FFF2-40B4-BE49-F238E27FC236}">
                  <a16:creationId xmlns:a16="http://schemas.microsoft.com/office/drawing/2014/main" id="{8929F6B8-5D6F-442A-B024-24790A8914BE}"/>
                </a:ext>
              </a:extLst>
            </p:cNvPr>
            <p:cNvSpPr txBox="1"/>
            <p:nvPr/>
          </p:nvSpPr>
          <p:spPr>
            <a:xfrm>
              <a:off x="8895965" y="6285789"/>
              <a:ext cx="3682632" cy="517065"/>
            </a:xfrm>
            <a:prstGeom prst="rect">
              <a:avLst/>
            </a:prstGeom>
            <a:noFill/>
          </p:spPr>
          <p:txBody>
            <a:bodyPr wrap="square" lIns="182880" tIns="146304" rIns="182880" bIns="146304" rtlCol="0">
              <a:spAutoFit/>
            </a:bodyPr>
            <a:lstStyle/>
            <a:p>
              <a:pPr marL="0" marR="0" lvl="0" indent="0" defTabSz="914400" eaLnBrk="1" fontAlgn="auto" latinLnBrk="0" hangingPunct="1">
                <a:lnSpc>
                  <a:spcPct val="90000"/>
                </a:lnSpc>
                <a:spcBef>
                  <a:spcPts val="0"/>
                </a:spcBef>
                <a:spcAft>
                  <a:spcPts val="600"/>
                </a:spcAft>
                <a:buClrTx/>
                <a:buSzTx/>
                <a:buFontTx/>
                <a:buNone/>
                <a:tabLst/>
                <a:defRPr/>
              </a:pPr>
              <a:r>
                <a:rPr kumimoji="0" lang="en-US" sz="1600" b="1" i="0" u="none" strike="noStrike" kern="0" cap="none" spc="0" normalizeH="0" baseline="0" noProof="0" dirty="0">
                  <a:ln>
                    <a:noFill/>
                  </a:ln>
                  <a:solidFill>
                    <a:srgbClr val="FFFFFF"/>
                  </a:solidFill>
                  <a:effectLst/>
                  <a:uLnTx/>
                  <a:uFillTx/>
                  <a:latin typeface="Neue Haas Grotesk Text Pro" panose="020B0504020202020204" pitchFamily="34" charset="0"/>
                </a:rPr>
                <a:t>Duration: </a:t>
              </a:r>
              <a:r>
                <a:rPr lang="en-US" sz="1600" b="1" kern="0" dirty="0">
                  <a:solidFill>
                    <a:srgbClr val="FFFFFF"/>
                  </a:solidFill>
                  <a:latin typeface="Neue Haas Grotesk Text Pro" panose="020B0504020202020204" pitchFamily="34" charset="0"/>
                </a:rPr>
                <a:t>30</a:t>
              </a:r>
              <a:r>
                <a:rPr kumimoji="0" lang="en-US" sz="1600" b="1" i="0" u="none" strike="noStrike" kern="0" cap="none" spc="0" normalizeH="0" baseline="0" noProof="0" dirty="0">
                  <a:ln>
                    <a:noFill/>
                  </a:ln>
                  <a:solidFill>
                    <a:srgbClr val="FFFFFF"/>
                  </a:solidFill>
                  <a:effectLst/>
                  <a:uLnTx/>
                  <a:uFillTx/>
                  <a:latin typeface="Neue Haas Grotesk Text Pro" panose="020B0504020202020204" pitchFamily="34" charset="0"/>
                </a:rPr>
                <a:t> minutes</a:t>
              </a:r>
            </a:p>
          </p:txBody>
        </p:sp>
        <p:pic>
          <p:nvPicPr>
            <p:cNvPr id="19" name="Picture 18" descr="Logo, icon&#10;&#10;Description automatically generated">
              <a:extLst>
                <a:ext uri="{FF2B5EF4-FFF2-40B4-BE49-F238E27FC236}">
                  <a16:creationId xmlns:a16="http://schemas.microsoft.com/office/drawing/2014/main" id="{8676466C-7D6F-4AA8-A956-FB6C7C283075}"/>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8433453" y="6291294"/>
              <a:ext cx="470723" cy="470723"/>
            </a:xfrm>
            <a:prstGeom prst="rect">
              <a:avLst/>
            </a:prstGeom>
          </p:spPr>
        </p:pic>
      </p:grpSp>
    </p:spTree>
    <p:custDataLst>
      <p:tags r:id="rId1"/>
    </p:custDataLst>
    <p:extLst>
      <p:ext uri="{BB962C8B-B14F-4D97-AF65-F5344CB8AC3E}">
        <p14:creationId xmlns:p14="http://schemas.microsoft.com/office/powerpoint/2010/main" val="8209762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0E07ABF-5FBC-4396-820E-10CCBD8CCB90}"/>
              </a:ext>
            </a:extLst>
          </p:cNvPr>
          <p:cNvSpPr>
            <a:spLocks noGrp="1"/>
          </p:cNvSpPr>
          <p:nvPr>
            <p:ph type="title"/>
          </p:nvPr>
        </p:nvSpPr>
        <p:spPr>
          <a:xfrm>
            <a:off x="384048" y="146888"/>
            <a:ext cx="10009632" cy="576072"/>
          </a:xfrm>
          <a:prstGeom prst="rect">
            <a:avLst/>
          </a:prstGeom>
        </p:spPr>
        <p:txBody>
          <a:bodyPr/>
          <a:lstStyle/>
          <a:p>
            <a:r>
              <a:rPr lang="en-US" dirty="0"/>
              <a:t>Assessment and Course Evaluation</a:t>
            </a:r>
          </a:p>
        </p:txBody>
      </p:sp>
      <p:sp>
        <p:nvSpPr>
          <p:cNvPr id="2" name="TextBox 1">
            <a:extLst>
              <a:ext uri="{FF2B5EF4-FFF2-40B4-BE49-F238E27FC236}">
                <a16:creationId xmlns:a16="http://schemas.microsoft.com/office/drawing/2014/main" id="{C174965A-A163-40B4-8591-F81F1AC27E3A}"/>
              </a:ext>
            </a:extLst>
          </p:cNvPr>
          <p:cNvSpPr txBox="1"/>
          <p:nvPr/>
        </p:nvSpPr>
        <p:spPr>
          <a:xfrm>
            <a:off x="384048" y="1145754"/>
            <a:ext cx="6378767" cy="4342727"/>
          </a:xfrm>
          <a:prstGeom prst="rect">
            <a:avLst/>
          </a:prstGeom>
          <a:noFill/>
        </p:spPr>
        <p:txBody>
          <a:bodyPr wrap="square" lIns="182880" tIns="146304" rIns="182880" bIns="146304" rtlCol="0">
            <a:spAutoFit/>
          </a:bodyPr>
          <a:lstStyle/>
          <a:p>
            <a:pPr marL="0" marR="0">
              <a:spcBef>
                <a:spcPts val="0"/>
              </a:spcBef>
              <a:spcAft>
                <a:spcPts val="0"/>
              </a:spcAft>
            </a:pPr>
            <a:r>
              <a:rPr lang="en-US" dirty="0">
                <a:effectLst/>
                <a:ea typeface="Calibri" panose="020F0502020204030204" pitchFamily="34" charset="0"/>
              </a:rPr>
              <a:t>Thank you for completing the course. In order to receive course credit:</a:t>
            </a:r>
          </a:p>
          <a:p>
            <a:pPr marL="0" marR="0">
              <a:spcBef>
                <a:spcPts val="0"/>
              </a:spcBef>
              <a:spcAft>
                <a:spcPts val="0"/>
              </a:spcAft>
            </a:pPr>
            <a:endParaRPr lang="en-US" dirty="0">
              <a:effectLst/>
              <a:ea typeface="Calibri" panose="020F0502020204030204" pitchFamily="34" charset="0"/>
            </a:endParaRPr>
          </a:p>
          <a:p>
            <a:pPr marL="342900" marR="0" lvl="0" indent="-342900">
              <a:lnSpc>
                <a:spcPct val="125000"/>
              </a:lnSpc>
              <a:spcBef>
                <a:spcPts val="0"/>
              </a:spcBef>
              <a:spcAft>
                <a:spcPts val="0"/>
              </a:spcAft>
              <a:buFont typeface="+mj-lt"/>
              <a:buAutoNum type="arabicPeriod"/>
            </a:pPr>
            <a:r>
              <a:rPr lang="en-US" dirty="0">
                <a:effectLst/>
                <a:ea typeface="Times New Roman" panose="02020603050405020304" pitchFamily="18" charset="0"/>
              </a:rPr>
              <a:t>Log in to the Workday Learning Management System (LMS) at </a:t>
            </a:r>
            <a:r>
              <a:rPr lang="en-US" u="sng" dirty="0">
                <a:solidFill>
                  <a:srgbClr val="0563C1"/>
                </a:solidFill>
                <a:effectLst/>
                <a:ea typeface="Times New Roman" panose="02020603050405020304" pitchFamily="18" charset="0"/>
                <a:hlinkClick r:id="rId4"/>
              </a:rPr>
              <a:t>workday.enbridge.com</a:t>
            </a:r>
            <a:r>
              <a:rPr lang="en-US" dirty="0">
                <a:effectLst/>
                <a:ea typeface="Times New Roman" panose="02020603050405020304" pitchFamily="18" charset="0"/>
              </a:rPr>
              <a:t>, select the Learning App, 		           and select </a:t>
            </a:r>
            <a:r>
              <a:rPr lang="en-US" i="1" dirty="0">
                <a:effectLst/>
                <a:ea typeface="Times New Roman" panose="02020603050405020304" pitchFamily="18" charset="0"/>
              </a:rPr>
              <a:t>Continue Learning.</a:t>
            </a:r>
          </a:p>
          <a:p>
            <a:pPr marR="0" lvl="0">
              <a:lnSpc>
                <a:spcPct val="125000"/>
              </a:lnSpc>
              <a:spcBef>
                <a:spcPts val="0"/>
              </a:spcBef>
              <a:spcAft>
                <a:spcPts val="0"/>
              </a:spcAft>
            </a:pPr>
            <a:endParaRPr lang="en-US" sz="800" dirty="0"/>
          </a:p>
          <a:p>
            <a:pPr marL="342900" indent="-342900">
              <a:lnSpc>
                <a:spcPct val="125000"/>
              </a:lnSpc>
              <a:buFont typeface="+mj-lt"/>
              <a:buAutoNum type="arabicPeriod" startAt="2"/>
            </a:pPr>
            <a:r>
              <a:rPr lang="en-US" dirty="0"/>
              <a:t>Locate and select the name of this course. </a:t>
            </a:r>
          </a:p>
          <a:p>
            <a:pPr>
              <a:lnSpc>
                <a:spcPct val="125000"/>
              </a:lnSpc>
            </a:pPr>
            <a:endParaRPr lang="en-US" sz="800" dirty="0"/>
          </a:p>
          <a:p>
            <a:pPr marL="342900" indent="-342900">
              <a:lnSpc>
                <a:spcPct val="125000"/>
              </a:lnSpc>
              <a:buFont typeface="+mj-lt"/>
              <a:buAutoNum type="arabicPeriod" startAt="3"/>
            </a:pPr>
            <a:r>
              <a:rPr lang="en-US" dirty="0"/>
              <a:t>Complete both the course assessment and evaluation in order to receive course credit. </a:t>
            </a:r>
          </a:p>
          <a:p>
            <a:pPr marL="342900" marR="0" lvl="0" indent="-342900">
              <a:spcBef>
                <a:spcPts val="0"/>
              </a:spcBef>
              <a:spcAft>
                <a:spcPts val="0"/>
              </a:spcAft>
              <a:buFont typeface="+mj-lt"/>
              <a:buAutoNum type="arabicPeriod" startAt="3"/>
            </a:pPr>
            <a:endParaRPr lang="en-US" dirty="0">
              <a:effectLst/>
              <a:ea typeface="Calibri" panose="020F0502020204030204" pitchFamily="34" charset="0"/>
            </a:endParaRPr>
          </a:p>
          <a:p>
            <a:pPr marL="30480" marR="0">
              <a:spcBef>
                <a:spcPts val="0"/>
              </a:spcBef>
              <a:spcAft>
                <a:spcPts val="0"/>
              </a:spcAft>
            </a:pPr>
            <a:r>
              <a:rPr lang="en-US" dirty="0">
                <a:effectLst/>
                <a:ea typeface="Calibri" panose="020F0502020204030204" pitchFamily="34" charset="0"/>
              </a:rPr>
              <a:t>Please note that course completion is reported to leadership.</a:t>
            </a:r>
          </a:p>
        </p:txBody>
      </p:sp>
      <p:pic>
        <p:nvPicPr>
          <p:cNvPr id="8" name="Picture 7" descr="Text&#10;&#10;Description automatically generated with medium confidence">
            <a:extLst>
              <a:ext uri="{FF2B5EF4-FFF2-40B4-BE49-F238E27FC236}">
                <a16:creationId xmlns:a16="http://schemas.microsoft.com/office/drawing/2014/main" id="{C21C8724-203D-4203-AEA2-D521AA4BBC4A}"/>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1542360" y="2801170"/>
            <a:ext cx="1431225" cy="398910"/>
          </a:xfrm>
          <a:prstGeom prst="rect">
            <a:avLst/>
          </a:prstGeom>
        </p:spPr>
      </p:pic>
    </p:spTree>
    <p:custDataLst>
      <p:tags r:id="rId1"/>
    </p:custDataLst>
    <p:extLst>
      <p:ext uri="{BB962C8B-B14F-4D97-AF65-F5344CB8AC3E}">
        <p14:creationId xmlns:p14="http://schemas.microsoft.com/office/powerpoint/2010/main" val="3664269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664DE-FA4D-440A-943C-9E88B23D53C2}"/>
              </a:ext>
            </a:extLst>
          </p:cNvPr>
          <p:cNvSpPr>
            <a:spLocks noGrp="1"/>
          </p:cNvSpPr>
          <p:nvPr>
            <p:ph type="title"/>
          </p:nvPr>
        </p:nvSpPr>
        <p:spPr/>
        <p:txBody>
          <a:bodyPr/>
          <a:lstStyle/>
          <a:p>
            <a:r>
              <a:rPr lang="en-US" dirty="0"/>
              <a:t>Next Steps</a:t>
            </a:r>
          </a:p>
        </p:txBody>
      </p:sp>
      <p:sp>
        <p:nvSpPr>
          <p:cNvPr id="4" name="Text Placeholder 2">
            <a:extLst>
              <a:ext uri="{FF2B5EF4-FFF2-40B4-BE49-F238E27FC236}">
                <a16:creationId xmlns:a16="http://schemas.microsoft.com/office/drawing/2014/main" id="{A77E364D-C99A-4DDF-83C5-B0461BD35AEE}"/>
              </a:ext>
            </a:extLst>
          </p:cNvPr>
          <p:cNvSpPr>
            <a:spLocks noGrp="1"/>
          </p:cNvSpPr>
          <p:nvPr>
            <p:ph type="body" sz="quarter" idx="10"/>
          </p:nvPr>
        </p:nvSpPr>
        <p:spPr>
          <a:xfrm>
            <a:off x="74428" y="1020239"/>
            <a:ext cx="6486392" cy="5179880"/>
          </a:xfrm>
        </p:spPr>
        <p:txBody>
          <a:bodyPr/>
          <a:lstStyle/>
          <a:p>
            <a:r>
              <a:rPr lang="en-US" altLang="en-US" dirty="0"/>
              <a:t>Practice: </a:t>
            </a:r>
          </a:p>
          <a:p>
            <a:endParaRPr lang="en-US" altLang="en-US" dirty="0"/>
          </a:p>
          <a:p>
            <a:r>
              <a:rPr lang="en-US" altLang="en-US" dirty="0"/>
              <a:t>Prior to go live, be sure to practice the transactions exercised today using the following resources:</a:t>
            </a:r>
          </a:p>
          <a:p>
            <a:endParaRPr lang="en-US" altLang="en-US" dirty="0"/>
          </a:p>
          <a:p>
            <a:pPr lvl="1"/>
            <a:r>
              <a:rPr lang="en-US" altLang="en-US" sz="1800" b="1" u="sng" dirty="0">
                <a:solidFill>
                  <a:schemeClr val="tx1"/>
                </a:solidFill>
                <a:latin typeface="Neue Haas Grotesk Text Pro" panose="020B0504020202020204" pitchFamily="34" charset="0"/>
                <a:cs typeface="Arial" panose="020B0604020202020204" pitchFamily="34" charset="0"/>
              </a:rPr>
              <a:t>Maximo Training Environment/Training ID</a:t>
            </a:r>
            <a:r>
              <a:rPr lang="en-US" altLang="en-US" sz="1800" dirty="0">
                <a:solidFill>
                  <a:schemeClr val="tx1"/>
                </a:solidFill>
                <a:latin typeface="Neue Haas Grotesk Text Pro" panose="020B0504020202020204" pitchFamily="34" charset="0"/>
                <a:cs typeface="Arial" panose="020B0604020202020204" pitchFamily="34" charset="0"/>
              </a:rPr>
              <a:t>: </a:t>
            </a:r>
            <a:r>
              <a:rPr lang="en-US" sz="1800" u="sng" dirty="0">
                <a:solidFill>
                  <a:srgbClr val="0563C1"/>
                </a:solidFill>
                <a:effectLst/>
                <a:latin typeface="+mn-lt"/>
                <a:ea typeface="Times New Roman" panose="02020603050405020304" pitchFamily="18" charset="0"/>
                <a:hlinkClick r:id="rId3"/>
              </a:rPr>
              <a:t>https://maxqa.enbridge.com/</a:t>
            </a:r>
            <a:r>
              <a:rPr lang="en-US" sz="1800" b="1" i="1" u="sng" dirty="0">
                <a:solidFill>
                  <a:srgbClr val="FF0000"/>
                </a:solidFill>
                <a:effectLst/>
                <a:latin typeface="+mn-lt"/>
                <a:ea typeface="Times New Roman" panose="02020603050405020304" pitchFamily="18" charset="0"/>
                <a:cs typeface="Arial" panose="020B0604020202020204" pitchFamily="34" charset="0"/>
              </a:rPr>
              <a:t> </a:t>
            </a:r>
          </a:p>
          <a:p>
            <a:pPr marL="224096" lvl="1" indent="0">
              <a:buNone/>
            </a:pPr>
            <a:endParaRPr lang="en-US" sz="1800" b="1" i="1" u="sng" dirty="0">
              <a:solidFill>
                <a:srgbClr val="FF0000"/>
              </a:solidFill>
              <a:effectLst/>
              <a:latin typeface="+mn-lt"/>
              <a:ea typeface="Times New Roman" panose="02020603050405020304" pitchFamily="18" charset="0"/>
              <a:cs typeface="Arial" panose="020B0604020202020204" pitchFamily="34" charset="0"/>
            </a:endParaRPr>
          </a:p>
          <a:p>
            <a:pPr lvl="1"/>
            <a:r>
              <a:rPr lang="en-US" sz="1800" b="1" dirty="0">
                <a:solidFill>
                  <a:schemeClr val="tx1"/>
                </a:solidFill>
                <a:latin typeface="Neue Haas Grotesk Text Pro" panose="020B0504020202020204" pitchFamily="34" charset="0"/>
                <a:ea typeface="Times New Roman" panose="02020603050405020304" pitchFamily="18" charset="0"/>
                <a:cs typeface="Arial" panose="020B0604020202020204" pitchFamily="34" charset="0"/>
              </a:rPr>
              <a:t>Login: Network Username and Password</a:t>
            </a:r>
            <a:endParaRPr lang="en-US" altLang="en-US" sz="1800" b="1" dirty="0">
              <a:solidFill>
                <a:schemeClr val="tx1"/>
              </a:solidFill>
              <a:latin typeface="Neue Haas Grotesk Text Pro" panose="020B0504020202020204" pitchFamily="34" charset="0"/>
              <a:cs typeface="Arial" panose="020B0604020202020204" pitchFamily="34" charset="0"/>
            </a:endParaRPr>
          </a:p>
          <a:p>
            <a:pPr marL="224096" lvl="1" indent="0">
              <a:buNone/>
            </a:pPr>
            <a:endParaRPr lang="en-US" altLang="en-US" sz="1800" dirty="0">
              <a:solidFill>
                <a:schemeClr val="tx1"/>
              </a:solidFill>
              <a:latin typeface="Neue Haas Grotesk Text Pro" panose="020B0504020202020204" pitchFamily="34" charset="0"/>
              <a:cs typeface="Arial" panose="020B0604020202020204" pitchFamily="34" charset="0"/>
            </a:endParaRPr>
          </a:p>
          <a:p>
            <a:pPr lvl="1"/>
            <a:r>
              <a:rPr lang="en-US" altLang="en-US" sz="1800" b="1" u="sng" dirty="0">
                <a:solidFill>
                  <a:schemeClr val="tx1"/>
                </a:solidFill>
                <a:latin typeface="Neue Haas Grotesk Text Pro" panose="020B0504020202020204" pitchFamily="34" charset="0"/>
                <a:cs typeface="Arial" panose="020B0604020202020204" pitchFamily="34" charset="0"/>
              </a:rPr>
              <a:t>Web Based Training</a:t>
            </a:r>
            <a:r>
              <a:rPr lang="en-US" altLang="en-US" sz="1800" dirty="0">
                <a:solidFill>
                  <a:schemeClr val="tx1"/>
                </a:solidFill>
                <a:latin typeface="Neue Haas Grotesk Text Pro" panose="020B0504020202020204" pitchFamily="34" charset="0"/>
                <a:cs typeface="Arial" panose="020B0604020202020204" pitchFamily="34" charset="0"/>
              </a:rPr>
              <a:t>: </a:t>
            </a:r>
            <a:r>
              <a:rPr lang="en-US" sz="1800" dirty="0">
                <a:latin typeface="+mn-lt"/>
                <a:hlinkClick r:id="rId4"/>
              </a:rPr>
              <a:t>UnifyCentral (enbridge.com)</a:t>
            </a:r>
            <a:endParaRPr lang="en-US" altLang="en-US" sz="1800" b="1" i="1" dirty="0">
              <a:solidFill>
                <a:srgbClr val="FF0000"/>
              </a:solidFill>
              <a:latin typeface="Neue Haas Grotesk Text Pro" panose="020B0504020202020204" pitchFamily="34" charset="0"/>
              <a:cs typeface="Arial" panose="020B0604020202020204" pitchFamily="34" charset="0"/>
            </a:endParaRPr>
          </a:p>
          <a:p>
            <a:endParaRPr lang="en-US" altLang="en-US" dirty="0"/>
          </a:p>
          <a:p>
            <a:r>
              <a:rPr lang="en-US" altLang="en-US" dirty="0"/>
              <a:t>If you have questions:</a:t>
            </a:r>
          </a:p>
          <a:p>
            <a:endParaRPr lang="en-US" altLang="en-US" dirty="0"/>
          </a:p>
          <a:p>
            <a:pPr lvl="1"/>
            <a:r>
              <a:rPr lang="en-US" sz="1800" b="1" u="sng" dirty="0">
                <a:solidFill>
                  <a:schemeClr val="tx1"/>
                </a:solidFill>
                <a:latin typeface="Neue Haas Grotesk Text Pro" panose="020B0504020202020204" pitchFamily="34" charset="0"/>
                <a:cs typeface="Arial" panose="020B0604020202020204" pitchFamily="34" charset="0"/>
              </a:rPr>
              <a:t>Email Unify</a:t>
            </a:r>
            <a:r>
              <a:rPr lang="en-US" sz="1800" dirty="0">
                <a:solidFill>
                  <a:schemeClr val="tx1"/>
                </a:solidFill>
                <a:latin typeface="Neue Haas Grotesk Text Pro" panose="020B0504020202020204" pitchFamily="34" charset="0"/>
                <a:cs typeface="Arial" panose="020B0604020202020204" pitchFamily="34" charset="0"/>
              </a:rPr>
              <a:t>: </a:t>
            </a:r>
            <a:r>
              <a:rPr lang="en-US" sz="1800" dirty="0">
                <a:solidFill>
                  <a:schemeClr val="tx1"/>
                </a:solidFill>
                <a:latin typeface="Neue Haas Grotesk Text Pro" panose="020B0504020202020204" pitchFamily="34" charset="0"/>
                <a:cs typeface="Arial" panose="020B0604020202020204" pitchFamily="34" charset="0"/>
                <a:hlinkClick r:id="rId5"/>
              </a:rPr>
              <a:t>unifytraining@enbridge.com</a:t>
            </a:r>
            <a:endParaRPr lang="en-US" sz="1800" dirty="0">
              <a:solidFill>
                <a:schemeClr val="tx1"/>
              </a:solidFill>
              <a:latin typeface="Neue Haas Grotesk Text Pro" panose="020B0504020202020204" pitchFamily="34" charset="0"/>
              <a:cs typeface="Arial" panose="020B0604020202020204" pitchFamily="34" charset="0"/>
            </a:endParaRPr>
          </a:p>
          <a:p>
            <a:pPr marL="224096" lvl="1" indent="0">
              <a:buNone/>
            </a:pPr>
            <a:endParaRPr lang="en-US" sz="1800" dirty="0">
              <a:solidFill>
                <a:schemeClr val="tx1"/>
              </a:solidFill>
              <a:latin typeface="Neue Haas Grotesk Text Pro" panose="020B0504020202020204" pitchFamily="34" charset="0"/>
              <a:cs typeface="Arial" panose="020B0604020202020204" pitchFamily="34" charset="0"/>
            </a:endParaRPr>
          </a:p>
          <a:p>
            <a:pPr lvl="1"/>
            <a:r>
              <a:rPr lang="en-US" sz="1800" b="1" u="sng" dirty="0">
                <a:solidFill>
                  <a:schemeClr val="tx1"/>
                </a:solidFill>
                <a:latin typeface="Neue Haas Grotesk Text Pro" panose="020B0504020202020204" pitchFamily="34" charset="0"/>
                <a:cs typeface="Arial" panose="020B0604020202020204" pitchFamily="34" charset="0"/>
              </a:rPr>
              <a:t>Unify R3 Portal Site</a:t>
            </a:r>
            <a:r>
              <a:rPr lang="en-US" sz="1800" dirty="0">
                <a:solidFill>
                  <a:schemeClr val="tx1"/>
                </a:solidFill>
                <a:latin typeface="Neue Haas Grotesk Text Pro" panose="020B0504020202020204" pitchFamily="34" charset="0"/>
                <a:cs typeface="Arial" panose="020B0604020202020204" pitchFamily="34" charset="0"/>
              </a:rPr>
              <a:t>: </a:t>
            </a:r>
            <a:r>
              <a:rPr lang="en-US" sz="1800" dirty="0">
                <a:latin typeface="+mn-lt"/>
                <a:hlinkClick r:id="rId6"/>
              </a:rPr>
              <a:t>UnifyCentral (enbridge.com)</a:t>
            </a:r>
            <a:endParaRPr lang="en-US" sz="1800" dirty="0">
              <a:latin typeface="+mn-lt"/>
            </a:endParaRPr>
          </a:p>
          <a:p>
            <a:pPr marL="224096" lvl="1" indent="0">
              <a:buNone/>
            </a:pPr>
            <a:endParaRPr lang="en-US" sz="1800" dirty="0">
              <a:solidFill>
                <a:srgbClr val="FF0000"/>
              </a:solidFill>
              <a:latin typeface="+mn-lt"/>
            </a:endParaRPr>
          </a:p>
          <a:p>
            <a:endParaRPr lang="en-US" dirty="0"/>
          </a:p>
        </p:txBody>
      </p:sp>
    </p:spTree>
    <p:extLst>
      <p:ext uri="{BB962C8B-B14F-4D97-AF65-F5344CB8AC3E}">
        <p14:creationId xmlns:p14="http://schemas.microsoft.com/office/powerpoint/2010/main" val="1450219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75D5E93-D702-4425-88D2-37C7A79C7B4B}"/>
              </a:ext>
            </a:extLst>
          </p:cNvPr>
          <p:cNvSpPr>
            <a:spLocks noGrp="1"/>
          </p:cNvSpPr>
          <p:nvPr>
            <p:ph type="body" sz="quarter" idx="10"/>
          </p:nvPr>
        </p:nvSpPr>
        <p:spPr>
          <a:xfrm>
            <a:off x="85060" y="1187644"/>
            <a:ext cx="6110467" cy="5533196"/>
          </a:xfrm>
        </p:spPr>
        <p:txBody>
          <a:bodyPr/>
          <a:lstStyle/>
          <a:p>
            <a:r>
              <a:rPr lang="en-US" dirty="0"/>
              <a:t>There are a few ways to get your questions answered:</a:t>
            </a:r>
          </a:p>
          <a:p>
            <a:pPr marL="0" indent="0">
              <a:buNone/>
            </a:pPr>
            <a:endParaRPr lang="en-US" dirty="0"/>
          </a:p>
          <a:p>
            <a:pPr lvl="1"/>
            <a:r>
              <a:rPr lang="en-US" b="1" u="sng" dirty="0"/>
              <a:t>Training SharePoint site</a:t>
            </a:r>
            <a:r>
              <a:rPr lang="en-US" dirty="0"/>
              <a:t>: </a:t>
            </a:r>
            <a:r>
              <a:rPr lang="en-US" sz="2000" dirty="0">
                <a:effectLst/>
                <a:latin typeface="Segoe UI" panose="020B0502040204020203" pitchFamily="34" charset="0"/>
                <a:hlinkClick r:id="rId2"/>
              </a:rPr>
              <a:t>Unify Training</a:t>
            </a:r>
            <a:endParaRPr lang="en-US" sz="2000" dirty="0">
              <a:effectLst/>
              <a:latin typeface="Segoe UI" panose="020B0502040204020203" pitchFamily="34" charset="0"/>
            </a:endParaRPr>
          </a:p>
          <a:p>
            <a:pPr marL="224096" lvl="1" indent="0">
              <a:buNone/>
            </a:pPr>
            <a:endParaRPr lang="en-US" dirty="0"/>
          </a:p>
          <a:p>
            <a:pPr lvl="1"/>
            <a:r>
              <a:rPr lang="en-US" b="1" u="sng" dirty="0"/>
              <a:t>GTM UST Work Management Support Center team:</a:t>
            </a:r>
            <a:r>
              <a:rPr lang="en-US" b="1" dirty="0"/>
              <a:t>  </a:t>
            </a:r>
            <a:r>
              <a:rPr lang="en-US" sz="1800" dirty="0">
                <a:effectLst/>
                <a:latin typeface="Segoe UI" panose="020B0502040204020203" pitchFamily="34" charset="0"/>
                <a:hlinkClick r:id="rId3"/>
              </a:rPr>
              <a:t>WM Team Support Site</a:t>
            </a:r>
            <a:endParaRPr lang="en-US" sz="1800" dirty="0">
              <a:effectLst/>
              <a:latin typeface="Arial" panose="020B0604020202020204" pitchFamily="34" charset="0"/>
            </a:endParaRPr>
          </a:p>
          <a:p>
            <a:pPr marL="224096" lvl="1" indent="0">
              <a:buNone/>
            </a:pPr>
            <a:endParaRPr lang="en-US" b="1" u="sng" dirty="0"/>
          </a:p>
          <a:p>
            <a:pPr lvl="1"/>
            <a:r>
              <a:rPr lang="en-US" sz="2000" b="1" u="sng" dirty="0">
                <a:solidFill>
                  <a:schemeClr val="tx1"/>
                </a:solidFill>
                <a:latin typeface="Neue Haas Grotesk Text Pro" panose="020B0504020202020204" pitchFamily="34" charset="0"/>
                <a:cs typeface="Arial" panose="020B0604020202020204" pitchFamily="34" charset="0"/>
              </a:rPr>
              <a:t>Super Users</a:t>
            </a:r>
            <a:r>
              <a:rPr lang="en-US" sz="2000" dirty="0">
                <a:solidFill>
                  <a:schemeClr val="tx1"/>
                </a:solidFill>
                <a:latin typeface="Neue Haas Grotesk Text Pro" panose="020B0504020202020204" pitchFamily="34" charset="0"/>
                <a:cs typeface="Arial" panose="020B0604020202020204" pitchFamily="34" charset="0"/>
              </a:rPr>
              <a:t>: Users that have been involved with the Unify program prior to Go-Live are available to assist with questions.  </a:t>
            </a:r>
          </a:p>
          <a:p>
            <a:pPr lvl="1"/>
            <a:endParaRPr lang="en-US" dirty="0"/>
          </a:p>
        </p:txBody>
      </p:sp>
      <p:sp>
        <p:nvSpPr>
          <p:cNvPr id="3" name="Title 2">
            <a:extLst>
              <a:ext uri="{FF2B5EF4-FFF2-40B4-BE49-F238E27FC236}">
                <a16:creationId xmlns:a16="http://schemas.microsoft.com/office/drawing/2014/main" id="{D2738A1D-17DE-44B9-8646-99EE7EE05BF6}"/>
              </a:ext>
            </a:extLst>
          </p:cNvPr>
          <p:cNvSpPr>
            <a:spLocks noGrp="1"/>
          </p:cNvSpPr>
          <p:nvPr>
            <p:ph type="title"/>
          </p:nvPr>
        </p:nvSpPr>
        <p:spPr/>
        <p:txBody>
          <a:bodyPr>
            <a:normAutofit fontScale="90000"/>
          </a:bodyPr>
          <a:lstStyle/>
          <a:p>
            <a:r>
              <a:rPr lang="en-US" dirty="0"/>
              <a:t>Questions? </a:t>
            </a:r>
            <a:br>
              <a:rPr lang="en-US" dirty="0"/>
            </a:br>
            <a:endParaRPr lang="en-US" dirty="0"/>
          </a:p>
        </p:txBody>
      </p:sp>
    </p:spTree>
    <p:extLst>
      <p:ext uri="{BB962C8B-B14F-4D97-AF65-F5344CB8AC3E}">
        <p14:creationId xmlns:p14="http://schemas.microsoft.com/office/powerpoint/2010/main" val="37153702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B5BD9CC-932B-4529-A4F2-6D36C5A91AF0}"/>
              </a:ext>
            </a:extLst>
          </p:cNvPr>
          <p:cNvSpPr txBox="1"/>
          <p:nvPr/>
        </p:nvSpPr>
        <p:spPr>
          <a:xfrm>
            <a:off x="4108762" y="2926295"/>
            <a:ext cx="3974486" cy="1043363"/>
          </a:xfrm>
          <a:prstGeom prst="rect">
            <a:avLst/>
          </a:prstGeom>
          <a:noFill/>
        </p:spPr>
        <p:txBody>
          <a:bodyPr wrap="none" lIns="182880" tIns="146304" rIns="182880" bIns="146304" rtlCol="0">
            <a:spAutoFit/>
          </a:bodyP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5400" b="1" i="0" u="none" strike="noStrike" kern="1200" cap="none" spc="0" normalizeH="0" baseline="0" noProof="0" dirty="0">
                <a:ln>
                  <a:noFill/>
                </a:ln>
                <a:solidFill>
                  <a:srgbClr val="000000"/>
                </a:solidFill>
                <a:effectLst/>
                <a:uLnTx/>
                <a:uFillTx/>
                <a:latin typeface="Neue Haas Grotesk Text Pro" panose="020B0504020202020204" pitchFamily="34" charset="0"/>
                <a:ea typeface="+mn-ea"/>
                <a:cs typeface="+mn-cs"/>
              </a:rPr>
              <a:t>Thank You</a:t>
            </a:r>
            <a:endParaRPr kumimoji="0" lang="en-US" sz="2000" b="1" i="0" u="none" strike="noStrike" kern="1200" cap="none" spc="0" normalizeH="0" baseline="0" noProof="0" dirty="0">
              <a:ln>
                <a:noFill/>
              </a:ln>
              <a:solidFill>
                <a:srgbClr val="000000"/>
              </a:solidFill>
              <a:effectLst/>
              <a:uLnTx/>
              <a:uFillTx/>
              <a:latin typeface="Neue Haas Grotesk Text Pro" panose="020B0504020202020204" pitchFamily="34" charset="0"/>
              <a:ea typeface="+mn-ea"/>
              <a:cs typeface="+mn-cs"/>
            </a:endParaRPr>
          </a:p>
        </p:txBody>
      </p:sp>
    </p:spTree>
    <p:extLst>
      <p:ext uri="{BB962C8B-B14F-4D97-AF65-F5344CB8AC3E}">
        <p14:creationId xmlns:p14="http://schemas.microsoft.com/office/powerpoint/2010/main" val="11805068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
  <a:themeElements>
    <a:clrScheme name="Enbridge">
      <a:dk1>
        <a:srgbClr val="000000"/>
      </a:dk1>
      <a:lt1>
        <a:srgbClr val="FFFFFF"/>
      </a:lt1>
      <a:dk2>
        <a:srgbClr val="FFB81C"/>
      </a:dk2>
      <a:lt2>
        <a:srgbClr val="555555"/>
      </a:lt2>
      <a:accent1>
        <a:srgbClr val="97999B"/>
      </a:accent1>
      <a:accent2>
        <a:srgbClr val="D0D0CE"/>
      </a:accent2>
      <a:accent3>
        <a:srgbClr val="E9E9E8"/>
      </a:accent3>
      <a:accent4>
        <a:srgbClr val="FF6900"/>
      </a:accent4>
      <a:accent5>
        <a:srgbClr val="007DBA"/>
      </a:accent5>
      <a:accent6>
        <a:srgbClr val="6CC24A"/>
      </a:accent6>
      <a:hlink>
        <a:srgbClr val="007DBA"/>
      </a:hlink>
      <a:folHlink>
        <a:srgbClr val="007DBA"/>
      </a:folHlink>
    </a:clrScheme>
    <a:fontScheme name="Enbridge">
      <a:majorFont>
        <a:latin typeface="Neue Haas Grotesk Text Pro"/>
        <a:ea typeface=""/>
        <a:cs typeface=""/>
      </a:majorFont>
      <a:minorFont>
        <a:latin typeface="Neue Haas Grotesk Text Pro"/>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Microsoft_Envision_Template  -  Read-Only" id="{BD8965D0-EC08-4D83-8A2D-E08B377C2ABE}" vid="{53186773-B36A-4321-8645-B3FFEC073129}"/>
    </a:ext>
  </a:extLst>
</a:theme>
</file>

<file path=ppt/theme/theme2.xml><?xml version="1.0" encoding="utf-8"?>
<a:theme xmlns:a="http://schemas.openxmlformats.org/drawingml/2006/main" name="1_1">
  <a:themeElements>
    <a:clrScheme name="Enbridge">
      <a:dk1>
        <a:srgbClr val="000000"/>
      </a:dk1>
      <a:lt1>
        <a:srgbClr val="FFFFFF"/>
      </a:lt1>
      <a:dk2>
        <a:srgbClr val="FFB81C"/>
      </a:dk2>
      <a:lt2>
        <a:srgbClr val="555555"/>
      </a:lt2>
      <a:accent1>
        <a:srgbClr val="97999B"/>
      </a:accent1>
      <a:accent2>
        <a:srgbClr val="D0D0CE"/>
      </a:accent2>
      <a:accent3>
        <a:srgbClr val="E9E9E8"/>
      </a:accent3>
      <a:accent4>
        <a:srgbClr val="FF6900"/>
      </a:accent4>
      <a:accent5>
        <a:srgbClr val="007DBA"/>
      </a:accent5>
      <a:accent6>
        <a:srgbClr val="6CC24A"/>
      </a:accent6>
      <a:hlink>
        <a:srgbClr val="007DBA"/>
      </a:hlink>
      <a:folHlink>
        <a:srgbClr val="007DBA"/>
      </a:folHlink>
    </a:clrScheme>
    <a:fontScheme name="Enbridge">
      <a:majorFont>
        <a:latin typeface="Neue Haas Grotesk Text Pro"/>
        <a:ea typeface=""/>
        <a:cs typeface=""/>
      </a:majorFont>
      <a:minorFont>
        <a:latin typeface="Neue Haas Grotesk Text Pro"/>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Microsoft_Envision_Template  -  Read-Only" id="{BD8965D0-EC08-4D83-8A2D-E08B377C2ABE}" vid="{53186773-B36A-4321-8645-B3FFEC073129}"/>
    </a:ext>
  </a:extLst>
</a:theme>
</file>

<file path=ppt/theme/theme3.xml><?xml version="1.0" encoding="utf-8"?>
<a:theme xmlns:a="http://schemas.openxmlformats.org/drawingml/2006/main" name="2_1">
  <a:themeElements>
    <a:clrScheme name="Enbridge">
      <a:dk1>
        <a:srgbClr val="000000"/>
      </a:dk1>
      <a:lt1>
        <a:srgbClr val="FFFFFF"/>
      </a:lt1>
      <a:dk2>
        <a:srgbClr val="FFB81C"/>
      </a:dk2>
      <a:lt2>
        <a:srgbClr val="555555"/>
      </a:lt2>
      <a:accent1>
        <a:srgbClr val="97999B"/>
      </a:accent1>
      <a:accent2>
        <a:srgbClr val="D0D0CE"/>
      </a:accent2>
      <a:accent3>
        <a:srgbClr val="E9E9E8"/>
      </a:accent3>
      <a:accent4>
        <a:srgbClr val="FF6900"/>
      </a:accent4>
      <a:accent5>
        <a:srgbClr val="007DBA"/>
      </a:accent5>
      <a:accent6>
        <a:srgbClr val="6CC24A"/>
      </a:accent6>
      <a:hlink>
        <a:srgbClr val="007DBA"/>
      </a:hlink>
      <a:folHlink>
        <a:srgbClr val="007DBA"/>
      </a:folHlink>
    </a:clrScheme>
    <a:fontScheme name="Enbridge">
      <a:majorFont>
        <a:latin typeface="Neue Haas Grotesk Text Pro"/>
        <a:ea typeface=""/>
        <a:cs typeface=""/>
      </a:majorFont>
      <a:minorFont>
        <a:latin typeface="Neue Haas Grotesk Text Pro"/>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Microsoft_Envision_Template  -  Read-Only" id="{BD8965D0-EC08-4D83-8A2D-E08B377C2ABE}" vid="{53186773-B36A-4321-8645-B3FFEC073129}"/>
    </a:ext>
  </a:extLst>
</a:theme>
</file>

<file path=ppt/theme/theme4.xml><?xml version="1.0" encoding="utf-8"?>
<a:theme xmlns:a="http://schemas.openxmlformats.org/drawingml/2006/main" name="3_1">
  <a:themeElements>
    <a:clrScheme name="Enbridge">
      <a:dk1>
        <a:srgbClr val="000000"/>
      </a:dk1>
      <a:lt1>
        <a:srgbClr val="FFFFFF"/>
      </a:lt1>
      <a:dk2>
        <a:srgbClr val="FFB81C"/>
      </a:dk2>
      <a:lt2>
        <a:srgbClr val="555555"/>
      </a:lt2>
      <a:accent1>
        <a:srgbClr val="97999B"/>
      </a:accent1>
      <a:accent2>
        <a:srgbClr val="D0D0CE"/>
      </a:accent2>
      <a:accent3>
        <a:srgbClr val="E9E9E8"/>
      </a:accent3>
      <a:accent4>
        <a:srgbClr val="FF6900"/>
      </a:accent4>
      <a:accent5>
        <a:srgbClr val="007DBA"/>
      </a:accent5>
      <a:accent6>
        <a:srgbClr val="6CC24A"/>
      </a:accent6>
      <a:hlink>
        <a:srgbClr val="007DBA"/>
      </a:hlink>
      <a:folHlink>
        <a:srgbClr val="007DBA"/>
      </a:folHlink>
    </a:clrScheme>
    <a:fontScheme name="Microsoft">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Microsoft_Envision_Template  -  Read-Only" id="{BD8965D0-EC08-4D83-8A2D-E08B377C2ABE}" vid="{53186773-B36A-4321-8645-B3FFEC073129}"/>
    </a:ext>
  </a:extLst>
</a:theme>
</file>

<file path=ppt/theme/theme5.xml><?xml version="1.0" encoding="utf-8"?>
<a:theme xmlns:a="http://schemas.openxmlformats.org/drawingml/2006/main" name="4_1">
  <a:themeElements>
    <a:clrScheme name="Enbridge">
      <a:dk1>
        <a:srgbClr val="000000"/>
      </a:dk1>
      <a:lt1>
        <a:srgbClr val="FFFFFF"/>
      </a:lt1>
      <a:dk2>
        <a:srgbClr val="FFB81C"/>
      </a:dk2>
      <a:lt2>
        <a:srgbClr val="555555"/>
      </a:lt2>
      <a:accent1>
        <a:srgbClr val="97999B"/>
      </a:accent1>
      <a:accent2>
        <a:srgbClr val="D0D0CE"/>
      </a:accent2>
      <a:accent3>
        <a:srgbClr val="E9E9E8"/>
      </a:accent3>
      <a:accent4>
        <a:srgbClr val="FF6900"/>
      </a:accent4>
      <a:accent5>
        <a:srgbClr val="007DBA"/>
      </a:accent5>
      <a:accent6>
        <a:srgbClr val="6CC24A"/>
      </a:accent6>
      <a:hlink>
        <a:srgbClr val="007DBA"/>
      </a:hlink>
      <a:folHlink>
        <a:srgbClr val="007DBA"/>
      </a:folHlink>
    </a:clrScheme>
    <a:fontScheme name="Enbridge">
      <a:majorFont>
        <a:latin typeface="Neue Haas Grotesk Text Pro"/>
        <a:ea typeface=""/>
        <a:cs typeface=""/>
      </a:majorFont>
      <a:minorFont>
        <a:latin typeface="Neue Haas Grotesk Text Pro"/>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Microsoft_Envision_Template  -  Read-Only" id="{BD8965D0-EC08-4D83-8A2D-E08B377C2ABE}" vid="{53186773-B36A-4321-8645-B3FFEC073129}"/>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haredContentType xmlns="Microsoft.SharePoint.Taxonomy.ContentTypeSync" SourceId="14ab40f3-767a-43a9-8b62-265d64c54f3b" ContentTypeId="0x01" PreviousValue="false"/>
</file>

<file path=customXml/item2.xml><?xml version="1.0" encoding="utf-8"?>
<ct:contentTypeSchema xmlns:ct="http://schemas.microsoft.com/office/2006/metadata/contentType" xmlns:ma="http://schemas.microsoft.com/office/2006/metadata/properties/metaAttributes" ct:_="" ma:_="" ma:contentTypeName="Document" ma:contentTypeID="0x010100F7D4B34CD6212441A5F8074594C7DE6A" ma:contentTypeVersion="0" ma:contentTypeDescription="Create a new document." ma:contentTypeScope="" ma:versionID="86e225c5737e8c2062f07a67404bdce5">
  <xsd:schema xmlns:xsd="http://www.w3.org/2001/XMLSchema" xmlns:xs="http://www.w3.org/2001/XMLSchema" xmlns:p="http://schemas.microsoft.com/office/2006/metadata/properties" targetNamespace="http://schemas.microsoft.com/office/2006/metadata/properties" ma:root="true" ma:fieldsID="10f5960cb5d5bc59f81cb04112adb32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987478C-E1C5-4664-95AC-F2E46CF24E6A}">
  <ds:schemaRefs>
    <ds:schemaRef ds:uri="Microsoft.SharePoint.Taxonomy.ContentTypeSync"/>
  </ds:schemaRefs>
</ds:datastoreItem>
</file>

<file path=customXml/itemProps2.xml><?xml version="1.0" encoding="utf-8"?>
<ds:datastoreItem xmlns:ds="http://schemas.openxmlformats.org/officeDocument/2006/customXml" ds:itemID="{C9A11E3B-3683-4AC5-9301-12FBC8CE550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A7909034-4C1D-4CFA-B07E-E40B8B59888E}">
  <ds:schemaRefs>
    <ds:schemaRef ds:uri="http://schemas.openxmlformats.org/package/2006/metadata/core-properties"/>
    <ds:schemaRef ds:uri="http://www.w3.org/XML/1998/namespace"/>
    <ds:schemaRef ds:uri="http://purl.org/dc/terms/"/>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purl.org/dc/dcmitype/"/>
  </ds:schemaRefs>
</ds:datastoreItem>
</file>

<file path=customXml/itemProps4.xml><?xml version="1.0" encoding="utf-8"?>
<ds:datastoreItem xmlns:ds="http://schemas.openxmlformats.org/officeDocument/2006/customXml" ds:itemID="{675834A8-3EF8-4261-89A8-F8DFD40730A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6664</TotalTime>
  <Words>4929</Words>
  <Application>Microsoft Office PowerPoint</Application>
  <PresentationFormat>Widescreen</PresentationFormat>
  <Paragraphs>553</Paragraphs>
  <Slides>41</Slides>
  <Notes>36</Notes>
  <HiddenSlides>0</HiddenSlides>
  <MMClips>0</MMClips>
  <ScaleCrop>false</ScaleCrop>
  <HeadingPairs>
    <vt:vector size="6" baseType="variant">
      <vt:variant>
        <vt:lpstr>Fonts Used</vt:lpstr>
      </vt:variant>
      <vt:variant>
        <vt:i4>9</vt:i4>
      </vt:variant>
      <vt:variant>
        <vt:lpstr>Theme</vt:lpstr>
      </vt:variant>
      <vt:variant>
        <vt:i4>5</vt:i4>
      </vt:variant>
      <vt:variant>
        <vt:lpstr>Slide Titles</vt:lpstr>
      </vt:variant>
      <vt:variant>
        <vt:i4>41</vt:i4>
      </vt:variant>
    </vt:vector>
  </HeadingPairs>
  <TitlesOfParts>
    <vt:vector size="55" baseType="lpstr">
      <vt:lpstr>Arial</vt:lpstr>
      <vt:lpstr>Arial Black</vt:lpstr>
      <vt:lpstr>Calibri</vt:lpstr>
      <vt:lpstr>Graphik</vt:lpstr>
      <vt:lpstr>Graphik Regular</vt:lpstr>
      <vt:lpstr>Neue Haas Grotesk Text Pro</vt:lpstr>
      <vt:lpstr>Segoe UI</vt:lpstr>
      <vt:lpstr>Segoe UI Semibold</vt:lpstr>
      <vt:lpstr>Wingdings</vt:lpstr>
      <vt:lpstr>1</vt:lpstr>
      <vt:lpstr>1_1</vt:lpstr>
      <vt:lpstr>2_1</vt:lpstr>
      <vt:lpstr>3_1</vt:lpstr>
      <vt:lpstr>4_1</vt:lpstr>
      <vt:lpstr>GTM Work Completion and Closure</vt:lpstr>
      <vt:lpstr>Agenda</vt:lpstr>
      <vt:lpstr>Safety Moment</vt:lpstr>
      <vt:lpstr>Ground Rules</vt:lpstr>
      <vt:lpstr>Target Audience and Prerequisites</vt:lpstr>
      <vt:lpstr>Defining a Work Order Lead</vt:lpstr>
      <vt:lpstr>Key Terms</vt:lpstr>
      <vt:lpstr>Course Objectives</vt:lpstr>
      <vt:lpstr>Work Order Completion</vt:lpstr>
      <vt:lpstr>Module Objectives</vt:lpstr>
      <vt:lpstr>Work Order Types</vt:lpstr>
      <vt:lpstr>GTM Work Types/Sub Types in Maximo </vt:lpstr>
      <vt:lpstr>Overview of the Work Order Completion and Closure Process</vt:lpstr>
      <vt:lpstr>Work Order Completion – Work Order Lead Tasks</vt:lpstr>
      <vt:lpstr>Maximo Navigation – Select a Site</vt:lpstr>
      <vt:lpstr>Responsibility section on the Work Order</vt:lpstr>
      <vt:lpstr>FLDCOMP Status - Work Order in Maximo</vt:lpstr>
      <vt:lpstr>Failure Reporting – Required on CM and EM </vt:lpstr>
      <vt:lpstr>COMP Status work order in Maximo </vt:lpstr>
      <vt:lpstr>Demonstration</vt:lpstr>
      <vt:lpstr>Practicum</vt:lpstr>
      <vt:lpstr>Knowledge Check – 1</vt:lpstr>
      <vt:lpstr>Knowledge Check – 1</vt:lpstr>
      <vt:lpstr>Knowledge Check – 2</vt:lpstr>
      <vt:lpstr>Knowledge Check – 2</vt:lpstr>
      <vt:lpstr>Work Order Closure</vt:lpstr>
      <vt:lpstr>Module Objectives</vt:lpstr>
      <vt:lpstr>Work Order Closure Process – Overview</vt:lpstr>
      <vt:lpstr>Work Order Review Process</vt:lpstr>
      <vt:lpstr>Demonstration</vt:lpstr>
      <vt:lpstr>Practicum</vt:lpstr>
      <vt:lpstr>Error Handling – Business Process</vt:lpstr>
      <vt:lpstr>Service Request Classification </vt:lpstr>
      <vt:lpstr>Knowledge Check</vt:lpstr>
      <vt:lpstr>Knowledge Check</vt:lpstr>
      <vt:lpstr>Course Summary</vt:lpstr>
      <vt:lpstr>Work Completion and Closure</vt:lpstr>
      <vt:lpstr>Assessment and Course Evaluation</vt:lpstr>
      <vt:lpstr>Next Steps</vt:lpstr>
      <vt:lpstr>Questions?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AWMI-BFCM-Work Completion and Closure_V1.1</dc:title>
  <dc:creator>Chakraborty, Shinjinee</dc:creator>
  <cp:lastModifiedBy>Eugene Deloatch</cp:lastModifiedBy>
  <cp:revision>97</cp:revision>
  <cp:lastPrinted>2021-02-22T15:34:20Z</cp:lastPrinted>
  <dcterms:created xsi:type="dcterms:W3CDTF">2020-11-11T04:52:22Z</dcterms:created>
  <dcterms:modified xsi:type="dcterms:W3CDTF">2021-11-05T14:21:05Z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0x010100F7D4B34CD6212441A5F8074594C7DE6A</vt:lpwstr>
  </property>
  <property fmtid="{D5CDD505-2E9C-101B-9397-08002B2CF9AE}" pid="3" name="_dlc_DocIdItemGuid">
    <vt:lpwstr>108f84d6-5b36-4482-ab29-89a1ceeea0d9</vt:lpwstr>
  </property>
  <property fmtid="{D5CDD505-2E9C-101B-9397-08002B2CF9AE}" pid="4" name="MSIP_Label_b1a6f161-e42b-4c47-8f69-f6a81e023e2d_Enabled">
    <vt:lpwstr>True</vt:lpwstr>
  </property>
  <property fmtid="{D5CDD505-2E9C-101B-9397-08002B2CF9AE}" pid="5" name="MSIP_Label_b1a6f161-e42b-4c47-8f69-f6a81e023e2d_SiteId">
    <vt:lpwstr>271df5c2-953a-497b-93ad-7adf7a4b3cd7</vt:lpwstr>
  </property>
  <property fmtid="{D5CDD505-2E9C-101B-9397-08002B2CF9AE}" pid="6" name="MSIP_Label_b1a6f161-e42b-4c47-8f69-f6a81e023e2d_Owner">
    <vt:lpwstr>yuj@enbridge.com</vt:lpwstr>
  </property>
  <property fmtid="{D5CDD505-2E9C-101B-9397-08002B2CF9AE}" pid="7" name="MSIP_Label_b1a6f161-e42b-4c47-8f69-f6a81e023e2d_SetDate">
    <vt:lpwstr>2020-12-11T17:03:05.1724154Z</vt:lpwstr>
  </property>
  <property fmtid="{D5CDD505-2E9C-101B-9397-08002B2CF9AE}" pid="8" name="MSIP_Label_b1a6f161-e42b-4c47-8f69-f6a81e023e2d_Name">
    <vt:lpwstr>Internal</vt:lpwstr>
  </property>
  <property fmtid="{D5CDD505-2E9C-101B-9397-08002B2CF9AE}" pid="9" name="MSIP_Label_b1a6f161-e42b-4c47-8f69-f6a81e023e2d_Application">
    <vt:lpwstr>Microsoft Azure Information Protection</vt:lpwstr>
  </property>
  <property fmtid="{D5CDD505-2E9C-101B-9397-08002B2CF9AE}" pid="10" name="MSIP_Label_b1a6f161-e42b-4c47-8f69-f6a81e023e2d_Extended_MSFT_Method">
    <vt:lpwstr>Automatic</vt:lpwstr>
  </property>
  <property fmtid="{D5CDD505-2E9C-101B-9397-08002B2CF9AE}" pid="11" name="_AdHocReviewCycleID">
    <vt:i4>-2041905158</vt:i4>
  </property>
  <property fmtid="{D5CDD505-2E9C-101B-9397-08002B2CF9AE}" pid="12" name="_NewReviewCycle">
    <vt:lpwstr/>
  </property>
  <property fmtid="{D5CDD505-2E9C-101B-9397-08002B2CF9AE}" pid="13" name="_EmailSubject">
    <vt:lpwstr>Presentation</vt:lpwstr>
  </property>
  <property fmtid="{D5CDD505-2E9C-101B-9397-08002B2CF9AE}" pid="14" name="_AuthorEmail">
    <vt:lpwstr>eugene.deloatch@enbridge.com</vt:lpwstr>
  </property>
  <property fmtid="{D5CDD505-2E9C-101B-9397-08002B2CF9AE}" pid="15" name="_AuthorEmailDisplayName">
    <vt:lpwstr>Eugene Deloatch</vt:lpwstr>
  </property>
  <property fmtid="{D5CDD505-2E9C-101B-9397-08002B2CF9AE}" pid="16" name="_PreviousAdHocReviewCycleID">
    <vt:i4>-1266135462</vt:i4>
  </property>
</Properties>
</file>